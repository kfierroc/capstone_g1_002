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Montserrat"/>
      <p:regular r:id="rId28"/>
      <p:bold r:id="rId29"/>
      <p:italic r:id="rId30"/>
      <p:boldItalic r:id="rId31"/>
    </p:embeddedFont>
    <p:embeddedFont>
      <p:font typeface="Inter"/>
      <p:regular r:id="rId32"/>
      <p:bold r:id="rId33"/>
      <p:italic r:id="rId34"/>
      <p:boldItalic r:id="rId35"/>
    </p:embeddedFont>
    <p:embeddedFont>
      <p:font typeface="Bebas Neue"/>
      <p:regular r:id="rId36"/>
    </p:embeddedFont>
    <p:embeddedFont>
      <p:font typeface="PT Sans"/>
      <p:regular r:id="rId37"/>
      <p:bold r:id="rId38"/>
      <p:italic r:id="rId39"/>
      <p:boldItalic r:id="rId40"/>
    </p:embeddedFont>
    <p:embeddedFont>
      <p:font typeface="DM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5" roundtripDataSignature="AMtx7mghKrOAwJNS25uGsL9bk004Et5Q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FF41974-3C1E-45CB-A44B-EC60BDA3A5C8}">
  <a:tblStyle styleId="{AFF41974-3C1E-45CB-A44B-EC60BDA3A5C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TSans-boldItalic.fntdata"/><Relationship Id="rId20" Type="http://schemas.openxmlformats.org/officeDocument/2006/relationships/slide" Target="slides/slide14.xml"/><Relationship Id="rId42" Type="http://schemas.openxmlformats.org/officeDocument/2006/relationships/font" Target="fonts/DMSans-bold.fntdata"/><Relationship Id="rId41" Type="http://schemas.openxmlformats.org/officeDocument/2006/relationships/font" Target="fonts/DMSans-regular.fntdata"/><Relationship Id="rId22" Type="http://schemas.openxmlformats.org/officeDocument/2006/relationships/slide" Target="slides/slide16.xml"/><Relationship Id="rId44" Type="http://schemas.openxmlformats.org/officeDocument/2006/relationships/font" Target="fonts/DMSans-boldItalic.fntdata"/><Relationship Id="rId21" Type="http://schemas.openxmlformats.org/officeDocument/2006/relationships/slide" Target="slides/slide15.xml"/><Relationship Id="rId43" Type="http://schemas.openxmlformats.org/officeDocument/2006/relationships/font" Target="fonts/DMSans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Montserrat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5.xml"/><Relationship Id="rId33" Type="http://schemas.openxmlformats.org/officeDocument/2006/relationships/font" Target="fonts/Inter-bold.fntdata"/><Relationship Id="rId10" Type="http://schemas.openxmlformats.org/officeDocument/2006/relationships/slide" Target="slides/slide4.xml"/><Relationship Id="rId32" Type="http://schemas.openxmlformats.org/officeDocument/2006/relationships/font" Target="fonts/Inter-regular.fntdata"/><Relationship Id="rId13" Type="http://schemas.openxmlformats.org/officeDocument/2006/relationships/slide" Target="slides/slide7.xml"/><Relationship Id="rId35" Type="http://schemas.openxmlformats.org/officeDocument/2006/relationships/font" Target="fonts/Inter-boldItalic.fntdata"/><Relationship Id="rId12" Type="http://schemas.openxmlformats.org/officeDocument/2006/relationships/slide" Target="slides/slide6.xml"/><Relationship Id="rId34" Type="http://schemas.openxmlformats.org/officeDocument/2006/relationships/font" Target="fonts/Inter-italic.fntdata"/><Relationship Id="rId15" Type="http://schemas.openxmlformats.org/officeDocument/2006/relationships/slide" Target="slides/slide9.xml"/><Relationship Id="rId37" Type="http://schemas.openxmlformats.org/officeDocument/2006/relationships/font" Target="fonts/PTSans-regular.fntdata"/><Relationship Id="rId14" Type="http://schemas.openxmlformats.org/officeDocument/2006/relationships/slide" Target="slides/slide8.xml"/><Relationship Id="rId36" Type="http://schemas.openxmlformats.org/officeDocument/2006/relationships/font" Target="fonts/BebasNeue-regular.fntdata"/><Relationship Id="rId17" Type="http://schemas.openxmlformats.org/officeDocument/2006/relationships/slide" Target="slides/slide11.xml"/><Relationship Id="rId39" Type="http://schemas.openxmlformats.org/officeDocument/2006/relationships/font" Target="fonts/PTSans-italic.fntdata"/><Relationship Id="rId16" Type="http://schemas.openxmlformats.org/officeDocument/2006/relationships/slide" Target="slides/slide10.xml"/><Relationship Id="rId38" Type="http://schemas.openxmlformats.org/officeDocument/2006/relationships/font" Target="fonts/PTSans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9982c7576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39982c7576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865a564cc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3865a564cc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a5b4b6fda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3a5b4b6fda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9982c7576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39982c7576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9982c7576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39982c7576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a5b4b6fda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3a5b4b6fda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a5b4b6fda1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3a5b4b6fda1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a3b0e926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3a3b0e926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8" name="Google Shape;9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9982c7576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39982c7576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39982c7576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39982c7576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9982c7576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39982c7576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39982c75762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39982c75762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8" name="Google Shape;10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39982c7576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3" name="Google Shape;1023;g39982c7576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53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10" name="Google Shape;10;p53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fmla="val 2793" name="adj"/>
              </a:avLst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" name="Google Shape;11;p53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12" name="Google Shape;12;p53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13;p53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53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" name="Google Shape;15;p53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" name="Google Shape;16;p53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" name="Google Shape;17;p53"/>
          <p:cNvSpPr txBox="1"/>
          <p:nvPr>
            <p:ph type="ctrTitle"/>
          </p:nvPr>
        </p:nvSpPr>
        <p:spPr>
          <a:xfrm>
            <a:off x="3900175" y="1213000"/>
            <a:ext cx="4530600" cy="222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8" name="Google Shape;18;p53"/>
          <p:cNvSpPr txBox="1"/>
          <p:nvPr>
            <p:ph idx="1" type="subTitle"/>
          </p:nvPr>
        </p:nvSpPr>
        <p:spPr>
          <a:xfrm>
            <a:off x="3900175" y="3524550"/>
            <a:ext cx="45306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54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21" name="Google Shape;21;p54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fmla="val 2793" name="adj"/>
              </a:avLst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" name="Google Shape;22;p54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23" name="Google Shape;23;p54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54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54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" name="Google Shape;26;p54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" name="Google Shape;27;p54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8" name="Google Shape;28;p54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55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31" name="Google Shape;31;p55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fmla="val 2793" name="adj"/>
              </a:avLst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" name="Google Shape;32;p55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33" name="Google Shape;33;p55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55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55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" name="Google Shape;36;p55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" name="Google Shape;37;p55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8" name="Google Shape;38;p55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" name="Google Shape;39;p55"/>
          <p:cNvSpPr txBox="1"/>
          <p:nvPr>
            <p:ph idx="1" type="subTitle"/>
          </p:nvPr>
        </p:nvSpPr>
        <p:spPr>
          <a:xfrm>
            <a:off x="1276777" y="2273420"/>
            <a:ext cx="31440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5"/>
          <p:cNvSpPr txBox="1"/>
          <p:nvPr>
            <p:ph idx="2" type="subTitle"/>
          </p:nvPr>
        </p:nvSpPr>
        <p:spPr>
          <a:xfrm>
            <a:off x="4947925" y="2273420"/>
            <a:ext cx="31440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5"/>
          <p:cNvSpPr txBox="1"/>
          <p:nvPr>
            <p:ph idx="3" type="subTitle"/>
          </p:nvPr>
        </p:nvSpPr>
        <p:spPr>
          <a:xfrm>
            <a:off x="1276777" y="3969595"/>
            <a:ext cx="31440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5"/>
          <p:cNvSpPr txBox="1"/>
          <p:nvPr>
            <p:ph idx="4" type="subTitle"/>
          </p:nvPr>
        </p:nvSpPr>
        <p:spPr>
          <a:xfrm>
            <a:off x="4947925" y="3969595"/>
            <a:ext cx="31440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5"/>
          <p:cNvSpPr txBox="1"/>
          <p:nvPr>
            <p:ph idx="5" type="title"/>
          </p:nvPr>
        </p:nvSpPr>
        <p:spPr>
          <a:xfrm>
            <a:off x="1276775" y="1429475"/>
            <a:ext cx="9546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" name="Google Shape;44;p55"/>
          <p:cNvSpPr txBox="1"/>
          <p:nvPr>
            <p:ph idx="6" type="title"/>
          </p:nvPr>
        </p:nvSpPr>
        <p:spPr>
          <a:xfrm>
            <a:off x="1276775" y="3125724"/>
            <a:ext cx="9546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" name="Google Shape;45;p55"/>
          <p:cNvSpPr txBox="1"/>
          <p:nvPr>
            <p:ph idx="7" type="title"/>
          </p:nvPr>
        </p:nvSpPr>
        <p:spPr>
          <a:xfrm>
            <a:off x="4947925" y="1429475"/>
            <a:ext cx="9546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" name="Google Shape;46;p55"/>
          <p:cNvSpPr txBox="1"/>
          <p:nvPr>
            <p:ph idx="8" type="title"/>
          </p:nvPr>
        </p:nvSpPr>
        <p:spPr>
          <a:xfrm>
            <a:off x="4947925" y="3125724"/>
            <a:ext cx="9546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" name="Google Shape;47;p55"/>
          <p:cNvSpPr txBox="1"/>
          <p:nvPr>
            <p:ph idx="9" type="subTitle"/>
          </p:nvPr>
        </p:nvSpPr>
        <p:spPr>
          <a:xfrm>
            <a:off x="1276775" y="1900175"/>
            <a:ext cx="31440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8" name="Google Shape;48;p55"/>
          <p:cNvSpPr txBox="1"/>
          <p:nvPr>
            <p:ph idx="13" type="subTitle"/>
          </p:nvPr>
        </p:nvSpPr>
        <p:spPr>
          <a:xfrm>
            <a:off x="4947926" y="1900175"/>
            <a:ext cx="31440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9" name="Google Shape;49;p55"/>
          <p:cNvSpPr txBox="1"/>
          <p:nvPr>
            <p:ph idx="14" type="subTitle"/>
          </p:nvPr>
        </p:nvSpPr>
        <p:spPr>
          <a:xfrm>
            <a:off x="1276775" y="3596200"/>
            <a:ext cx="31440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0" name="Google Shape;50;p55"/>
          <p:cNvSpPr txBox="1"/>
          <p:nvPr>
            <p:ph idx="15" type="subTitle"/>
          </p:nvPr>
        </p:nvSpPr>
        <p:spPr>
          <a:xfrm>
            <a:off x="4947926" y="3596200"/>
            <a:ext cx="31440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56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53" name="Google Shape;53;p56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fmla="val 2793" name="adj"/>
              </a:avLst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" name="Google Shape;54;p56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55" name="Google Shape;55;p56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6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56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" name="Google Shape;58;p56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9" name="Google Shape;59;p56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0" name="Google Shape;60;p56"/>
          <p:cNvSpPr txBox="1"/>
          <p:nvPr>
            <p:ph type="title"/>
          </p:nvPr>
        </p:nvSpPr>
        <p:spPr>
          <a:xfrm>
            <a:off x="720000" y="2150850"/>
            <a:ext cx="47409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1" name="Google Shape;61;p56"/>
          <p:cNvSpPr txBox="1"/>
          <p:nvPr>
            <p:ph idx="2" type="title"/>
          </p:nvPr>
        </p:nvSpPr>
        <p:spPr>
          <a:xfrm>
            <a:off x="720000" y="1249000"/>
            <a:ext cx="1702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62" name="Google Shape;62;p56"/>
          <p:cNvSpPr txBox="1"/>
          <p:nvPr>
            <p:ph idx="1" type="subTitle"/>
          </p:nvPr>
        </p:nvSpPr>
        <p:spPr>
          <a:xfrm>
            <a:off x="720000" y="3024005"/>
            <a:ext cx="47409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ONE_COLUMN_TEXT_1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57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65" name="Google Shape;65;p57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fmla="val 2793" name="adj"/>
              </a:avLst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6" name="Google Shape;66;p57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67" name="Google Shape;67;p57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57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57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0" name="Google Shape;70;p57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1" name="Google Shape;71;p57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2" name="Google Shape;72;p57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3" name="Google Shape;73;p57"/>
          <p:cNvSpPr txBox="1"/>
          <p:nvPr>
            <p:ph idx="1" type="subTitle"/>
          </p:nvPr>
        </p:nvSpPr>
        <p:spPr>
          <a:xfrm>
            <a:off x="4572037" y="1472900"/>
            <a:ext cx="3428400" cy="19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7"/>
          <p:cNvSpPr txBox="1"/>
          <p:nvPr>
            <p:ph idx="2" type="subTitle"/>
          </p:nvPr>
        </p:nvSpPr>
        <p:spPr>
          <a:xfrm>
            <a:off x="1143563" y="1472900"/>
            <a:ext cx="3428400" cy="19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58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77" name="Google Shape;77;p58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fmla="val 2793" name="adj"/>
              </a:avLst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8" name="Google Shape;78;p58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79" name="Google Shape;79;p58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58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58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2" name="Google Shape;82;p58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3" name="Google Shape;83;p58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4" name="Google Shape;84;p58"/>
          <p:cNvSpPr txBox="1"/>
          <p:nvPr>
            <p:ph type="title"/>
          </p:nvPr>
        </p:nvSpPr>
        <p:spPr>
          <a:xfrm>
            <a:off x="3845122" y="3619117"/>
            <a:ext cx="45858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5" name="Google Shape;85;p58"/>
          <p:cNvSpPr txBox="1"/>
          <p:nvPr>
            <p:ph idx="1" type="subTitle"/>
          </p:nvPr>
        </p:nvSpPr>
        <p:spPr>
          <a:xfrm>
            <a:off x="3845075" y="916288"/>
            <a:ext cx="4585800" cy="276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59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88" name="Google Shape;88;p59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fmla="val 2793" name="adj"/>
              </a:avLst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" name="Google Shape;89;p59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90" name="Google Shape;90;p59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59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59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3" name="Google Shape;93;p59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4" name="Google Shape;94;p59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5" name="Google Shape;95;p59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" name="Google Shape;96;p59"/>
          <p:cNvSpPr txBox="1"/>
          <p:nvPr>
            <p:ph idx="1" type="subTitle"/>
          </p:nvPr>
        </p:nvSpPr>
        <p:spPr>
          <a:xfrm>
            <a:off x="4780709" y="2614160"/>
            <a:ext cx="28530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7" name="Google Shape;97;p59"/>
          <p:cNvSpPr txBox="1"/>
          <p:nvPr>
            <p:ph idx="2" type="subTitle"/>
          </p:nvPr>
        </p:nvSpPr>
        <p:spPr>
          <a:xfrm>
            <a:off x="1510291" y="2614160"/>
            <a:ext cx="28530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8" name="Google Shape;98;p59"/>
          <p:cNvSpPr txBox="1"/>
          <p:nvPr>
            <p:ph idx="3" type="subTitle"/>
          </p:nvPr>
        </p:nvSpPr>
        <p:spPr>
          <a:xfrm>
            <a:off x="4780709" y="2276750"/>
            <a:ext cx="28530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9" name="Google Shape;99;p59"/>
          <p:cNvSpPr txBox="1"/>
          <p:nvPr>
            <p:ph idx="4" type="subTitle"/>
          </p:nvPr>
        </p:nvSpPr>
        <p:spPr>
          <a:xfrm>
            <a:off x="1510291" y="2276750"/>
            <a:ext cx="28530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60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102" name="Google Shape;102;p60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fmla="val 2793" name="adj"/>
              </a:avLst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" name="Google Shape;103;p60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104" name="Google Shape;104;p60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60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60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7" name="Google Shape;107;p60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8" name="Google Shape;108;p60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9" name="Google Shape;109;p60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" name="Google Shape;110;p60"/>
          <p:cNvSpPr txBox="1"/>
          <p:nvPr>
            <p:ph idx="1" type="subTitle"/>
          </p:nvPr>
        </p:nvSpPr>
        <p:spPr>
          <a:xfrm>
            <a:off x="1277525" y="2175222"/>
            <a:ext cx="2962200" cy="6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60"/>
          <p:cNvSpPr txBox="1"/>
          <p:nvPr>
            <p:ph idx="2" type="subTitle"/>
          </p:nvPr>
        </p:nvSpPr>
        <p:spPr>
          <a:xfrm>
            <a:off x="4904675" y="2175222"/>
            <a:ext cx="2962200" cy="6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60"/>
          <p:cNvSpPr txBox="1"/>
          <p:nvPr>
            <p:ph idx="3" type="subTitle"/>
          </p:nvPr>
        </p:nvSpPr>
        <p:spPr>
          <a:xfrm>
            <a:off x="1277525" y="3934947"/>
            <a:ext cx="2962200" cy="6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60"/>
          <p:cNvSpPr txBox="1"/>
          <p:nvPr>
            <p:ph idx="4" type="subTitle"/>
          </p:nvPr>
        </p:nvSpPr>
        <p:spPr>
          <a:xfrm>
            <a:off x="4904675" y="3934947"/>
            <a:ext cx="2962200" cy="6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60"/>
          <p:cNvSpPr txBox="1"/>
          <p:nvPr>
            <p:ph idx="5" type="subTitle"/>
          </p:nvPr>
        </p:nvSpPr>
        <p:spPr>
          <a:xfrm>
            <a:off x="1277525" y="1854925"/>
            <a:ext cx="29622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5" name="Google Shape;115;p60"/>
          <p:cNvSpPr txBox="1"/>
          <p:nvPr>
            <p:ph idx="6" type="subTitle"/>
          </p:nvPr>
        </p:nvSpPr>
        <p:spPr>
          <a:xfrm>
            <a:off x="4904678" y="1854925"/>
            <a:ext cx="29622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6" name="Google Shape;116;p60"/>
          <p:cNvSpPr txBox="1"/>
          <p:nvPr>
            <p:ph idx="7" type="subTitle"/>
          </p:nvPr>
        </p:nvSpPr>
        <p:spPr>
          <a:xfrm>
            <a:off x="1277525" y="3614706"/>
            <a:ext cx="29622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7" name="Google Shape;117;p60"/>
          <p:cNvSpPr txBox="1"/>
          <p:nvPr>
            <p:ph idx="8" type="subTitle"/>
          </p:nvPr>
        </p:nvSpPr>
        <p:spPr>
          <a:xfrm>
            <a:off x="4904678" y="3614706"/>
            <a:ext cx="29622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8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61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120" name="Google Shape;120;p61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fmla="val 2793" name="adj"/>
              </a:avLst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1" name="Google Shape;121;p61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122" name="Google Shape;122;p61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61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61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5" name="Google Shape;125;p61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6" name="Google Shape;126;p61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7" name="Google Shape;127;p61"/>
          <p:cNvSpPr txBox="1"/>
          <p:nvPr>
            <p:ph idx="1" type="subTitle"/>
          </p:nvPr>
        </p:nvSpPr>
        <p:spPr>
          <a:xfrm>
            <a:off x="720000" y="2971054"/>
            <a:ext cx="2304000" cy="8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28" name="Google Shape;128;p61"/>
          <p:cNvSpPr txBox="1"/>
          <p:nvPr>
            <p:ph idx="2" type="subTitle"/>
          </p:nvPr>
        </p:nvSpPr>
        <p:spPr>
          <a:xfrm>
            <a:off x="720000" y="2571750"/>
            <a:ext cx="23040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9" name="Google Shape;129;p61"/>
          <p:cNvSpPr txBox="1"/>
          <p:nvPr>
            <p:ph idx="3" type="subTitle"/>
          </p:nvPr>
        </p:nvSpPr>
        <p:spPr>
          <a:xfrm>
            <a:off x="3420057" y="2971054"/>
            <a:ext cx="2304000" cy="8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0" name="Google Shape;130;p61"/>
          <p:cNvSpPr txBox="1"/>
          <p:nvPr>
            <p:ph idx="4" type="subTitle"/>
          </p:nvPr>
        </p:nvSpPr>
        <p:spPr>
          <a:xfrm>
            <a:off x="3420057" y="2571750"/>
            <a:ext cx="23040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1" name="Google Shape;131;p61"/>
          <p:cNvSpPr txBox="1"/>
          <p:nvPr>
            <p:ph idx="5" type="subTitle"/>
          </p:nvPr>
        </p:nvSpPr>
        <p:spPr>
          <a:xfrm>
            <a:off x="6120115" y="2971054"/>
            <a:ext cx="2304000" cy="8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2" name="Google Shape;132;p61"/>
          <p:cNvSpPr txBox="1"/>
          <p:nvPr>
            <p:ph idx="6" type="subTitle"/>
          </p:nvPr>
        </p:nvSpPr>
        <p:spPr>
          <a:xfrm>
            <a:off x="6120115" y="2571750"/>
            <a:ext cx="23040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3" name="Google Shape;133;p61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62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136" name="Google Shape;136;p62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fmla="val 2793" name="adj"/>
              </a:avLst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7" name="Google Shape;137;p62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138" name="Google Shape;138;p62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62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62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1" name="Google Shape;141;p62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2" name="Google Shape;142;p62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3" name="Google Shape;143;p62"/>
          <p:cNvSpPr txBox="1"/>
          <p:nvPr>
            <p:ph idx="1" type="subTitle"/>
          </p:nvPr>
        </p:nvSpPr>
        <p:spPr>
          <a:xfrm>
            <a:off x="713375" y="3403723"/>
            <a:ext cx="2403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62"/>
          <p:cNvSpPr txBox="1"/>
          <p:nvPr>
            <p:ph idx="2" type="subTitle"/>
          </p:nvPr>
        </p:nvSpPr>
        <p:spPr>
          <a:xfrm>
            <a:off x="3370568" y="3403723"/>
            <a:ext cx="2403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62"/>
          <p:cNvSpPr txBox="1"/>
          <p:nvPr>
            <p:ph idx="3" type="subTitle"/>
          </p:nvPr>
        </p:nvSpPr>
        <p:spPr>
          <a:xfrm>
            <a:off x="6027768" y="3403723"/>
            <a:ext cx="2403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62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7" name="Google Shape;147;p62"/>
          <p:cNvSpPr txBox="1"/>
          <p:nvPr>
            <p:ph idx="4" type="subTitle"/>
          </p:nvPr>
        </p:nvSpPr>
        <p:spPr>
          <a:xfrm>
            <a:off x="713375" y="3086000"/>
            <a:ext cx="24030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8" name="Google Shape;148;p62"/>
          <p:cNvSpPr txBox="1"/>
          <p:nvPr>
            <p:ph idx="5" type="subTitle"/>
          </p:nvPr>
        </p:nvSpPr>
        <p:spPr>
          <a:xfrm>
            <a:off x="3370568" y="3086000"/>
            <a:ext cx="24030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9" name="Google Shape;149;p62"/>
          <p:cNvSpPr txBox="1"/>
          <p:nvPr>
            <p:ph idx="6" type="subTitle"/>
          </p:nvPr>
        </p:nvSpPr>
        <p:spPr>
          <a:xfrm>
            <a:off x="6027769" y="3086000"/>
            <a:ext cx="24030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63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152" name="Google Shape;152;p63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fmla="val 2793" name="adj"/>
              </a:avLst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3" name="Google Shape;153;p63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154" name="Google Shape;154;p63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63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63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7" name="Google Shape;157;p63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8" name="Google Shape;158;p63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9" name="Google Shape;159;p63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63"/>
          <p:cNvSpPr txBox="1"/>
          <p:nvPr>
            <p:ph idx="1" type="subTitle"/>
          </p:nvPr>
        </p:nvSpPr>
        <p:spPr>
          <a:xfrm>
            <a:off x="720000" y="2195900"/>
            <a:ext cx="220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63"/>
          <p:cNvSpPr txBox="1"/>
          <p:nvPr>
            <p:ph idx="2" type="subTitle"/>
          </p:nvPr>
        </p:nvSpPr>
        <p:spPr>
          <a:xfrm>
            <a:off x="3469888" y="2195900"/>
            <a:ext cx="220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63"/>
          <p:cNvSpPr txBox="1"/>
          <p:nvPr>
            <p:ph idx="3" type="subTitle"/>
          </p:nvPr>
        </p:nvSpPr>
        <p:spPr>
          <a:xfrm>
            <a:off x="720000" y="4038275"/>
            <a:ext cx="220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63"/>
          <p:cNvSpPr txBox="1"/>
          <p:nvPr>
            <p:ph idx="4" type="subTitle"/>
          </p:nvPr>
        </p:nvSpPr>
        <p:spPr>
          <a:xfrm>
            <a:off x="3469885" y="4038275"/>
            <a:ext cx="220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63"/>
          <p:cNvSpPr txBox="1"/>
          <p:nvPr>
            <p:ph idx="5" type="subTitle"/>
          </p:nvPr>
        </p:nvSpPr>
        <p:spPr>
          <a:xfrm>
            <a:off x="6219776" y="2195900"/>
            <a:ext cx="220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63"/>
          <p:cNvSpPr txBox="1"/>
          <p:nvPr>
            <p:ph idx="6" type="subTitle"/>
          </p:nvPr>
        </p:nvSpPr>
        <p:spPr>
          <a:xfrm>
            <a:off x="6219776" y="4038275"/>
            <a:ext cx="220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63"/>
          <p:cNvSpPr txBox="1"/>
          <p:nvPr>
            <p:ph idx="7" type="subTitle"/>
          </p:nvPr>
        </p:nvSpPr>
        <p:spPr>
          <a:xfrm>
            <a:off x="720000" y="1908250"/>
            <a:ext cx="22041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7" name="Google Shape;167;p63"/>
          <p:cNvSpPr txBox="1"/>
          <p:nvPr>
            <p:ph idx="8" type="subTitle"/>
          </p:nvPr>
        </p:nvSpPr>
        <p:spPr>
          <a:xfrm>
            <a:off x="3469889" y="1908250"/>
            <a:ext cx="22041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8" name="Google Shape;168;p63"/>
          <p:cNvSpPr txBox="1"/>
          <p:nvPr>
            <p:ph idx="9" type="subTitle"/>
          </p:nvPr>
        </p:nvSpPr>
        <p:spPr>
          <a:xfrm>
            <a:off x="720000" y="3750673"/>
            <a:ext cx="22041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9" name="Google Shape;169;p63"/>
          <p:cNvSpPr txBox="1"/>
          <p:nvPr>
            <p:ph idx="13" type="subTitle"/>
          </p:nvPr>
        </p:nvSpPr>
        <p:spPr>
          <a:xfrm>
            <a:off x="3469889" y="3750673"/>
            <a:ext cx="22041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0" name="Google Shape;170;p63"/>
          <p:cNvSpPr txBox="1"/>
          <p:nvPr>
            <p:ph idx="14" type="subTitle"/>
          </p:nvPr>
        </p:nvSpPr>
        <p:spPr>
          <a:xfrm>
            <a:off x="6219784" y="1908250"/>
            <a:ext cx="22041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1" name="Google Shape;171;p63"/>
          <p:cNvSpPr txBox="1"/>
          <p:nvPr>
            <p:ph idx="15" type="subTitle"/>
          </p:nvPr>
        </p:nvSpPr>
        <p:spPr>
          <a:xfrm>
            <a:off x="6219784" y="3750673"/>
            <a:ext cx="22041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64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174" name="Google Shape;174;p64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fmla="val 2793" name="adj"/>
              </a:avLst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5" name="Google Shape;175;p64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176" name="Google Shape;176;p64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64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64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9" name="Google Shape;179;p64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0" name="Google Shape;180;p64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1" name="Google Shape;181;p64"/>
          <p:cNvSpPr txBox="1"/>
          <p:nvPr>
            <p:ph type="title"/>
          </p:nvPr>
        </p:nvSpPr>
        <p:spPr>
          <a:xfrm>
            <a:off x="933913" y="1262563"/>
            <a:ext cx="4332900" cy="14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2" name="Google Shape;182;p64"/>
          <p:cNvSpPr txBox="1"/>
          <p:nvPr>
            <p:ph idx="1" type="subTitle"/>
          </p:nvPr>
        </p:nvSpPr>
        <p:spPr>
          <a:xfrm>
            <a:off x="933913" y="2810527"/>
            <a:ext cx="4332900" cy="10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183" name="Google Shape;183;p64"/>
          <p:cNvSpPr/>
          <p:nvPr>
            <p:ph idx="2" type="pic"/>
          </p:nvPr>
        </p:nvSpPr>
        <p:spPr>
          <a:xfrm>
            <a:off x="5297834" y="1262575"/>
            <a:ext cx="2912400" cy="2618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AEE2F4">
            <a:alpha val="30588"/>
          </a:srgbClr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65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186" name="Google Shape;186;p65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fmla="val 2793" name="adj"/>
              </a:avLst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7" name="Google Shape;187;p65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188" name="Google Shape;188;p65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65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65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1" name="Google Shape;191;p65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2" name="Google Shape;192;p65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3" name="Google Shape;193;p65"/>
          <p:cNvSpPr txBox="1"/>
          <p:nvPr>
            <p:ph hasCustomPrompt="1" type="title"/>
          </p:nvPr>
        </p:nvSpPr>
        <p:spPr>
          <a:xfrm>
            <a:off x="1284000" y="825000"/>
            <a:ext cx="6576000" cy="12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94" name="Google Shape;194;p65"/>
          <p:cNvSpPr txBox="1"/>
          <p:nvPr>
            <p:ph idx="1" type="subTitle"/>
          </p:nvPr>
        </p:nvSpPr>
        <p:spPr>
          <a:xfrm>
            <a:off x="1284000" y="1939155"/>
            <a:ext cx="65760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66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197" name="Google Shape;197;p66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fmla="val 2793" name="adj"/>
              </a:avLst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8" name="Google Shape;198;p66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199" name="Google Shape;199;p66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66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66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2" name="Google Shape;202;p66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3" name="Google Shape;203;p66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4" name="Google Shape;204;p66"/>
          <p:cNvSpPr txBox="1"/>
          <p:nvPr>
            <p:ph type="title"/>
          </p:nvPr>
        </p:nvSpPr>
        <p:spPr>
          <a:xfrm>
            <a:off x="713225" y="773100"/>
            <a:ext cx="43299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5" name="Google Shape;205;p66"/>
          <p:cNvSpPr txBox="1"/>
          <p:nvPr>
            <p:ph idx="1" type="subTitle"/>
          </p:nvPr>
        </p:nvSpPr>
        <p:spPr>
          <a:xfrm>
            <a:off x="713225" y="1437101"/>
            <a:ext cx="43299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06" name="Google Shape;206;p66"/>
          <p:cNvSpPr txBox="1"/>
          <p:nvPr>
            <p:ph idx="2" type="title"/>
          </p:nvPr>
        </p:nvSpPr>
        <p:spPr>
          <a:xfrm>
            <a:off x="713225" y="2070798"/>
            <a:ext cx="43299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7" name="Google Shape;207;p66"/>
          <p:cNvSpPr txBox="1"/>
          <p:nvPr>
            <p:ph idx="3" type="subTitle"/>
          </p:nvPr>
        </p:nvSpPr>
        <p:spPr>
          <a:xfrm>
            <a:off x="713225" y="2727354"/>
            <a:ext cx="43299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08" name="Google Shape;208;p66"/>
          <p:cNvSpPr txBox="1"/>
          <p:nvPr>
            <p:ph idx="4" type="title"/>
          </p:nvPr>
        </p:nvSpPr>
        <p:spPr>
          <a:xfrm>
            <a:off x="713225" y="3368496"/>
            <a:ext cx="43299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9" name="Google Shape;209;p66"/>
          <p:cNvSpPr txBox="1"/>
          <p:nvPr>
            <p:ph idx="5" type="subTitle"/>
          </p:nvPr>
        </p:nvSpPr>
        <p:spPr>
          <a:xfrm>
            <a:off x="713225" y="4017606"/>
            <a:ext cx="43299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67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212" name="Google Shape;212;p67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fmla="val 2793" name="adj"/>
              </a:avLst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3" name="Google Shape;213;p67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214" name="Google Shape;214;p67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67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67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7" name="Google Shape;217;p67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8" name="Google Shape;218;p67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9" name="Google Shape;219;p67"/>
          <p:cNvSpPr txBox="1"/>
          <p:nvPr>
            <p:ph type="title"/>
          </p:nvPr>
        </p:nvSpPr>
        <p:spPr>
          <a:xfrm>
            <a:off x="713225" y="1825650"/>
            <a:ext cx="4286700" cy="14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68"/>
          <p:cNvSpPr txBox="1"/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8_1_1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69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225" name="Google Shape;225;p69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fmla="val 2793" name="adj"/>
              </a:avLst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6" name="Google Shape;226;p69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227" name="Google Shape;227;p69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69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69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0" name="Google Shape;230;p69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1" name="Google Shape;231;p69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32" name="Google Shape;232;p69"/>
          <p:cNvSpPr txBox="1"/>
          <p:nvPr>
            <p:ph idx="1" type="subTitle"/>
          </p:nvPr>
        </p:nvSpPr>
        <p:spPr>
          <a:xfrm>
            <a:off x="1683888" y="2262925"/>
            <a:ext cx="65553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33" name="Google Shape;233;p69"/>
          <p:cNvSpPr txBox="1"/>
          <p:nvPr>
            <p:ph idx="2" type="subTitle"/>
          </p:nvPr>
        </p:nvSpPr>
        <p:spPr>
          <a:xfrm>
            <a:off x="1683898" y="1833625"/>
            <a:ext cx="65553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4" name="Google Shape;234;p69"/>
          <p:cNvSpPr txBox="1"/>
          <p:nvPr>
            <p:ph idx="3" type="subTitle"/>
          </p:nvPr>
        </p:nvSpPr>
        <p:spPr>
          <a:xfrm>
            <a:off x="1683900" y="3205138"/>
            <a:ext cx="65553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35" name="Google Shape;235;p69"/>
          <p:cNvSpPr txBox="1"/>
          <p:nvPr>
            <p:ph idx="4" type="subTitle"/>
          </p:nvPr>
        </p:nvSpPr>
        <p:spPr>
          <a:xfrm>
            <a:off x="1683877" y="2775838"/>
            <a:ext cx="65553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6" name="Google Shape;236;p69"/>
          <p:cNvSpPr txBox="1"/>
          <p:nvPr>
            <p:ph idx="5" type="subTitle"/>
          </p:nvPr>
        </p:nvSpPr>
        <p:spPr>
          <a:xfrm>
            <a:off x="1683888" y="4147350"/>
            <a:ext cx="65553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37" name="Google Shape;237;p69"/>
          <p:cNvSpPr txBox="1"/>
          <p:nvPr>
            <p:ph idx="6" type="subTitle"/>
          </p:nvPr>
        </p:nvSpPr>
        <p:spPr>
          <a:xfrm>
            <a:off x="1683888" y="3718050"/>
            <a:ext cx="65553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8" name="Google Shape;238;p69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9" name="Google Shape;239;p69"/>
          <p:cNvSpPr txBox="1"/>
          <p:nvPr>
            <p:ph idx="7" type="subTitle"/>
          </p:nvPr>
        </p:nvSpPr>
        <p:spPr>
          <a:xfrm>
            <a:off x="719975" y="1263375"/>
            <a:ext cx="77040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41;p70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242" name="Google Shape;242;p70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fmla="val 2793" name="adj"/>
              </a:avLst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3" name="Google Shape;243;p70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244" name="Google Shape;244;p70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70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70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7" name="Google Shape;247;p70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8" name="Google Shape;248;p70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9" name="Google Shape;249;p70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2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71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252" name="Google Shape;252;p71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fmla="val 2793" name="adj"/>
              </a:avLst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3" name="Google Shape;253;p71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254" name="Google Shape;254;p71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71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71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7" name="Google Shape;257;p71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8" name="Google Shape;258;p71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59" name="Google Shape;259;p71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72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262" name="Google Shape;262;p72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fmla="val 2793" name="adj"/>
              </a:avLst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3" name="Google Shape;263;p72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264" name="Google Shape;264;p72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72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72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7" name="Google Shape;267;p72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8" name="Google Shape;268;p72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69" name="Google Shape;269;p72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0" name="Google Shape;270;p72"/>
          <p:cNvSpPr txBox="1"/>
          <p:nvPr>
            <p:ph idx="1" type="subTitle"/>
          </p:nvPr>
        </p:nvSpPr>
        <p:spPr>
          <a:xfrm>
            <a:off x="2266925" y="2027675"/>
            <a:ext cx="55077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1" name="Google Shape;271;p72"/>
          <p:cNvSpPr txBox="1"/>
          <p:nvPr>
            <p:ph idx="2" type="subTitle"/>
          </p:nvPr>
        </p:nvSpPr>
        <p:spPr>
          <a:xfrm>
            <a:off x="2266925" y="3483400"/>
            <a:ext cx="55077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2" name="Google Shape;272;p72"/>
          <p:cNvSpPr txBox="1"/>
          <p:nvPr>
            <p:ph idx="3" type="subTitle"/>
          </p:nvPr>
        </p:nvSpPr>
        <p:spPr>
          <a:xfrm>
            <a:off x="2266925" y="1613950"/>
            <a:ext cx="55077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3" name="Google Shape;273;p72"/>
          <p:cNvSpPr txBox="1"/>
          <p:nvPr>
            <p:ph idx="4" type="subTitle"/>
          </p:nvPr>
        </p:nvSpPr>
        <p:spPr>
          <a:xfrm>
            <a:off x="2266925" y="3072700"/>
            <a:ext cx="55077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73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276" name="Google Shape;276;p73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fmla="val 2793" name="adj"/>
              </a:avLst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7" name="Google Shape;277;p73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278" name="Google Shape;278;p73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73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73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1" name="Google Shape;281;p73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2" name="Google Shape;282;p73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83" name="Google Shape;283;p73"/>
          <p:cNvSpPr txBox="1"/>
          <p:nvPr>
            <p:ph type="title"/>
          </p:nvPr>
        </p:nvSpPr>
        <p:spPr>
          <a:xfrm>
            <a:off x="720000" y="1965575"/>
            <a:ext cx="37851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4" name="Google Shape;284;p73"/>
          <p:cNvSpPr txBox="1"/>
          <p:nvPr>
            <p:ph idx="1" type="subTitle"/>
          </p:nvPr>
        </p:nvSpPr>
        <p:spPr>
          <a:xfrm>
            <a:off x="720000" y="2639855"/>
            <a:ext cx="3785100" cy="8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74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287" name="Google Shape;287;p74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fmla="val 2793" name="adj"/>
              </a:avLst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8" name="Google Shape;288;p74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289" name="Google Shape;289;p74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74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74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2" name="Google Shape;292;p74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3" name="Google Shape;293;p74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94" name="Google Shape;294;p74"/>
          <p:cNvSpPr txBox="1"/>
          <p:nvPr>
            <p:ph type="title"/>
          </p:nvPr>
        </p:nvSpPr>
        <p:spPr>
          <a:xfrm>
            <a:off x="4571998" y="609989"/>
            <a:ext cx="38589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5" name="Google Shape;295;p74"/>
          <p:cNvSpPr txBox="1"/>
          <p:nvPr>
            <p:ph idx="1" type="subTitle"/>
          </p:nvPr>
        </p:nvSpPr>
        <p:spPr>
          <a:xfrm>
            <a:off x="4572000" y="1718261"/>
            <a:ext cx="3858900" cy="11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74"/>
          <p:cNvSpPr txBox="1"/>
          <p:nvPr/>
        </p:nvSpPr>
        <p:spPr>
          <a:xfrm>
            <a:off x="4572000" y="3459550"/>
            <a:ext cx="3858900" cy="7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CREDITS: This presentation template was created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2"/>
              </a:rPr>
              <a:t>Slidesgo</a:t>
            </a:r>
            <a:r>
              <a:rPr b="1" i="0" lang="en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</a:t>
            </a:r>
            <a:r>
              <a:rPr b="0" i="0" lang="en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and includes icons by </a:t>
            </a:r>
            <a:r>
              <a:rPr b="1" i="0" lang="en" sz="1200" u="sng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and infographics &amp; images by </a:t>
            </a:r>
            <a:r>
              <a:rPr b="1" i="0" lang="en" sz="1200" u="sng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i="0" lang="en" sz="1200" u="sng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BODY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p75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299" name="Google Shape;299;p75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fmla="val 2793" name="adj"/>
              </a:avLst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0" name="Google Shape;300;p75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301" name="Google Shape;301;p75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75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75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4" name="Google Shape;304;p75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5" name="Google Shape;305;p75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06" name="Google Shape;306;p75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7" name="Google Shape;307;p75"/>
          <p:cNvSpPr txBox="1"/>
          <p:nvPr>
            <p:ph idx="1" type="body"/>
          </p:nvPr>
        </p:nvSpPr>
        <p:spPr>
          <a:xfrm>
            <a:off x="720000" y="1215750"/>
            <a:ext cx="77040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50">
                <a:solidFill>
                  <a:srgbClr val="434343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76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310" name="Google Shape;310;p76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fmla="val 2793" name="adj"/>
              </a:avLst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1" name="Google Shape;311;p76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312" name="Google Shape;312;p76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76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76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5" name="Google Shape;315;p76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6" name="Google Shape;316;p76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17" name="Google Shape;317;p76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8" name="Google Shape;318;p76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50"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oogle Shape;320;p80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321" name="Google Shape;321;p80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fmla="val 2793" name="adj"/>
              </a:avLst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2" name="Google Shape;322;p80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323" name="Google Shape;323;p80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80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80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6" name="Google Shape;326;p80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7" name="Google Shape;327;p80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28" name="Google Shape;328;p80"/>
          <p:cNvSpPr txBox="1"/>
          <p:nvPr>
            <p:ph idx="1" type="subTitle"/>
          </p:nvPr>
        </p:nvSpPr>
        <p:spPr>
          <a:xfrm>
            <a:off x="719975" y="1263375"/>
            <a:ext cx="77040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329" name="Google Shape;329;p80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" name="Google Shape;332;p82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333" name="Google Shape;333;p82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fmla="val 2793" name="adj"/>
              </a:avLst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4" name="Google Shape;334;p82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335" name="Google Shape;335;p82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82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82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8" name="Google Shape;338;p82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9" name="Google Shape;339;p82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40" name="Google Shape;340;p82"/>
          <p:cNvGrpSpPr/>
          <p:nvPr/>
        </p:nvGrpSpPr>
        <p:grpSpPr>
          <a:xfrm>
            <a:off x="713219" y="2269869"/>
            <a:ext cx="2305488" cy="3069098"/>
            <a:chOff x="4962625" y="539501"/>
            <a:chExt cx="3266488" cy="4348396"/>
          </a:xfrm>
        </p:grpSpPr>
        <p:sp>
          <p:nvSpPr>
            <p:cNvPr id="341" name="Google Shape;341;p82"/>
            <p:cNvSpPr/>
            <p:nvPr/>
          </p:nvSpPr>
          <p:spPr>
            <a:xfrm>
              <a:off x="5689271" y="788278"/>
              <a:ext cx="1476799" cy="1488827"/>
            </a:xfrm>
            <a:custGeom>
              <a:rect b="b" l="l" r="r" t="t"/>
              <a:pathLst>
                <a:path extrusionOk="0" h="10892" w="10804">
                  <a:moveTo>
                    <a:pt x="8359" y="1"/>
                  </a:moveTo>
                  <a:cubicBezTo>
                    <a:pt x="7473" y="1"/>
                    <a:pt x="6574" y="602"/>
                    <a:pt x="4834" y="666"/>
                  </a:cubicBezTo>
                  <a:cubicBezTo>
                    <a:pt x="2695" y="758"/>
                    <a:pt x="1807" y="1798"/>
                    <a:pt x="1230" y="2339"/>
                  </a:cubicBezTo>
                  <a:cubicBezTo>
                    <a:pt x="652" y="2879"/>
                    <a:pt x="1" y="3688"/>
                    <a:pt x="347" y="4649"/>
                  </a:cubicBezTo>
                  <a:cubicBezTo>
                    <a:pt x="675" y="5591"/>
                    <a:pt x="1673" y="6363"/>
                    <a:pt x="1983" y="7075"/>
                  </a:cubicBezTo>
                  <a:cubicBezTo>
                    <a:pt x="2293" y="7768"/>
                    <a:pt x="2002" y="8174"/>
                    <a:pt x="2002" y="8174"/>
                  </a:cubicBezTo>
                  <a:cubicBezTo>
                    <a:pt x="2002" y="8174"/>
                    <a:pt x="1768" y="8065"/>
                    <a:pt x="1474" y="8065"/>
                  </a:cubicBezTo>
                  <a:cubicBezTo>
                    <a:pt x="1228" y="8065"/>
                    <a:pt x="940" y="8142"/>
                    <a:pt x="712" y="8424"/>
                  </a:cubicBezTo>
                  <a:cubicBezTo>
                    <a:pt x="190" y="9038"/>
                    <a:pt x="537" y="9579"/>
                    <a:pt x="962" y="9731"/>
                  </a:cubicBezTo>
                  <a:cubicBezTo>
                    <a:pt x="1043" y="9762"/>
                    <a:pt x="1126" y="9774"/>
                    <a:pt x="1206" y="9774"/>
                  </a:cubicBezTo>
                  <a:cubicBezTo>
                    <a:pt x="1526" y="9774"/>
                    <a:pt x="1807" y="9579"/>
                    <a:pt x="1807" y="9579"/>
                  </a:cubicBezTo>
                  <a:lnTo>
                    <a:pt x="1807" y="9579"/>
                  </a:lnTo>
                  <a:cubicBezTo>
                    <a:pt x="1807" y="9579"/>
                    <a:pt x="1752" y="9999"/>
                    <a:pt x="2385" y="10078"/>
                  </a:cubicBezTo>
                  <a:cubicBezTo>
                    <a:pt x="2441" y="10086"/>
                    <a:pt x="2493" y="10090"/>
                    <a:pt x="2543" y="10090"/>
                  </a:cubicBezTo>
                  <a:cubicBezTo>
                    <a:pt x="3076" y="10090"/>
                    <a:pt x="3254" y="9653"/>
                    <a:pt x="3254" y="9653"/>
                  </a:cubicBezTo>
                  <a:cubicBezTo>
                    <a:pt x="3254" y="9653"/>
                    <a:pt x="3272" y="10808"/>
                    <a:pt x="5139" y="10887"/>
                  </a:cubicBezTo>
                  <a:cubicBezTo>
                    <a:pt x="5216" y="10890"/>
                    <a:pt x="5291" y="10891"/>
                    <a:pt x="5365" y="10891"/>
                  </a:cubicBezTo>
                  <a:cubicBezTo>
                    <a:pt x="7072" y="10891"/>
                    <a:pt x="8027" y="10060"/>
                    <a:pt x="8027" y="10060"/>
                  </a:cubicBezTo>
                  <a:cubicBezTo>
                    <a:pt x="8027" y="10060"/>
                    <a:pt x="8341" y="10278"/>
                    <a:pt x="8754" y="10278"/>
                  </a:cubicBezTo>
                  <a:cubicBezTo>
                    <a:pt x="8901" y="10278"/>
                    <a:pt x="9061" y="10250"/>
                    <a:pt x="9223" y="10175"/>
                  </a:cubicBezTo>
                  <a:cubicBezTo>
                    <a:pt x="9838" y="9884"/>
                    <a:pt x="9589" y="8807"/>
                    <a:pt x="9589" y="8807"/>
                  </a:cubicBezTo>
                  <a:lnTo>
                    <a:pt x="9589" y="8807"/>
                  </a:lnTo>
                  <a:cubicBezTo>
                    <a:pt x="9589" y="8807"/>
                    <a:pt x="9625" y="8812"/>
                    <a:pt x="9686" y="8812"/>
                  </a:cubicBezTo>
                  <a:cubicBezTo>
                    <a:pt x="9928" y="8812"/>
                    <a:pt x="10547" y="8738"/>
                    <a:pt x="10684" y="7999"/>
                  </a:cubicBezTo>
                  <a:cubicBezTo>
                    <a:pt x="10804" y="7379"/>
                    <a:pt x="10380" y="6975"/>
                    <a:pt x="9910" y="6975"/>
                  </a:cubicBezTo>
                  <a:cubicBezTo>
                    <a:pt x="9693" y="6975"/>
                    <a:pt x="9467" y="7061"/>
                    <a:pt x="9279" y="7250"/>
                  </a:cubicBezTo>
                  <a:cubicBezTo>
                    <a:pt x="9279" y="7250"/>
                    <a:pt x="8992" y="5323"/>
                    <a:pt x="8992" y="4727"/>
                  </a:cubicBezTo>
                  <a:cubicBezTo>
                    <a:pt x="8992" y="4108"/>
                    <a:pt x="9011" y="3900"/>
                    <a:pt x="9011" y="3900"/>
                  </a:cubicBezTo>
                  <a:cubicBezTo>
                    <a:pt x="9011" y="3900"/>
                    <a:pt x="9242" y="3725"/>
                    <a:pt x="9838" y="3554"/>
                  </a:cubicBezTo>
                  <a:cubicBezTo>
                    <a:pt x="10453" y="3360"/>
                    <a:pt x="10610" y="2879"/>
                    <a:pt x="10550" y="2205"/>
                  </a:cubicBezTo>
                  <a:cubicBezTo>
                    <a:pt x="10513" y="1530"/>
                    <a:pt x="10106" y="490"/>
                    <a:pt x="8969" y="107"/>
                  </a:cubicBezTo>
                  <a:cubicBezTo>
                    <a:pt x="8760" y="32"/>
                    <a:pt x="8560" y="1"/>
                    <a:pt x="8359" y="1"/>
                  </a:cubicBezTo>
                  <a:close/>
                </a:path>
              </a:pathLst>
            </a:custGeom>
            <a:solidFill>
              <a:srgbClr val="FF9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82"/>
            <p:cNvSpPr/>
            <p:nvPr/>
          </p:nvSpPr>
          <p:spPr>
            <a:xfrm>
              <a:off x="5705127" y="780486"/>
              <a:ext cx="1462856" cy="1501676"/>
            </a:xfrm>
            <a:custGeom>
              <a:rect b="b" l="l" r="r" t="t"/>
              <a:pathLst>
                <a:path extrusionOk="0" h="10986" w="10702">
                  <a:moveTo>
                    <a:pt x="8295" y="105"/>
                  </a:moveTo>
                  <a:cubicBezTo>
                    <a:pt x="8475" y="105"/>
                    <a:pt x="8651" y="134"/>
                    <a:pt x="8835" y="201"/>
                  </a:cubicBezTo>
                  <a:cubicBezTo>
                    <a:pt x="9953" y="584"/>
                    <a:pt x="10355" y="1624"/>
                    <a:pt x="10397" y="2262"/>
                  </a:cubicBezTo>
                  <a:cubicBezTo>
                    <a:pt x="10415" y="2590"/>
                    <a:pt x="10378" y="2876"/>
                    <a:pt x="10281" y="3089"/>
                  </a:cubicBezTo>
                  <a:cubicBezTo>
                    <a:pt x="10184" y="3320"/>
                    <a:pt x="10008" y="3472"/>
                    <a:pt x="9722" y="3551"/>
                  </a:cubicBezTo>
                  <a:cubicBezTo>
                    <a:pt x="9107" y="3745"/>
                    <a:pt x="8853" y="3916"/>
                    <a:pt x="8853" y="3916"/>
                  </a:cubicBezTo>
                  <a:lnTo>
                    <a:pt x="8835" y="3934"/>
                  </a:lnTo>
                  <a:lnTo>
                    <a:pt x="8835" y="3957"/>
                  </a:lnTo>
                  <a:lnTo>
                    <a:pt x="8835" y="4784"/>
                  </a:lnTo>
                  <a:cubicBezTo>
                    <a:pt x="8835" y="5089"/>
                    <a:pt x="8895" y="5727"/>
                    <a:pt x="8969" y="6268"/>
                  </a:cubicBezTo>
                  <a:cubicBezTo>
                    <a:pt x="9047" y="6822"/>
                    <a:pt x="9126" y="7307"/>
                    <a:pt x="9126" y="7307"/>
                  </a:cubicBezTo>
                  <a:lnTo>
                    <a:pt x="9144" y="7400"/>
                  </a:lnTo>
                  <a:lnTo>
                    <a:pt x="9200" y="7344"/>
                  </a:lnTo>
                  <a:cubicBezTo>
                    <a:pt x="9381" y="7163"/>
                    <a:pt x="9591" y="7080"/>
                    <a:pt x="9788" y="7080"/>
                  </a:cubicBezTo>
                  <a:cubicBezTo>
                    <a:pt x="9908" y="7080"/>
                    <a:pt x="10023" y="7111"/>
                    <a:pt x="10124" y="7169"/>
                  </a:cubicBezTo>
                  <a:cubicBezTo>
                    <a:pt x="10415" y="7307"/>
                    <a:pt x="10609" y="7612"/>
                    <a:pt x="10531" y="8056"/>
                  </a:cubicBezTo>
                  <a:cubicBezTo>
                    <a:pt x="10434" y="8499"/>
                    <a:pt x="10184" y="8670"/>
                    <a:pt x="9935" y="8767"/>
                  </a:cubicBezTo>
                  <a:cubicBezTo>
                    <a:pt x="9777" y="8821"/>
                    <a:pt x="9620" y="8829"/>
                    <a:pt x="9536" y="8829"/>
                  </a:cubicBezTo>
                  <a:cubicBezTo>
                    <a:pt x="9496" y="8829"/>
                    <a:pt x="9473" y="8827"/>
                    <a:pt x="9473" y="8827"/>
                  </a:cubicBezTo>
                  <a:lnTo>
                    <a:pt x="9412" y="8809"/>
                  </a:lnTo>
                  <a:lnTo>
                    <a:pt x="9412" y="8883"/>
                  </a:lnTo>
                  <a:cubicBezTo>
                    <a:pt x="9412" y="8883"/>
                    <a:pt x="9473" y="9155"/>
                    <a:pt x="9473" y="9442"/>
                  </a:cubicBezTo>
                  <a:cubicBezTo>
                    <a:pt x="9454" y="9594"/>
                    <a:pt x="9431" y="9752"/>
                    <a:pt x="9375" y="9886"/>
                  </a:cubicBezTo>
                  <a:cubicBezTo>
                    <a:pt x="9315" y="10001"/>
                    <a:pt x="9223" y="10117"/>
                    <a:pt x="9084" y="10172"/>
                  </a:cubicBezTo>
                  <a:cubicBezTo>
                    <a:pt x="8920" y="10252"/>
                    <a:pt x="8759" y="10281"/>
                    <a:pt x="8612" y="10281"/>
                  </a:cubicBezTo>
                  <a:cubicBezTo>
                    <a:pt x="8223" y="10281"/>
                    <a:pt x="7929" y="10080"/>
                    <a:pt x="7929" y="10080"/>
                  </a:cubicBezTo>
                  <a:lnTo>
                    <a:pt x="7911" y="10056"/>
                  </a:lnTo>
                  <a:lnTo>
                    <a:pt x="7874" y="10080"/>
                  </a:lnTo>
                  <a:cubicBezTo>
                    <a:pt x="7874" y="10080"/>
                    <a:pt x="6933" y="10893"/>
                    <a:pt x="5240" y="10893"/>
                  </a:cubicBezTo>
                  <a:cubicBezTo>
                    <a:pt x="5169" y="10893"/>
                    <a:pt x="5096" y="10891"/>
                    <a:pt x="5023" y="10888"/>
                  </a:cubicBezTo>
                  <a:cubicBezTo>
                    <a:pt x="4099" y="10847"/>
                    <a:pt x="3655" y="10542"/>
                    <a:pt x="3424" y="10269"/>
                  </a:cubicBezTo>
                  <a:cubicBezTo>
                    <a:pt x="3193" y="9983"/>
                    <a:pt x="3175" y="9710"/>
                    <a:pt x="3175" y="9710"/>
                  </a:cubicBezTo>
                  <a:lnTo>
                    <a:pt x="3078" y="9691"/>
                  </a:lnTo>
                  <a:cubicBezTo>
                    <a:pt x="3078" y="9691"/>
                    <a:pt x="3041" y="9807"/>
                    <a:pt x="2907" y="9922"/>
                  </a:cubicBezTo>
                  <a:cubicBezTo>
                    <a:pt x="2806" y="10007"/>
                    <a:pt x="2647" y="10105"/>
                    <a:pt x="2406" y="10105"/>
                  </a:cubicBezTo>
                  <a:cubicBezTo>
                    <a:pt x="2370" y="10105"/>
                    <a:pt x="2332" y="10103"/>
                    <a:pt x="2292" y="10098"/>
                  </a:cubicBezTo>
                  <a:cubicBezTo>
                    <a:pt x="1964" y="10038"/>
                    <a:pt x="1849" y="9922"/>
                    <a:pt x="1788" y="9825"/>
                  </a:cubicBezTo>
                  <a:cubicBezTo>
                    <a:pt x="1733" y="9733"/>
                    <a:pt x="1752" y="9636"/>
                    <a:pt x="1752" y="9636"/>
                  </a:cubicBezTo>
                  <a:lnTo>
                    <a:pt x="1752" y="9520"/>
                  </a:lnTo>
                  <a:lnTo>
                    <a:pt x="1654" y="9576"/>
                  </a:lnTo>
                  <a:cubicBezTo>
                    <a:pt x="1654" y="9576"/>
                    <a:pt x="1389" y="9768"/>
                    <a:pt x="1081" y="9768"/>
                  </a:cubicBezTo>
                  <a:cubicBezTo>
                    <a:pt x="1010" y="9768"/>
                    <a:pt x="937" y="9758"/>
                    <a:pt x="864" y="9733"/>
                  </a:cubicBezTo>
                  <a:cubicBezTo>
                    <a:pt x="652" y="9673"/>
                    <a:pt x="481" y="9502"/>
                    <a:pt x="421" y="9289"/>
                  </a:cubicBezTo>
                  <a:cubicBezTo>
                    <a:pt x="347" y="9077"/>
                    <a:pt x="384" y="8809"/>
                    <a:pt x="633" y="8518"/>
                  </a:cubicBezTo>
                  <a:cubicBezTo>
                    <a:pt x="839" y="8242"/>
                    <a:pt x="1107" y="8168"/>
                    <a:pt x="1339" y="8168"/>
                  </a:cubicBezTo>
                  <a:cubicBezTo>
                    <a:pt x="1368" y="8168"/>
                    <a:pt x="1396" y="8169"/>
                    <a:pt x="1423" y="8171"/>
                  </a:cubicBezTo>
                  <a:cubicBezTo>
                    <a:pt x="1673" y="8190"/>
                    <a:pt x="1867" y="8287"/>
                    <a:pt x="1867" y="8287"/>
                  </a:cubicBezTo>
                  <a:lnTo>
                    <a:pt x="1904" y="8305"/>
                  </a:lnTo>
                  <a:lnTo>
                    <a:pt x="1922" y="8268"/>
                  </a:lnTo>
                  <a:cubicBezTo>
                    <a:pt x="1922" y="8268"/>
                    <a:pt x="2001" y="8153"/>
                    <a:pt x="2038" y="7959"/>
                  </a:cubicBezTo>
                  <a:cubicBezTo>
                    <a:pt x="2080" y="7746"/>
                    <a:pt x="2061" y="7460"/>
                    <a:pt x="1904" y="7113"/>
                  </a:cubicBezTo>
                  <a:cubicBezTo>
                    <a:pt x="1752" y="6748"/>
                    <a:pt x="1423" y="6383"/>
                    <a:pt x="1095" y="5977"/>
                  </a:cubicBezTo>
                  <a:cubicBezTo>
                    <a:pt x="767" y="5575"/>
                    <a:pt x="444" y="5149"/>
                    <a:pt x="268" y="4687"/>
                  </a:cubicBezTo>
                  <a:cubicBezTo>
                    <a:pt x="116" y="4225"/>
                    <a:pt x="171" y="3800"/>
                    <a:pt x="365" y="3417"/>
                  </a:cubicBezTo>
                  <a:cubicBezTo>
                    <a:pt x="559" y="3052"/>
                    <a:pt x="864" y="2705"/>
                    <a:pt x="1155" y="2433"/>
                  </a:cubicBezTo>
                  <a:cubicBezTo>
                    <a:pt x="1733" y="1897"/>
                    <a:pt x="2597" y="857"/>
                    <a:pt x="4736" y="778"/>
                  </a:cubicBezTo>
                  <a:cubicBezTo>
                    <a:pt x="5795" y="741"/>
                    <a:pt x="6566" y="492"/>
                    <a:pt x="7181" y="316"/>
                  </a:cubicBezTo>
                  <a:cubicBezTo>
                    <a:pt x="7490" y="219"/>
                    <a:pt x="7777" y="145"/>
                    <a:pt x="8045" y="122"/>
                  </a:cubicBezTo>
                  <a:cubicBezTo>
                    <a:pt x="8130" y="111"/>
                    <a:pt x="8213" y="105"/>
                    <a:pt x="8295" y="105"/>
                  </a:cubicBezTo>
                  <a:close/>
                  <a:moveTo>
                    <a:pt x="8217" y="0"/>
                  </a:moveTo>
                  <a:cubicBezTo>
                    <a:pt x="8154" y="0"/>
                    <a:pt x="8091" y="3"/>
                    <a:pt x="8026" y="7"/>
                  </a:cubicBezTo>
                  <a:cubicBezTo>
                    <a:pt x="7758" y="48"/>
                    <a:pt x="7467" y="122"/>
                    <a:pt x="7162" y="219"/>
                  </a:cubicBezTo>
                  <a:cubicBezTo>
                    <a:pt x="6525" y="395"/>
                    <a:pt x="5776" y="626"/>
                    <a:pt x="4718" y="681"/>
                  </a:cubicBezTo>
                  <a:cubicBezTo>
                    <a:pt x="2560" y="760"/>
                    <a:pt x="1654" y="1818"/>
                    <a:pt x="1077" y="2359"/>
                  </a:cubicBezTo>
                  <a:cubicBezTo>
                    <a:pt x="790" y="2627"/>
                    <a:pt x="481" y="2973"/>
                    <a:pt x="268" y="3380"/>
                  </a:cubicBezTo>
                  <a:cubicBezTo>
                    <a:pt x="74" y="3782"/>
                    <a:pt x="0" y="4225"/>
                    <a:pt x="171" y="4724"/>
                  </a:cubicBezTo>
                  <a:cubicBezTo>
                    <a:pt x="347" y="5205"/>
                    <a:pt x="693" y="5648"/>
                    <a:pt x="1021" y="6037"/>
                  </a:cubicBezTo>
                  <a:cubicBezTo>
                    <a:pt x="1345" y="6439"/>
                    <a:pt x="1654" y="6804"/>
                    <a:pt x="1807" y="7150"/>
                  </a:cubicBezTo>
                  <a:cubicBezTo>
                    <a:pt x="1964" y="7497"/>
                    <a:pt x="1964" y="7746"/>
                    <a:pt x="1946" y="7940"/>
                  </a:cubicBezTo>
                  <a:cubicBezTo>
                    <a:pt x="1904" y="8093"/>
                    <a:pt x="1867" y="8153"/>
                    <a:pt x="1849" y="8171"/>
                  </a:cubicBezTo>
                  <a:cubicBezTo>
                    <a:pt x="1807" y="8153"/>
                    <a:pt x="1673" y="8093"/>
                    <a:pt x="1423" y="8074"/>
                  </a:cubicBezTo>
                  <a:cubicBezTo>
                    <a:pt x="1395" y="8072"/>
                    <a:pt x="1366" y="8071"/>
                    <a:pt x="1337" y="8071"/>
                  </a:cubicBezTo>
                  <a:cubicBezTo>
                    <a:pt x="1084" y="8071"/>
                    <a:pt x="780" y="8150"/>
                    <a:pt x="536" y="8439"/>
                  </a:cubicBezTo>
                  <a:cubicBezTo>
                    <a:pt x="287" y="8767"/>
                    <a:pt x="231" y="9077"/>
                    <a:pt x="305" y="9326"/>
                  </a:cubicBezTo>
                  <a:cubicBezTo>
                    <a:pt x="402" y="9576"/>
                    <a:pt x="596" y="9752"/>
                    <a:pt x="827" y="9849"/>
                  </a:cubicBezTo>
                  <a:cubicBezTo>
                    <a:pt x="911" y="9878"/>
                    <a:pt x="994" y="9890"/>
                    <a:pt x="1074" y="9890"/>
                  </a:cubicBezTo>
                  <a:cubicBezTo>
                    <a:pt x="1357" y="9890"/>
                    <a:pt x="1593" y="9738"/>
                    <a:pt x="1654" y="9691"/>
                  </a:cubicBezTo>
                  <a:cubicBezTo>
                    <a:pt x="1654" y="9752"/>
                    <a:pt x="1654" y="9788"/>
                    <a:pt x="1691" y="9886"/>
                  </a:cubicBezTo>
                  <a:cubicBezTo>
                    <a:pt x="1770" y="10001"/>
                    <a:pt x="1946" y="10154"/>
                    <a:pt x="2269" y="10195"/>
                  </a:cubicBezTo>
                  <a:cubicBezTo>
                    <a:pt x="2312" y="10200"/>
                    <a:pt x="2352" y="10202"/>
                    <a:pt x="2392" y="10202"/>
                  </a:cubicBezTo>
                  <a:cubicBezTo>
                    <a:pt x="2656" y="10202"/>
                    <a:pt x="2848" y="10102"/>
                    <a:pt x="2985" y="10001"/>
                  </a:cubicBezTo>
                  <a:cubicBezTo>
                    <a:pt x="3059" y="9922"/>
                    <a:pt x="3078" y="9886"/>
                    <a:pt x="3101" y="9825"/>
                  </a:cubicBezTo>
                  <a:cubicBezTo>
                    <a:pt x="3119" y="9941"/>
                    <a:pt x="3175" y="10117"/>
                    <a:pt x="3332" y="10329"/>
                  </a:cubicBezTo>
                  <a:cubicBezTo>
                    <a:pt x="3581" y="10634"/>
                    <a:pt x="4080" y="10944"/>
                    <a:pt x="5004" y="10981"/>
                  </a:cubicBezTo>
                  <a:cubicBezTo>
                    <a:pt x="5086" y="10984"/>
                    <a:pt x="5167" y="10986"/>
                    <a:pt x="5245" y="10986"/>
                  </a:cubicBezTo>
                  <a:cubicBezTo>
                    <a:pt x="6941" y="10986"/>
                    <a:pt x="7875" y="10212"/>
                    <a:pt x="7911" y="10172"/>
                  </a:cubicBezTo>
                  <a:cubicBezTo>
                    <a:pt x="7940" y="10201"/>
                    <a:pt x="8228" y="10384"/>
                    <a:pt x="8613" y="10384"/>
                  </a:cubicBezTo>
                  <a:cubicBezTo>
                    <a:pt x="8771" y="10384"/>
                    <a:pt x="8946" y="10354"/>
                    <a:pt x="9126" y="10269"/>
                  </a:cubicBezTo>
                  <a:cubicBezTo>
                    <a:pt x="9297" y="10195"/>
                    <a:pt x="9394" y="10080"/>
                    <a:pt x="9473" y="9922"/>
                  </a:cubicBezTo>
                  <a:cubicBezTo>
                    <a:pt x="9528" y="9770"/>
                    <a:pt x="9570" y="9594"/>
                    <a:pt x="9570" y="9442"/>
                  </a:cubicBezTo>
                  <a:cubicBezTo>
                    <a:pt x="9588" y="9174"/>
                    <a:pt x="9528" y="8961"/>
                    <a:pt x="9528" y="8924"/>
                  </a:cubicBezTo>
                  <a:cubicBezTo>
                    <a:pt x="9541" y="8924"/>
                    <a:pt x="9568" y="8926"/>
                    <a:pt x="9605" y="8926"/>
                  </a:cubicBezTo>
                  <a:cubicBezTo>
                    <a:pt x="9685" y="8926"/>
                    <a:pt x="9814" y="8918"/>
                    <a:pt x="9972" y="8864"/>
                  </a:cubicBezTo>
                  <a:cubicBezTo>
                    <a:pt x="10240" y="8767"/>
                    <a:pt x="10531" y="8536"/>
                    <a:pt x="10628" y="8074"/>
                  </a:cubicBezTo>
                  <a:cubicBezTo>
                    <a:pt x="10702" y="7594"/>
                    <a:pt x="10494" y="7229"/>
                    <a:pt x="10184" y="7076"/>
                  </a:cubicBezTo>
                  <a:cubicBezTo>
                    <a:pt x="10076" y="7018"/>
                    <a:pt x="9956" y="6990"/>
                    <a:pt x="9832" y="6990"/>
                  </a:cubicBezTo>
                  <a:cubicBezTo>
                    <a:pt x="9622" y="6990"/>
                    <a:pt x="9403" y="7072"/>
                    <a:pt x="9223" y="7229"/>
                  </a:cubicBezTo>
                  <a:cubicBezTo>
                    <a:pt x="9200" y="7169"/>
                    <a:pt x="9144" y="6785"/>
                    <a:pt x="9084" y="6268"/>
                  </a:cubicBezTo>
                  <a:cubicBezTo>
                    <a:pt x="9010" y="5709"/>
                    <a:pt x="8932" y="5071"/>
                    <a:pt x="8932" y="4784"/>
                  </a:cubicBezTo>
                  <a:cubicBezTo>
                    <a:pt x="8932" y="4188"/>
                    <a:pt x="8950" y="4013"/>
                    <a:pt x="8950" y="3994"/>
                  </a:cubicBezTo>
                  <a:cubicBezTo>
                    <a:pt x="8950" y="3994"/>
                    <a:pt x="9144" y="3842"/>
                    <a:pt x="9740" y="3666"/>
                  </a:cubicBezTo>
                  <a:cubicBezTo>
                    <a:pt x="10050" y="3569"/>
                    <a:pt x="10263" y="3380"/>
                    <a:pt x="10378" y="3149"/>
                  </a:cubicBezTo>
                  <a:cubicBezTo>
                    <a:pt x="10494" y="2895"/>
                    <a:pt x="10512" y="2590"/>
                    <a:pt x="10494" y="2262"/>
                  </a:cubicBezTo>
                  <a:cubicBezTo>
                    <a:pt x="10452" y="1569"/>
                    <a:pt x="10032" y="510"/>
                    <a:pt x="8876" y="104"/>
                  </a:cubicBezTo>
                  <a:cubicBezTo>
                    <a:pt x="8650" y="28"/>
                    <a:pt x="8438" y="0"/>
                    <a:pt x="821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82"/>
            <p:cNvSpPr/>
            <p:nvPr/>
          </p:nvSpPr>
          <p:spPr>
            <a:xfrm>
              <a:off x="6841981" y="2138919"/>
              <a:ext cx="394897" cy="942751"/>
            </a:xfrm>
            <a:custGeom>
              <a:rect b="b" l="l" r="r" t="t"/>
              <a:pathLst>
                <a:path extrusionOk="0" h="6897" w="2889">
                  <a:moveTo>
                    <a:pt x="64" y="0"/>
                  </a:moveTo>
                  <a:cubicBezTo>
                    <a:pt x="43" y="0"/>
                    <a:pt x="21" y="1"/>
                    <a:pt x="0" y="3"/>
                  </a:cubicBezTo>
                  <a:cubicBezTo>
                    <a:pt x="0" y="3"/>
                    <a:pt x="171" y="562"/>
                    <a:pt x="171" y="927"/>
                  </a:cubicBezTo>
                  <a:cubicBezTo>
                    <a:pt x="171" y="1297"/>
                    <a:pt x="268" y="1717"/>
                    <a:pt x="250" y="2198"/>
                  </a:cubicBezTo>
                  <a:cubicBezTo>
                    <a:pt x="231" y="2683"/>
                    <a:pt x="347" y="4453"/>
                    <a:pt x="444" y="5146"/>
                  </a:cubicBezTo>
                  <a:cubicBezTo>
                    <a:pt x="536" y="5839"/>
                    <a:pt x="1271" y="6897"/>
                    <a:pt x="1271" y="6897"/>
                  </a:cubicBezTo>
                  <a:cubicBezTo>
                    <a:pt x="1271" y="6897"/>
                    <a:pt x="2269" y="6878"/>
                    <a:pt x="2579" y="6398"/>
                  </a:cubicBezTo>
                  <a:cubicBezTo>
                    <a:pt x="2888" y="5917"/>
                    <a:pt x="2713" y="5432"/>
                    <a:pt x="2463" y="4799"/>
                  </a:cubicBezTo>
                  <a:cubicBezTo>
                    <a:pt x="2214" y="4143"/>
                    <a:pt x="1229" y="1066"/>
                    <a:pt x="1156" y="696"/>
                  </a:cubicBezTo>
                  <a:cubicBezTo>
                    <a:pt x="1081" y="348"/>
                    <a:pt x="502" y="0"/>
                    <a:pt x="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82"/>
            <p:cNvSpPr/>
            <p:nvPr/>
          </p:nvSpPr>
          <p:spPr>
            <a:xfrm>
              <a:off x="6833780" y="2131401"/>
              <a:ext cx="392300" cy="958470"/>
            </a:xfrm>
            <a:custGeom>
              <a:rect b="b" l="l" r="r" t="t"/>
              <a:pathLst>
                <a:path extrusionOk="0" h="7012" w="2870">
                  <a:moveTo>
                    <a:pt x="134" y="137"/>
                  </a:moveTo>
                  <a:cubicBezTo>
                    <a:pt x="328" y="137"/>
                    <a:pt x="559" y="197"/>
                    <a:pt x="753" y="312"/>
                  </a:cubicBezTo>
                  <a:cubicBezTo>
                    <a:pt x="966" y="428"/>
                    <a:pt x="1137" y="617"/>
                    <a:pt x="1155" y="774"/>
                  </a:cubicBezTo>
                  <a:cubicBezTo>
                    <a:pt x="1197" y="867"/>
                    <a:pt x="1252" y="1121"/>
                    <a:pt x="1368" y="1486"/>
                  </a:cubicBezTo>
                  <a:cubicBezTo>
                    <a:pt x="1465" y="1832"/>
                    <a:pt x="1617" y="2253"/>
                    <a:pt x="1751" y="2715"/>
                  </a:cubicBezTo>
                  <a:cubicBezTo>
                    <a:pt x="2043" y="3602"/>
                    <a:pt x="2329" y="4545"/>
                    <a:pt x="2468" y="4873"/>
                  </a:cubicBezTo>
                  <a:cubicBezTo>
                    <a:pt x="2602" y="5201"/>
                    <a:pt x="2699" y="5469"/>
                    <a:pt x="2736" y="5718"/>
                  </a:cubicBezTo>
                  <a:cubicBezTo>
                    <a:pt x="2773" y="5972"/>
                    <a:pt x="2736" y="6180"/>
                    <a:pt x="2602" y="6434"/>
                  </a:cubicBezTo>
                  <a:cubicBezTo>
                    <a:pt x="2445" y="6642"/>
                    <a:pt x="2140" y="6781"/>
                    <a:pt x="1849" y="6836"/>
                  </a:cubicBezTo>
                  <a:cubicBezTo>
                    <a:pt x="1581" y="6896"/>
                    <a:pt x="1386" y="6896"/>
                    <a:pt x="1349" y="6896"/>
                  </a:cubicBezTo>
                  <a:cubicBezTo>
                    <a:pt x="1349" y="6873"/>
                    <a:pt x="1174" y="6642"/>
                    <a:pt x="1003" y="6319"/>
                  </a:cubicBezTo>
                  <a:cubicBezTo>
                    <a:pt x="809" y="5972"/>
                    <a:pt x="596" y="5529"/>
                    <a:pt x="559" y="5201"/>
                  </a:cubicBezTo>
                  <a:cubicBezTo>
                    <a:pt x="462" y="4508"/>
                    <a:pt x="347" y="2715"/>
                    <a:pt x="365" y="2253"/>
                  </a:cubicBezTo>
                  <a:cubicBezTo>
                    <a:pt x="388" y="1754"/>
                    <a:pt x="291" y="1352"/>
                    <a:pt x="291" y="982"/>
                  </a:cubicBezTo>
                  <a:cubicBezTo>
                    <a:pt x="291" y="636"/>
                    <a:pt x="157" y="215"/>
                    <a:pt x="134" y="137"/>
                  </a:cubicBezTo>
                  <a:close/>
                  <a:moveTo>
                    <a:pt x="122" y="0"/>
                  </a:moveTo>
                  <a:cubicBezTo>
                    <a:pt x="102" y="0"/>
                    <a:pt x="81" y="1"/>
                    <a:pt x="60" y="3"/>
                  </a:cubicBezTo>
                  <a:lnTo>
                    <a:pt x="0" y="21"/>
                  </a:lnTo>
                  <a:lnTo>
                    <a:pt x="19" y="81"/>
                  </a:lnTo>
                  <a:cubicBezTo>
                    <a:pt x="19" y="81"/>
                    <a:pt x="194" y="617"/>
                    <a:pt x="176" y="982"/>
                  </a:cubicBezTo>
                  <a:cubicBezTo>
                    <a:pt x="176" y="1370"/>
                    <a:pt x="273" y="1772"/>
                    <a:pt x="250" y="2253"/>
                  </a:cubicBezTo>
                  <a:cubicBezTo>
                    <a:pt x="231" y="2738"/>
                    <a:pt x="347" y="4508"/>
                    <a:pt x="462" y="5201"/>
                  </a:cubicBezTo>
                  <a:cubicBezTo>
                    <a:pt x="504" y="5566"/>
                    <a:pt x="712" y="6009"/>
                    <a:pt x="906" y="6356"/>
                  </a:cubicBezTo>
                  <a:cubicBezTo>
                    <a:pt x="1100" y="6721"/>
                    <a:pt x="1289" y="6989"/>
                    <a:pt x="1289" y="6989"/>
                  </a:cubicBezTo>
                  <a:lnTo>
                    <a:pt x="1289" y="7012"/>
                  </a:lnTo>
                  <a:lnTo>
                    <a:pt x="1331" y="7012"/>
                  </a:lnTo>
                  <a:cubicBezTo>
                    <a:pt x="1331" y="7012"/>
                    <a:pt x="1581" y="7012"/>
                    <a:pt x="1867" y="6933"/>
                  </a:cubicBezTo>
                  <a:cubicBezTo>
                    <a:pt x="2177" y="6873"/>
                    <a:pt x="2505" y="6739"/>
                    <a:pt x="2676" y="6471"/>
                  </a:cubicBezTo>
                  <a:cubicBezTo>
                    <a:pt x="2833" y="6222"/>
                    <a:pt x="2870" y="5972"/>
                    <a:pt x="2833" y="5700"/>
                  </a:cubicBezTo>
                  <a:cubicBezTo>
                    <a:pt x="2791" y="5432"/>
                    <a:pt x="2699" y="5164"/>
                    <a:pt x="2560" y="4836"/>
                  </a:cubicBezTo>
                  <a:cubicBezTo>
                    <a:pt x="2445" y="4508"/>
                    <a:pt x="2140" y="3583"/>
                    <a:pt x="1849" y="2678"/>
                  </a:cubicBezTo>
                  <a:cubicBezTo>
                    <a:pt x="1715" y="2234"/>
                    <a:pt x="1581" y="1791"/>
                    <a:pt x="1465" y="1444"/>
                  </a:cubicBezTo>
                  <a:cubicBezTo>
                    <a:pt x="1368" y="1098"/>
                    <a:pt x="1289" y="830"/>
                    <a:pt x="1271" y="751"/>
                  </a:cubicBezTo>
                  <a:cubicBezTo>
                    <a:pt x="1216" y="543"/>
                    <a:pt x="1040" y="349"/>
                    <a:pt x="809" y="215"/>
                  </a:cubicBezTo>
                  <a:cubicBezTo>
                    <a:pt x="597" y="92"/>
                    <a:pt x="354" y="0"/>
                    <a:pt x="12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82"/>
            <p:cNvSpPr/>
            <p:nvPr/>
          </p:nvSpPr>
          <p:spPr>
            <a:xfrm>
              <a:off x="7031434" y="2479005"/>
              <a:ext cx="550314" cy="764097"/>
            </a:xfrm>
            <a:custGeom>
              <a:rect b="b" l="l" r="r" t="t"/>
              <a:pathLst>
                <a:path extrusionOk="0" h="5590" w="4026">
                  <a:moveTo>
                    <a:pt x="1059" y="1"/>
                  </a:moveTo>
                  <a:cubicBezTo>
                    <a:pt x="1059" y="1"/>
                    <a:pt x="962" y="195"/>
                    <a:pt x="925" y="329"/>
                  </a:cubicBezTo>
                  <a:cubicBezTo>
                    <a:pt x="883" y="481"/>
                    <a:pt x="712" y="541"/>
                    <a:pt x="500" y="791"/>
                  </a:cubicBezTo>
                  <a:cubicBezTo>
                    <a:pt x="287" y="1059"/>
                    <a:pt x="421" y="1174"/>
                    <a:pt x="421" y="1618"/>
                  </a:cubicBezTo>
                  <a:cubicBezTo>
                    <a:pt x="421" y="2080"/>
                    <a:pt x="403" y="1983"/>
                    <a:pt x="269" y="2311"/>
                  </a:cubicBezTo>
                  <a:cubicBezTo>
                    <a:pt x="135" y="2658"/>
                    <a:pt x="1" y="3120"/>
                    <a:pt x="116" y="3947"/>
                  </a:cubicBezTo>
                  <a:cubicBezTo>
                    <a:pt x="190" y="4603"/>
                    <a:pt x="597" y="5430"/>
                    <a:pt x="1387" y="5564"/>
                  </a:cubicBezTo>
                  <a:cubicBezTo>
                    <a:pt x="1490" y="5581"/>
                    <a:pt x="1597" y="5589"/>
                    <a:pt x="1706" y="5589"/>
                  </a:cubicBezTo>
                  <a:cubicBezTo>
                    <a:pt x="2451" y="5589"/>
                    <a:pt x="3278" y="5211"/>
                    <a:pt x="3447" y="4755"/>
                  </a:cubicBezTo>
                  <a:cubicBezTo>
                    <a:pt x="3618" y="4238"/>
                    <a:pt x="3350" y="3466"/>
                    <a:pt x="3350" y="3466"/>
                  </a:cubicBezTo>
                  <a:cubicBezTo>
                    <a:pt x="3350" y="3466"/>
                    <a:pt x="3715" y="2889"/>
                    <a:pt x="3868" y="2505"/>
                  </a:cubicBezTo>
                  <a:cubicBezTo>
                    <a:pt x="4025" y="2136"/>
                    <a:pt x="3813" y="1928"/>
                    <a:pt x="3581" y="1369"/>
                  </a:cubicBezTo>
                  <a:cubicBezTo>
                    <a:pt x="3369" y="809"/>
                    <a:pt x="3540" y="694"/>
                    <a:pt x="3540" y="694"/>
                  </a:cubicBezTo>
                  <a:lnTo>
                    <a:pt x="10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82"/>
            <p:cNvSpPr/>
            <p:nvPr/>
          </p:nvSpPr>
          <p:spPr>
            <a:xfrm>
              <a:off x="7023233" y="2468343"/>
              <a:ext cx="552774" cy="782277"/>
            </a:xfrm>
            <a:custGeom>
              <a:rect b="b" l="l" r="r" t="t"/>
              <a:pathLst>
                <a:path extrusionOk="0" h="5723" w="4044">
                  <a:moveTo>
                    <a:pt x="1156" y="134"/>
                  </a:moveTo>
                  <a:lnTo>
                    <a:pt x="3526" y="809"/>
                  </a:lnTo>
                  <a:cubicBezTo>
                    <a:pt x="3507" y="827"/>
                    <a:pt x="3507" y="850"/>
                    <a:pt x="3484" y="887"/>
                  </a:cubicBezTo>
                  <a:cubicBezTo>
                    <a:pt x="3466" y="1003"/>
                    <a:pt x="3484" y="1174"/>
                    <a:pt x="3600" y="1465"/>
                  </a:cubicBezTo>
                  <a:cubicBezTo>
                    <a:pt x="3715" y="1751"/>
                    <a:pt x="3812" y="1946"/>
                    <a:pt x="3873" y="2098"/>
                  </a:cubicBezTo>
                  <a:cubicBezTo>
                    <a:pt x="3928" y="2274"/>
                    <a:pt x="3946" y="2389"/>
                    <a:pt x="3873" y="2560"/>
                  </a:cubicBezTo>
                  <a:cubicBezTo>
                    <a:pt x="3715" y="2948"/>
                    <a:pt x="3369" y="3526"/>
                    <a:pt x="3369" y="3526"/>
                  </a:cubicBezTo>
                  <a:lnTo>
                    <a:pt x="3350" y="3544"/>
                  </a:lnTo>
                  <a:lnTo>
                    <a:pt x="3350" y="3563"/>
                  </a:lnTo>
                  <a:cubicBezTo>
                    <a:pt x="3350" y="3563"/>
                    <a:pt x="3429" y="3757"/>
                    <a:pt x="3466" y="4006"/>
                  </a:cubicBezTo>
                  <a:cubicBezTo>
                    <a:pt x="3526" y="4256"/>
                    <a:pt x="3544" y="4584"/>
                    <a:pt x="3447" y="4833"/>
                  </a:cubicBezTo>
                  <a:cubicBezTo>
                    <a:pt x="3369" y="5064"/>
                    <a:pt x="3064" y="5295"/>
                    <a:pt x="2699" y="5448"/>
                  </a:cubicBezTo>
                  <a:cubicBezTo>
                    <a:pt x="2399" y="5555"/>
                    <a:pt x="2055" y="5624"/>
                    <a:pt x="1737" y="5624"/>
                  </a:cubicBezTo>
                  <a:cubicBezTo>
                    <a:pt x="1643" y="5624"/>
                    <a:pt x="1552" y="5618"/>
                    <a:pt x="1465" y="5605"/>
                  </a:cubicBezTo>
                  <a:cubicBezTo>
                    <a:pt x="1082" y="5526"/>
                    <a:pt x="791" y="5295"/>
                    <a:pt x="578" y="5009"/>
                  </a:cubicBezTo>
                  <a:cubicBezTo>
                    <a:pt x="389" y="4699"/>
                    <a:pt x="273" y="4334"/>
                    <a:pt x="213" y="4006"/>
                  </a:cubicBezTo>
                  <a:cubicBezTo>
                    <a:pt x="116" y="3198"/>
                    <a:pt x="231" y="2736"/>
                    <a:pt x="365" y="2408"/>
                  </a:cubicBezTo>
                  <a:cubicBezTo>
                    <a:pt x="523" y="2080"/>
                    <a:pt x="523" y="2158"/>
                    <a:pt x="541" y="1696"/>
                  </a:cubicBezTo>
                  <a:cubicBezTo>
                    <a:pt x="541" y="1465"/>
                    <a:pt x="504" y="1331"/>
                    <a:pt x="504" y="1215"/>
                  </a:cubicBezTo>
                  <a:cubicBezTo>
                    <a:pt x="481" y="1100"/>
                    <a:pt x="504" y="1021"/>
                    <a:pt x="597" y="906"/>
                  </a:cubicBezTo>
                  <a:cubicBezTo>
                    <a:pt x="694" y="772"/>
                    <a:pt x="791" y="693"/>
                    <a:pt x="869" y="638"/>
                  </a:cubicBezTo>
                  <a:cubicBezTo>
                    <a:pt x="943" y="559"/>
                    <a:pt x="1003" y="522"/>
                    <a:pt x="1022" y="425"/>
                  </a:cubicBezTo>
                  <a:cubicBezTo>
                    <a:pt x="1059" y="310"/>
                    <a:pt x="1137" y="176"/>
                    <a:pt x="1156" y="134"/>
                  </a:cubicBezTo>
                  <a:close/>
                  <a:moveTo>
                    <a:pt x="1100" y="0"/>
                  </a:moveTo>
                  <a:lnTo>
                    <a:pt x="1082" y="42"/>
                  </a:lnTo>
                  <a:cubicBezTo>
                    <a:pt x="1082" y="42"/>
                    <a:pt x="985" y="250"/>
                    <a:pt x="925" y="388"/>
                  </a:cubicBezTo>
                  <a:cubicBezTo>
                    <a:pt x="906" y="444"/>
                    <a:pt x="869" y="481"/>
                    <a:pt x="791" y="559"/>
                  </a:cubicBezTo>
                  <a:cubicBezTo>
                    <a:pt x="712" y="619"/>
                    <a:pt x="620" y="693"/>
                    <a:pt x="523" y="850"/>
                  </a:cubicBezTo>
                  <a:cubicBezTo>
                    <a:pt x="407" y="984"/>
                    <a:pt x="389" y="1100"/>
                    <a:pt x="389" y="1215"/>
                  </a:cubicBezTo>
                  <a:cubicBezTo>
                    <a:pt x="407" y="1349"/>
                    <a:pt x="426" y="1483"/>
                    <a:pt x="426" y="1696"/>
                  </a:cubicBezTo>
                  <a:cubicBezTo>
                    <a:pt x="426" y="2158"/>
                    <a:pt x="426" y="2043"/>
                    <a:pt x="273" y="2371"/>
                  </a:cubicBezTo>
                  <a:cubicBezTo>
                    <a:pt x="134" y="2717"/>
                    <a:pt x="0" y="3198"/>
                    <a:pt x="116" y="4025"/>
                  </a:cubicBezTo>
                  <a:cubicBezTo>
                    <a:pt x="158" y="4371"/>
                    <a:pt x="292" y="4736"/>
                    <a:pt x="504" y="5064"/>
                  </a:cubicBezTo>
                  <a:cubicBezTo>
                    <a:pt x="712" y="5374"/>
                    <a:pt x="1022" y="5624"/>
                    <a:pt x="1447" y="5702"/>
                  </a:cubicBezTo>
                  <a:cubicBezTo>
                    <a:pt x="1548" y="5716"/>
                    <a:pt x="1655" y="5723"/>
                    <a:pt x="1764" y="5723"/>
                  </a:cubicBezTo>
                  <a:cubicBezTo>
                    <a:pt x="2087" y="5723"/>
                    <a:pt x="2432" y="5662"/>
                    <a:pt x="2736" y="5545"/>
                  </a:cubicBezTo>
                  <a:cubicBezTo>
                    <a:pt x="3119" y="5374"/>
                    <a:pt x="3447" y="5143"/>
                    <a:pt x="3544" y="4852"/>
                  </a:cubicBezTo>
                  <a:cubicBezTo>
                    <a:pt x="3641" y="4584"/>
                    <a:pt x="3623" y="4256"/>
                    <a:pt x="3581" y="3988"/>
                  </a:cubicBezTo>
                  <a:cubicBezTo>
                    <a:pt x="3526" y="3738"/>
                    <a:pt x="3466" y="3581"/>
                    <a:pt x="3466" y="3563"/>
                  </a:cubicBezTo>
                  <a:cubicBezTo>
                    <a:pt x="3484" y="3526"/>
                    <a:pt x="3812" y="2985"/>
                    <a:pt x="3970" y="2602"/>
                  </a:cubicBezTo>
                  <a:cubicBezTo>
                    <a:pt x="4043" y="2408"/>
                    <a:pt x="4043" y="2237"/>
                    <a:pt x="3970" y="2061"/>
                  </a:cubicBezTo>
                  <a:cubicBezTo>
                    <a:pt x="3909" y="1890"/>
                    <a:pt x="3812" y="1715"/>
                    <a:pt x="3697" y="1428"/>
                  </a:cubicBezTo>
                  <a:cubicBezTo>
                    <a:pt x="3581" y="1155"/>
                    <a:pt x="3581" y="1003"/>
                    <a:pt x="3600" y="906"/>
                  </a:cubicBezTo>
                  <a:cubicBezTo>
                    <a:pt x="3600" y="869"/>
                    <a:pt x="3623" y="850"/>
                    <a:pt x="3623" y="827"/>
                  </a:cubicBezTo>
                  <a:lnTo>
                    <a:pt x="3641" y="809"/>
                  </a:lnTo>
                  <a:lnTo>
                    <a:pt x="3739" y="753"/>
                  </a:lnTo>
                  <a:lnTo>
                    <a:pt x="1100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82"/>
            <p:cNvSpPr/>
            <p:nvPr/>
          </p:nvSpPr>
          <p:spPr>
            <a:xfrm>
              <a:off x="7215283" y="2004688"/>
              <a:ext cx="558379" cy="459552"/>
            </a:xfrm>
            <a:custGeom>
              <a:rect b="b" l="l" r="r" t="t"/>
              <a:pathLst>
                <a:path extrusionOk="0" h="3362" w="4085">
                  <a:moveTo>
                    <a:pt x="2715" y="0"/>
                  </a:moveTo>
                  <a:cubicBezTo>
                    <a:pt x="2554" y="0"/>
                    <a:pt x="2370" y="2"/>
                    <a:pt x="2158" y="5"/>
                  </a:cubicBezTo>
                  <a:cubicBezTo>
                    <a:pt x="1118" y="24"/>
                    <a:pt x="462" y="407"/>
                    <a:pt x="231" y="948"/>
                  </a:cubicBezTo>
                  <a:cubicBezTo>
                    <a:pt x="0" y="1489"/>
                    <a:pt x="97" y="2741"/>
                    <a:pt x="97" y="2741"/>
                  </a:cubicBezTo>
                  <a:cubicBezTo>
                    <a:pt x="97" y="2741"/>
                    <a:pt x="328" y="3064"/>
                    <a:pt x="716" y="3240"/>
                  </a:cubicBezTo>
                  <a:cubicBezTo>
                    <a:pt x="908" y="3337"/>
                    <a:pt x="1259" y="3361"/>
                    <a:pt x="1562" y="3361"/>
                  </a:cubicBezTo>
                  <a:cubicBezTo>
                    <a:pt x="1866" y="3361"/>
                    <a:pt x="2121" y="3337"/>
                    <a:pt x="2121" y="3337"/>
                  </a:cubicBezTo>
                  <a:cubicBezTo>
                    <a:pt x="2121" y="3337"/>
                    <a:pt x="2236" y="2644"/>
                    <a:pt x="2468" y="2528"/>
                  </a:cubicBezTo>
                  <a:cubicBezTo>
                    <a:pt x="2680" y="2413"/>
                    <a:pt x="3988" y="2413"/>
                    <a:pt x="3988" y="2413"/>
                  </a:cubicBezTo>
                  <a:cubicBezTo>
                    <a:pt x="3988" y="2413"/>
                    <a:pt x="4085" y="2182"/>
                    <a:pt x="4006" y="1660"/>
                  </a:cubicBezTo>
                  <a:cubicBezTo>
                    <a:pt x="3928" y="1142"/>
                    <a:pt x="3604" y="24"/>
                    <a:pt x="3604" y="24"/>
                  </a:cubicBezTo>
                  <a:cubicBezTo>
                    <a:pt x="3604" y="24"/>
                    <a:pt x="3356" y="0"/>
                    <a:pt x="2715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82"/>
            <p:cNvSpPr/>
            <p:nvPr/>
          </p:nvSpPr>
          <p:spPr>
            <a:xfrm>
              <a:off x="7218427" y="1997170"/>
              <a:ext cx="557832" cy="473768"/>
            </a:xfrm>
            <a:custGeom>
              <a:rect b="b" l="l" r="r" t="t"/>
              <a:pathLst>
                <a:path extrusionOk="0" h="3466" w="4081">
                  <a:moveTo>
                    <a:pt x="2857" y="108"/>
                  </a:moveTo>
                  <a:cubicBezTo>
                    <a:pt x="3336" y="108"/>
                    <a:pt x="3526" y="122"/>
                    <a:pt x="3540" y="139"/>
                  </a:cubicBezTo>
                  <a:cubicBezTo>
                    <a:pt x="3558" y="176"/>
                    <a:pt x="3849" y="1216"/>
                    <a:pt x="3928" y="1715"/>
                  </a:cubicBezTo>
                  <a:cubicBezTo>
                    <a:pt x="3965" y="1964"/>
                    <a:pt x="3965" y="2158"/>
                    <a:pt x="3965" y="2274"/>
                  </a:cubicBezTo>
                  <a:cubicBezTo>
                    <a:pt x="3946" y="2389"/>
                    <a:pt x="3946" y="2408"/>
                    <a:pt x="3928" y="2426"/>
                  </a:cubicBezTo>
                  <a:lnTo>
                    <a:pt x="3290" y="2426"/>
                  </a:lnTo>
                  <a:cubicBezTo>
                    <a:pt x="3096" y="2426"/>
                    <a:pt x="2925" y="2449"/>
                    <a:pt x="2773" y="2468"/>
                  </a:cubicBezTo>
                  <a:cubicBezTo>
                    <a:pt x="2597" y="2468"/>
                    <a:pt x="2481" y="2486"/>
                    <a:pt x="2403" y="2523"/>
                  </a:cubicBezTo>
                  <a:cubicBezTo>
                    <a:pt x="2347" y="2565"/>
                    <a:pt x="2287" y="2639"/>
                    <a:pt x="2250" y="2736"/>
                  </a:cubicBezTo>
                  <a:cubicBezTo>
                    <a:pt x="2195" y="2814"/>
                    <a:pt x="2153" y="2911"/>
                    <a:pt x="2135" y="3004"/>
                  </a:cubicBezTo>
                  <a:cubicBezTo>
                    <a:pt x="2079" y="3179"/>
                    <a:pt x="2056" y="3313"/>
                    <a:pt x="2056" y="3350"/>
                  </a:cubicBezTo>
                  <a:cubicBezTo>
                    <a:pt x="2019" y="3350"/>
                    <a:pt x="1807" y="3373"/>
                    <a:pt x="1539" y="3373"/>
                  </a:cubicBezTo>
                  <a:cubicBezTo>
                    <a:pt x="1229" y="3373"/>
                    <a:pt x="883" y="3332"/>
                    <a:pt x="712" y="3258"/>
                  </a:cubicBezTo>
                  <a:cubicBezTo>
                    <a:pt x="347" y="3082"/>
                    <a:pt x="134" y="2796"/>
                    <a:pt x="134" y="2773"/>
                  </a:cubicBezTo>
                  <a:cubicBezTo>
                    <a:pt x="134" y="2754"/>
                    <a:pt x="116" y="2468"/>
                    <a:pt x="116" y="2103"/>
                  </a:cubicBezTo>
                  <a:cubicBezTo>
                    <a:pt x="116" y="1733"/>
                    <a:pt x="153" y="1271"/>
                    <a:pt x="268" y="1021"/>
                  </a:cubicBezTo>
                  <a:cubicBezTo>
                    <a:pt x="481" y="504"/>
                    <a:pt x="1095" y="116"/>
                    <a:pt x="2135" y="116"/>
                  </a:cubicBezTo>
                  <a:cubicBezTo>
                    <a:pt x="2427" y="111"/>
                    <a:pt x="2665" y="108"/>
                    <a:pt x="2857" y="108"/>
                  </a:cubicBezTo>
                  <a:close/>
                  <a:moveTo>
                    <a:pt x="2135" y="0"/>
                  </a:moveTo>
                  <a:cubicBezTo>
                    <a:pt x="1077" y="23"/>
                    <a:pt x="402" y="407"/>
                    <a:pt x="171" y="985"/>
                  </a:cubicBezTo>
                  <a:cubicBezTo>
                    <a:pt x="37" y="1271"/>
                    <a:pt x="19" y="1715"/>
                    <a:pt x="0" y="2103"/>
                  </a:cubicBezTo>
                  <a:cubicBezTo>
                    <a:pt x="0" y="2486"/>
                    <a:pt x="19" y="2796"/>
                    <a:pt x="19" y="2796"/>
                  </a:cubicBezTo>
                  <a:lnTo>
                    <a:pt x="19" y="2814"/>
                  </a:lnTo>
                  <a:lnTo>
                    <a:pt x="37" y="2833"/>
                  </a:lnTo>
                  <a:cubicBezTo>
                    <a:pt x="37" y="2833"/>
                    <a:pt x="268" y="3161"/>
                    <a:pt x="670" y="3350"/>
                  </a:cubicBezTo>
                  <a:cubicBezTo>
                    <a:pt x="883" y="3447"/>
                    <a:pt x="1229" y="3466"/>
                    <a:pt x="1539" y="3466"/>
                  </a:cubicBezTo>
                  <a:cubicBezTo>
                    <a:pt x="1848" y="3466"/>
                    <a:pt x="2098" y="3447"/>
                    <a:pt x="2098" y="3447"/>
                  </a:cubicBezTo>
                  <a:lnTo>
                    <a:pt x="2135" y="3447"/>
                  </a:lnTo>
                  <a:lnTo>
                    <a:pt x="2135" y="3410"/>
                  </a:lnTo>
                  <a:cubicBezTo>
                    <a:pt x="2135" y="3410"/>
                    <a:pt x="2172" y="3235"/>
                    <a:pt x="2232" y="3045"/>
                  </a:cubicBezTo>
                  <a:cubicBezTo>
                    <a:pt x="2269" y="2948"/>
                    <a:pt x="2287" y="2851"/>
                    <a:pt x="2329" y="2773"/>
                  </a:cubicBezTo>
                  <a:cubicBezTo>
                    <a:pt x="2384" y="2699"/>
                    <a:pt x="2426" y="2639"/>
                    <a:pt x="2463" y="2620"/>
                  </a:cubicBezTo>
                  <a:cubicBezTo>
                    <a:pt x="2500" y="2602"/>
                    <a:pt x="2615" y="2583"/>
                    <a:pt x="2773" y="2565"/>
                  </a:cubicBezTo>
                  <a:cubicBezTo>
                    <a:pt x="2925" y="2542"/>
                    <a:pt x="3119" y="2542"/>
                    <a:pt x="3290" y="2523"/>
                  </a:cubicBezTo>
                  <a:lnTo>
                    <a:pt x="4002" y="2523"/>
                  </a:lnTo>
                  <a:lnTo>
                    <a:pt x="4020" y="2486"/>
                  </a:lnTo>
                  <a:cubicBezTo>
                    <a:pt x="4020" y="2486"/>
                    <a:pt x="4043" y="2426"/>
                    <a:pt x="4062" y="2292"/>
                  </a:cubicBezTo>
                  <a:cubicBezTo>
                    <a:pt x="4080" y="2158"/>
                    <a:pt x="4080" y="1964"/>
                    <a:pt x="4043" y="1696"/>
                  </a:cubicBezTo>
                  <a:cubicBezTo>
                    <a:pt x="3946" y="1179"/>
                    <a:pt x="3637" y="60"/>
                    <a:pt x="3637" y="60"/>
                  </a:cubicBezTo>
                  <a:lnTo>
                    <a:pt x="3618" y="23"/>
                  </a:lnTo>
                  <a:lnTo>
                    <a:pt x="3581" y="23"/>
                  </a:lnTo>
                  <a:cubicBezTo>
                    <a:pt x="3581" y="23"/>
                    <a:pt x="3193" y="0"/>
                    <a:pt x="213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82"/>
            <p:cNvSpPr/>
            <p:nvPr/>
          </p:nvSpPr>
          <p:spPr>
            <a:xfrm>
              <a:off x="7262578" y="1796235"/>
              <a:ext cx="350747" cy="305092"/>
            </a:xfrm>
            <a:custGeom>
              <a:rect b="b" l="l" r="r" t="t"/>
              <a:pathLst>
                <a:path extrusionOk="0" h="2232" w="2566">
                  <a:moveTo>
                    <a:pt x="2196" y="0"/>
                  </a:moveTo>
                  <a:cubicBezTo>
                    <a:pt x="2068" y="0"/>
                    <a:pt x="1918" y="103"/>
                    <a:pt x="1733" y="241"/>
                  </a:cubicBezTo>
                  <a:cubicBezTo>
                    <a:pt x="1387" y="491"/>
                    <a:pt x="1040" y="722"/>
                    <a:pt x="832" y="953"/>
                  </a:cubicBezTo>
                  <a:cubicBezTo>
                    <a:pt x="601" y="1202"/>
                    <a:pt x="1" y="2205"/>
                    <a:pt x="1" y="2205"/>
                  </a:cubicBezTo>
                  <a:cubicBezTo>
                    <a:pt x="1" y="2205"/>
                    <a:pt x="96" y="2232"/>
                    <a:pt x="265" y="2232"/>
                  </a:cubicBezTo>
                  <a:cubicBezTo>
                    <a:pt x="418" y="2232"/>
                    <a:pt x="631" y="2210"/>
                    <a:pt x="888" y="2126"/>
                  </a:cubicBezTo>
                  <a:cubicBezTo>
                    <a:pt x="1410" y="1974"/>
                    <a:pt x="2006" y="1701"/>
                    <a:pt x="2006" y="1701"/>
                  </a:cubicBezTo>
                  <a:cubicBezTo>
                    <a:pt x="2006" y="1701"/>
                    <a:pt x="1988" y="1165"/>
                    <a:pt x="2219" y="856"/>
                  </a:cubicBezTo>
                  <a:cubicBezTo>
                    <a:pt x="2468" y="528"/>
                    <a:pt x="2565" y="375"/>
                    <a:pt x="2426" y="163"/>
                  </a:cubicBezTo>
                  <a:cubicBezTo>
                    <a:pt x="2358" y="47"/>
                    <a:pt x="2282" y="0"/>
                    <a:pt x="2196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82"/>
            <p:cNvSpPr/>
            <p:nvPr/>
          </p:nvSpPr>
          <p:spPr>
            <a:xfrm>
              <a:off x="7257520" y="1791861"/>
              <a:ext cx="358264" cy="315891"/>
            </a:xfrm>
            <a:custGeom>
              <a:rect b="b" l="l" r="r" t="t"/>
              <a:pathLst>
                <a:path extrusionOk="0" h="2311" w="2621">
                  <a:moveTo>
                    <a:pt x="2195" y="1"/>
                  </a:moveTo>
                  <a:cubicBezTo>
                    <a:pt x="2061" y="42"/>
                    <a:pt x="1927" y="139"/>
                    <a:pt x="1770" y="255"/>
                  </a:cubicBezTo>
                  <a:cubicBezTo>
                    <a:pt x="1447" y="504"/>
                    <a:pt x="1077" y="735"/>
                    <a:pt x="846" y="985"/>
                  </a:cubicBezTo>
                  <a:cubicBezTo>
                    <a:pt x="731" y="1100"/>
                    <a:pt x="541" y="1410"/>
                    <a:pt x="366" y="1696"/>
                  </a:cubicBezTo>
                  <a:cubicBezTo>
                    <a:pt x="176" y="1964"/>
                    <a:pt x="38" y="2219"/>
                    <a:pt x="38" y="2219"/>
                  </a:cubicBezTo>
                  <a:lnTo>
                    <a:pt x="1" y="2274"/>
                  </a:lnTo>
                  <a:lnTo>
                    <a:pt x="61" y="2292"/>
                  </a:lnTo>
                  <a:cubicBezTo>
                    <a:pt x="61" y="2292"/>
                    <a:pt x="79" y="2292"/>
                    <a:pt x="98" y="2311"/>
                  </a:cubicBezTo>
                  <a:cubicBezTo>
                    <a:pt x="116" y="2255"/>
                    <a:pt x="153" y="2195"/>
                    <a:pt x="195" y="2158"/>
                  </a:cubicBezTo>
                  <a:cubicBezTo>
                    <a:pt x="250" y="2080"/>
                    <a:pt x="329" y="1946"/>
                    <a:pt x="444" y="1756"/>
                  </a:cubicBezTo>
                  <a:cubicBezTo>
                    <a:pt x="615" y="1465"/>
                    <a:pt x="828" y="1156"/>
                    <a:pt x="925" y="1040"/>
                  </a:cubicBezTo>
                  <a:cubicBezTo>
                    <a:pt x="1137" y="832"/>
                    <a:pt x="1502" y="601"/>
                    <a:pt x="1830" y="329"/>
                  </a:cubicBezTo>
                  <a:cubicBezTo>
                    <a:pt x="1983" y="213"/>
                    <a:pt x="2117" y="139"/>
                    <a:pt x="2214" y="116"/>
                  </a:cubicBezTo>
                  <a:cubicBezTo>
                    <a:pt x="2244" y="107"/>
                    <a:pt x="2268" y="102"/>
                    <a:pt x="2290" y="102"/>
                  </a:cubicBezTo>
                  <a:cubicBezTo>
                    <a:pt x="2311" y="102"/>
                    <a:pt x="2329" y="107"/>
                    <a:pt x="2348" y="116"/>
                  </a:cubicBezTo>
                  <a:cubicBezTo>
                    <a:pt x="2371" y="139"/>
                    <a:pt x="2408" y="176"/>
                    <a:pt x="2445" y="232"/>
                  </a:cubicBezTo>
                  <a:cubicBezTo>
                    <a:pt x="2524" y="347"/>
                    <a:pt x="2524" y="407"/>
                    <a:pt x="2487" y="504"/>
                  </a:cubicBezTo>
                  <a:cubicBezTo>
                    <a:pt x="2445" y="601"/>
                    <a:pt x="2371" y="717"/>
                    <a:pt x="2256" y="869"/>
                  </a:cubicBezTo>
                  <a:cubicBezTo>
                    <a:pt x="2117" y="1040"/>
                    <a:pt x="2061" y="1271"/>
                    <a:pt x="2043" y="1447"/>
                  </a:cubicBezTo>
                  <a:cubicBezTo>
                    <a:pt x="2043" y="1502"/>
                    <a:pt x="2025" y="1544"/>
                    <a:pt x="2025" y="1581"/>
                  </a:cubicBezTo>
                  <a:cubicBezTo>
                    <a:pt x="2061" y="1581"/>
                    <a:pt x="2098" y="1599"/>
                    <a:pt x="2140" y="1599"/>
                  </a:cubicBezTo>
                  <a:lnTo>
                    <a:pt x="2140" y="1465"/>
                  </a:lnTo>
                  <a:cubicBezTo>
                    <a:pt x="2177" y="1294"/>
                    <a:pt x="2232" y="1082"/>
                    <a:pt x="2329" y="948"/>
                  </a:cubicBezTo>
                  <a:cubicBezTo>
                    <a:pt x="2463" y="772"/>
                    <a:pt x="2542" y="657"/>
                    <a:pt x="2579" y="541"/>
                  </a:cubicBezTo>
                  <a:cubicBezTo>
                    <a:pt x="2621" y="426"/>
                    <a:pt x="2621" y="310"/>
                    <a:pt x="2542" y="176"/>
                  </a:cubicBezTo>
                  <a:cubicBezTo>
                    <a:pt x="2505" y="98"/>
                    <a:pt x="2445" y="61"/>
                    <a:pt x="2390" y="24"/>
                  </a:cubicBezTo>
                  <a:cubicBezTo>
                    <a:pt x="2348" y="1"/>
                    <a:pt x="2311" y="1"/>
                    <a:pt x="227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82"/>
            <p:cNvSpPr/>
            <p:nvPr/>
          </p:nvSpPr>
          <p:spPr>
            <a:xfrm>
              <a:off x="7157736" y="2361178"/>
              <a:ext cx="394897" cy="243855"/>
            </a:xfrm>
            <a:custGeom>
              <a:rect b="b" l="l" r="r" t="t"/>
              <a:pathLst>
                <a:path extrusionOk="0" h="1784" w="2889">
                  <a:moveTo>
                    <a:pt x="463" y="1"/>
                  </a:moveTo>
                  <a:cubicBezTo>
                    <a:pt x="295" y="1"/>
                    <a:pt x="145" y="442"/>
                    <a:pt x="75" y="650"/>
                  </a:cubicBezTo>
                  <a:cubicBezTo>
                    <a:pt x="1" y="881"/>
                    <a:pt x="38" y="1131"/>
                    <a:pt x="537" y="1380"/>
                  </a:cubicBezTo>
                  <a:cubicBezTo>
                    <a:pt x="970" y="1599"/>
                    <a:pt x="2013" y="1784"/>
                    <a:pt x="2431" y="1784"/>
                  </a:cubicBezTo>
                  <a:cubicBezTo>
                    <a:pt x="2498" y="1784"/>
                    <a:pt x="2549" y="1779"/>
                    <a:pt x="2579" y="1768"/>
                  </a:cubicBezTo>
                  <a:cubicBezTo>
                    <a:pt x="2791" y="1690"/>
                    <a:pt x="2889" y="900"/>
                    <a:pt x="2870" y="687"/>
                  </a:cubicBezTo>
                  <a:cubicBezTo>
                    <a:pt x="2828" y="479"/>
                    <a:pt x="2676" y="419"/>
                    <a:pt x="2676" y="419"/>
                  </a:cubicBezTo>
                  <a:lnTo>
                    <a:pt x="518" y="17"/>
                  </a:lnTo>
                  <a:cubicBezTo>
                    <a:pt x="500" y="6"/>
                    <a:pt x="481" y="1"/>
                    <a:pt x="4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82"/>
            <p:cNvSpPr/>
            <p:nvPr/>
          </p:nvSpPr>
          <p:spPr>
            <a:xfrm>
              <a:off x="7152132" y="2352703"/>
              <a:ext cx="405559" cy="259711"/>
            </a:xfrm>
            <a:custGeom>
              <a:rect b="b" l="l" r="r" t="t"/>
              <a:pathLst>
                <a:path extrusionOk="0" h="1900" w="2967">
                  <a:moveTo>
                    <a:pt x="541" y="116"/>
                  </a:moveTo>
                  <a:lnTo>
                    <a:pt x="559" y="135"/>
                  </a:lnTo>
                  <a:lnTo>
                    <a:pt x="2698" y="541"/>
                  </a:lnTo>
                  <a:cubicBezTo>
                    <a:pt x="2698" y="541"/>
                    <a:pt x="2832" y="578"/>
                    <a:pt x="2851" y="749"/>
                  </a:cubicBezTo>
                  <a:cubicBezTo>
                    <a:pt x="2869" y="846"/>
                    <a:pt x="2851" y="1096"/>
                    <a:pt x="2796" y="1327"/>
                  </a:cubicBezTo>
                  <a:cubicBezTo>
                    <a:pt x="2772" y="1442"/>
                    <a:pt x="2754" y="1558"/>
                    <a:pt x="2717" y="1636"/>
                  </a:cubicBezTo>
                  <a:cubicBezTo>
                    <a:pt x="2680" y="1733"/>
                    <a:pt x="2638" y="1770"/>
                    <a:pt x="2601" y="1789"/>
                  </a:cubicBezTo>
                  <a:cubicBezTo>
                    <a:pt x="2577" y="1789"/>
                    <a:pt x="2517" y="1799"/>
                    <a:pt x="2434" y="1799"/>
                  </a:cubicBezTo>
                  <a:cubicBezTo>
                    <a:pt x="2392" y="1799"/>
                    <a:pt x="2344" y="1797"/>
                    <a:pt x="2292" y="1789"/>
                  </a:cubicBezTo>
                  <a:cubicBezTo>
                    <a:pt x="2121" y="1770"/>
                    <a:pt x="1927" y="1752"/>
                    <a:pt x="1714" y="1715"/>
                  </a:cubicBezTo>
                  <a:cubicBezTo>
                    <a:pt x="1294" y="1636"/>
                    <a:pt x="850" y="1502"/>
                    <a:pt x="601" y="1387"/>
                  </a:cubicBezTo>
                  <a:cubicBezTo>
                    <a:pt x="347" y="1271"/>
                    <a:pt x="231" y="1156"/>
                    <a:pt x="176" y="1040"/>
                  </a:cubicBezTo>
                  <a:cubicBezTo>
                    <a:pt x="116" y="943"/>
                    <a:pt x="116" y="846"/>
                    <a:pt x="157" y="731"/>
                  </a:cubicBezTo>
                  <a:cubicBezTo>
                    <a:pt x="213" y="615"/>
                    <a:pt x="273" y="444"/>
                    <a:pt x="347" y="287"/>
                  </a:cubicBezTo>
                  <a:cubicBezTo>
                    <a:pt x="370" y="232"/>
                    <a:pt x="425" y="172"/>
                    <a:pt x="444" y="135"/>
                  </a:cubicBezTo>
                  <a:cubicBezTo>
                    <a:pt x="462" y="116"/>
                    <a:pt x="485" y="116"/>
                    <a:pt x="504" y="116"/>
                  </a:cubicBezTo>
                  <a:close/>
                  <a:moveTo>
                    <a:pt x="485" y="1"/>
                  </a:moveTo>
                  <a:cubicBezTo>
                    <a:pt x="444" y="19"/>
                    <a:pt x="407" y="38"/>
                    <a:pt x="388" y="56"/>
                  </a:cubicBezTo>
                  <a:cubicBezTo>
                    <a:pt x="328" y="98"/>
                    <a:pt x="291" y="172"/>
                    <a:pt x="254" y="250"/>
                  </a:cubicBezTo>
                  <a:cubicBezTo>
                    <a:pt x="176" y="403"/>
                    <a:pt x="97" y="597"/>
                    <a:pt x="60" y="694"/>
                  </a:cubicBezTo>
                  <a:cubicBezTo>
                    <a:pt x="23" y="828"/>
                    <a:pt x="0" y="962"/>
                    <a:pt x="79" y="1096"/>
                  </a:cubicBezTo>
                  <a:cubicBezTo>
                    <a:pt x="157" y="1234"/>
                    <a:pt x="291" y="1350"/>
                    <a:pt x="559" y="1484"/>
                  </a:cubicBezTo>
                  <a:cubicBezTo>
                    <a:pt x="809" y="1618"/>
                    <a:pt x="1271" y="1733"/>
                    <a:pt x="1696" y="1812"/>
                  </a:cubicBezTo>
                  <a:cubicBezTo>
                    <a:pt x="1908" y="1849"/>
                    <a:pt x="2102" y="1886"/>
                    <a:pt x="2273" y="1886"/>
                  </a:cubicBezTo>
                  <a:cubicBezTo>
                    <a:pt x="2361" y="1895"/>
                    <a:pt x="2434" y="1900"/>
                    <a:pt x="2494" y="1900"/>
                  </a:cubicBezTo>
                  <a:cubicBezTo>
                    <a:pt x="2554" y="1900"/>
                    <a:pt x="2601" y="1895"/>
                    <a:pt x="2638" y="1886"/>
                  </a:cubicBezTo>
                  <a:cubicBezTo>
                    <a:pt x="2717" y="1849"/>
                    <a:pt x="2772" y="1770"/>
                    <a:pt x="2814" y="1696"/>
                  </a:cubicBezTo>
                  <a:cubicBezTo>
                    <a:pt x="2851" y="1599"/>
                    <a:pt x="2888" y="1484"/>
                    <a:pt x="2911" y="1350"/>
                  </a:cubicBezTo>
                  <a:cubicBezTo>
                    <a:pt x="2948" y="1119"/>
                    <a:pt x="2966" y="865"/>
                    <a:pt x="2948" y="749"/>
                  </a:cubicBezTo>
                  <a:cubicBezTo>
                    <a:pt x="2930" y="518"/>
                    <a:pt x="2735" y="444"/>
                    <a:pt x="2735" y="444"/>
                  </a:cubicBezTo>
                  <a:lnTo>
                    <a:pt x="578" y="19"/>
                  </a:lnTo>
                  <a:cubicBezTo>
                    <a:pt x="559" y="19"/>
                    <a:pt x="522" y="1"/>
                    <a:pt x="48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82"/>
            <p:cNvSpPr/>
            <p:nvPr/>
          </p:nvSpPr>
          <p:spPr>
            <a:xfrm>
              <a:off x="7886569" y="1908048"/>
              <a:ext cx="81604" cy="30208"/>
            </a:xfrm>
            <a:custGeom>
              <a:rect b="b" l="l" r="r" t="t"/>
              <a:pathLst>
                <a:path extrusionOk="0" h="221" w="597">
                  <a:moveTo>
                    <a:pt x="366" y="1"/>
                  </a:moveTo>
                  <a:cubicBezTo>
                    <a:pt x="250" y="1"/>
                    <a:pt x="172" y="56"/>
                    <a:pt x="98" y="98"/>
                  </a:cubicBezTo>
                  <a:cubicBezTo>
                    <a:pt x="79" y="98"/>
                    <a:pt x="56" y="116"/>
                    <a:pt x="38" y="116"/>
                  </a:cubicBezTo>
                  <a:cubicBezTo>
                    <a:pt x="19" y="135"/>
                    <a:pt x="1" y="172"/>
                    <a:pt x="19" y="190"/>
                  </a:cubicBezTo>
                  <a:cubicBezTo>
                    <a:pt x="32" y="207"/>
                    <a:pt x="46" y="221"/>
                    <a:pt x="61" y="221"/>
                  </a:cubicBezTo>
                  <a:cubicBezTo>
                    <a:pt x="67" y="221"/>
                    <a:pt x="73" y="219"/>
                    <a:pt x="79" y="213"/>
                  </a:cubicBezTo>
                  <a:cubicBezTo>
                    <a:pt x="98" y="190"/>
                    <a:pt x="116" y="190"/>
                    <a:pt x="135" y="172"/>
                  </a:cubicBezTo>
                  <a:cubicBezTo>
                    <a:pt x="213" y="135"/>
                    <a:pt x="287" y="116"/>
                    <a:pt x="366" y="98"/>
                  </a:cubicBezTo>
                  <a:cubicBezTo>
                    <a:pt x="426" y="98"/>
                    <a:pt x="481" y="135"/>
                    <a:pt x="518" y="172"/>
                  </a:cubicBezTo>
                  <a:cubicBezTo>
                    <a:pt x="541" y="172"/>
                    <a:pt x="578" y="172"/>
                    <a:pt x="578" y="153"/>
                  </a:cubicBezTo>
                  <a:cubicBezTo>
                    <a:pt x="597" y="135"/>
                    <a:pt x="597" y="116"/>
                    <a:pt x="578" y="98"/>
                  </a:cubicBezTo>
                  <a:cubicBezTo>
                    <a:pt x="518" y="38"/>
                    <a:pt x="444" y="1"/>
                    <a:pt x="366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82"/>
            <p:cNvSpPr/>
            <p:nvPr/>
          </p:nvSpPr>
          <p:spPr>
            <a:xfrm>
              <a:off x="7812756" y="1942221"/>
              <a:ext cx="63287" cy="30208"/>
            </a:xfrm>
            <a:custGeom>
              <a:rect b="b" l="l" r="r" t="t"/>
              <a:pathLst>
                <a:path extrusionOk="0" h="221" w="463">
                  <a:moveTo>
                    <a:pt x="388" y="0"/>
                  </a:moveTo>
                  <a:cubicBezTo>
                    <a:pt x="291" y="56"/>
                    <a:pt x="176" y="79"/>
                    <a:pt x="42" y="116"/>
                  </a:cubicBezTo>
                  <a:cubicBezTo>
                    <a:pt x="19" y="134"/>
                    <a:pt x="0" y="153"/>
                    <a:pt x="19" y="171"/>
                  </a:cubicBezTo>
                  <a:cubicBezTo>
                    <a:pt x="19" y="202"/>
                    <a:pt x="31" y="220"/>
                    <a:pt x="53" y="220"/>
                  </a:cubicBezTo>
                  <a:cubicBezTo>
                    <a:pt x="60" y="220"/>
                    <a:pt x="69" y="218"/>
                    <a:pt x="79" y="213"/>
                  </a:cubicBezTo>
                  <a:cubicBezTo>
                    <a:pt x="194" y="171"/>
                    <a:pt x="310" y="153"/>
                    <a:pt x="425" y="97"/>
                  </a:cubicBezTo>
                  <a:cubicBezTo>
                    <a:pt x="462" y="79"/>
                    <a:pt x="462" y="56"/>
                    <a:pt x="462" y="37"/>
                  </a:cubicBezTo>
                  <a:cubicBezTo>
                    <a:pt x="444" y="0"/>
                    <a:pt x="407" y="0"/>
                    <a:pt x="38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82"/>
            <p:cNvSpPr/>
            <p:nvPr/>
          </p:nvSpPr>
          <p:spPr>
            <a:xfrm>
              <a:off x="7918145" y="1948782"/>
              <a:ext cx="108122" cy="51669"/>
            </a:xfrm>
            <a:custGeom>
              <a:rect b="b" l="l" r="r" t="t"/>
              <a:pathLst>
                <a:path extrusionOk="0" h="378" w="791">
                  <a:moveTo>
                    <a:pt x="588" y="1"/>
                  </a:moveTo>
                  <a:cubicBezTo>
                    <a:pt x="510" y="1"/>
                    <a:pt x="442" y="19"/>
                    <a:pt x="384" y="49"/>
                  </a:cubicBezTo>
                  <a:cubicBezTo>
                    <a:pt x="250" y="123"/>
                    <a:pt x="153" y="220"/>
                    <a:pt x="38" y="280"/>
                  </a:cubicBezTo>
                  <a:cubicBezTo>
                    <a:pt x="19" y="299"/>
                    <a:pt x="1" y="336"/>
                    <a:pt x="19" y="354"/>
                  </a:cubicBezTo>
                  <a:cubicBezTo>
                    <a:pt x="38" y="377"/>
                    <a:pt x="56" y="377"/>
                    <a:pt x="98" y="377"/>
                  </a:cubicBezTo>
                  <a:cubicBezTo>
                    <a:pt x="213" y="299"/>
                    <a:pt x="310" y="202"/>
                    <a:pt x="426" y="146"/>
                  </a:cubicBezTo>
                  <a:cubicBezTo>
                    <a:pt x="480" y="116"/>
                    <a:pt x="537" y="98"/>
                    <a:pt x="586" y="98"/>
                  </a:cubicBezTo>
                  <a:cubicBezTo>
                    <a:pt x="603" y="98"/>
                    <a:pt x="619" y="100"/>
                    <a:pt x="634" y="105"/>
                  </a:cubicBezTo>
                  <a:cubicBezTo>
                    <a:pt x="675" y="105"/>
                    <a:pt x="694" y="123"/>
                    <a:pt x="712" y="123"/>
                  </a:cubicBezTo>
                  <a:cubicBezTo>
                    <a:pt x="720" y="133"/>
                    <a:pt x="732" y="139"/>
                    <a:pt x="744" y="139"/>
                  </a:cubicBezTo>
                  <a:cubicBezTo>
                    <a:pt x="759" y="139"/>
                    <a:pt x="772" y="129"/>
                    <a:pt x="772" y="105"/>
                  </a:cubicBezTo>
                  <a:cubicBezTo>
                    <a:pt x="791" y="86"/>
                    <a:pt x="772" y="49"/>
                    <a:pt x="749" y="49"/>
                  </a:cubicBezTo>
                  <a:cubicBezTo>
                    <a:pt x="731" y="31"/>
                    <a:pt x="694" y="31"/>
                    <a:pt x="675" y="8"/>
                  </a:cubicBezTo>
                  <a:cubicBezTo>
                    <a:pt x="645" y="3"/>
                    <a:pt x="616" y="1"/>
                    <a:pt x="58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82"/>
            <p:cNvSpPr/>
            <p:nvPr/>
          </p:nvSpPr>
          <p:spPr>
            <a:xfrm>
              <a:off x="8020526" y="1977897"/>
              <a:ext cx="21597" cy="43331"/>
            </a:xfrm>
            <a:custGeom>
              <a:rect b="b" l="l" r="r" t="t"/>
              <a:pathLst>
                <a:path extrusionOk="0" h="317" w="158">
                  <a:moveTo>
                    <a:pt x="59" y="0"/>
                  </a:moveTo>
                  <a:cubicBezTo>
                    <a:pt x="53" y="0"/>
                    <a:pt x="47" y="2"/>
                    <a:pt x="42" y="7"/>
                  </a:cubicBezTo>
                  <a:cubicBezTo>
                    <a:pt x="23" y="7"/>
                    <a:pt x="0" y="49"/>
                    <a:pt x="0" y="67"/>
                  </a:cubicBezTo>
                  <a:cubicBezTo>
                    <a:pt x="23" y="123"/>
                    <a:pt x="42" y="183"/>
                    <a:pt x="60" y="220"/>
                  </a:cubicBezTo>
                  <a:lnTo>
                    <a:pt x="60" y="280"/>
                  </a:lnTo>
                  <a:cubicBezTo>
                    <a:pt x="60" y="298"/>
                    <a:pt x="97" y="317"/>
                    <a:pt x="116" y="317"/>
                  </a:cubicBezTo>
                  <a:cubicBezTo>
                    <a:pt x="157" y="298"/>
                    <a:pt x="157" y="280"/>
                    <a:pt x="157" y="257"/>
                  </a:cubicBezTo>
                  <a:lnTo>
                    <a:pt x="157" y="201"/>
                  </a:lnTo>
                  <a:cubicBezTo>
                    <a:pt x="139" y="141"/>
                    <a:pt x="116" y="86"/>
                    <a:pt x="97" y="49"/>
                  </a:cubicBezTo>
                  <a:cubicBezTo>
                    <a:pt x="97" y="18"/>
                    <a:pt x="77" y="0"/>
                    <a:pt x="5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82"/>
            <p:cNvSpPr/>
            <p:nvPr/>
          </p:nvSpPr>
          <p:spPr>
            <a:xfrm>
              <a:off x="7999612" y="2048293"/>
              <a:ext cx="29252" cy="68755"/>
            </a:xfrm>
            <a:custGeom>
              <a:rect b="b" l="l" r="r" t="t"/>
              <a:pathLst>
                <a:path extrusionOk="0" h="503" w="214">
                  <a:moveTo>
                    <a:pt x="59" y="1"/>
                  </a:moveTo>
                  <a:cubicBezTo>
                    <a:pt x="44" y="1"/>
                    <a:pt x="29" y="5"/>
                    <a:pt x="19" y="14"/>
                  </a:cubicBezTo>
                  <a:cubicBezTo>
                    <a:pt x="1" y="14"/>
                    <a:pt x="1" y="51"/>
                    <a:pt x="19" y="70"/>
                  </a:cubicBezTo>
                  <a:cubicBezTo>
                    <a:pt x="38" y="130"/>
                    <a:pt x="79" y="167"/>
                    <a:pt x="79" y="227"/>
                  </a:cubicBezTo>
                  <a:cubicBezTo>
                    <a:pt x="98" y="282"/>
                    <a:pt x="79" y="361"/>
                    <a:pt x="61" y="435"/>
                  </a:cubicBezTo>
                  <a:cubicBezTo>
                    <a:pt x="61" y="458"/>
                    <a:pt x="61" y="477"/>
                    <a:pt x="98" y="495"/>
                  </a:cubicBezTo>
                  <a:cubicBezTo>
                    <a:pt x="103" y="500"/>
                    <a:pt x="109" y="503"/>
                    <a:pt x="114" y="503"/>
                  </a:cubicBezTo>
                  <a:cubicBezTo>
                    <a:pt x="127" y="503"/>
                    <a:pt x="140" y="490"/>
                    <a:pt x="153" y="477"/>
                  </a:cubicBezTo>
                  <a:cubicBezTo>
                    <a:pt x="195" y="379"/>
                    <a:pt x="213" y="301"/>
                    <a:pt x="195" y="204"/>
                  </a:cubicBezTo>
                  <a:cubicBezTo>
                    <a:pt x="176" y="130"/>
                    <a:pt x="135" y="70"/>
                    <a:pt x="98" y="14"/>
                  </a:cubicBezTo>
                  <a:cubicBezTo>
                    <a:pt x="89" y="5"/>
                    <a:pt x="74" y="1"/>
                    <a:pt x="5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82"/>
            <p:cNvSpPr/>
            <p:nvPr/>
          </p:nvSpPr>
          <p:spPr>
            <a:xfrm>
              <a:off x="7881512" y="2052667"/>
              <a:ext cx="97460" cy="47568"/>
            </a:xfrm>
            <a:custGeom>
              <a:rect b="b" l="l" r="r" t="t"/>
              <a:pathLst>
                <a:path extrusionOk="0" h="348" w="713">
                  <a:moveTo>
                    <a:pt x="634" y="1"/>
                  </a:moveTo>
                  <a:cubicBezTo>
                    <a:pt x="440" y="98"/>
                    <a:pt x="250" y="213"/>
                    <a:pt x="56" y="250"/>
                  </a:cubicBezTo>
                  <a:cubicBezTo>
                    <a:pt x="19" y="250"/>
                    <a:pt x="1" y="287"/>
                    <a:pt x="19" y="311"/>
                  </a:cubicBezTo>
                  <a:cubicBezTo>
                    <a:pt x="19" y="329"/>
                    <a:pt x="38" y="347"/>
                    <a:pt x="75" y="347"/>
                  </a:cubicBezTo>
                  <a:cubicBezTo>
                    <a:pt x="306" y="311"/>
                    <a:pt x="500" y="195"/>
                    <a:pt x="694" y="98"/>
                  </a:cubicBezTo>
                  <a:cubicBezTo>
                    <a:pt x="712" y="79"/>
                    <a:pt x="712" y="56"/>
                    <a:pt x="712" y="19"/>
                  </a:cubicBezTo>
                  <a:cubicBezTo>
                    <a:pt x="694" y="1"/>
                    <a:pt x="671" y="1"/>
                    <a:pt x="63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82"/>
            <p:cNvSpPr/>
            <p:nvPr/>
          </p:nvSpPr>
          <p:spPr>
            <a:xfrm>
              <a:off x="7854994" y="2186624"/>
              <a:ext cx="89805" cy="24741"/>
            </a:xfrm>
            <a:custGeom>
              <a:rect b="b" l="l" r="r" t="t"/>
              <a:pathLst>
                <a:path extrusionOk="0" h="181" w="657">
                  <a:moveTo>
                    <a:pt x="597" y="1"/>
                  </a:moveTo>
                  <a:cubicBezTo>
                    <a:pt x="449" y="36"/>
                    <a:pt x="284" y="83"/>
                    <a:pt x="129" y="83"/>
                  </a:cubicBezTo>
                  <a:cubicBezTo>
                    <a:pt x="104" y="83"/>
                    <a:pt x="80" y="82"/>
                    <a:pt x="56" y="79"/>
                  </a:cubicBezTo>
                  <a:cubicBezTo>
                    <a:pt x="19" y="79"/>
                    <a:pt x="1" y="98"/>
                    <a:pt x="1" y="139"/>
                  </a:cubicBezTo>
                  <a:cubicBezTo>
                    <a:pt x="1" y="158"/>
                    <a:pt x="19" y="176"/>
                    <a:pt x="56" y="176"/>
                  </a:cubicBezTo>
                  <a:cubicBezTo>
                    <a:pt x="90" y="179"/>
                    <a:pt x="124" y="181"/>
                    <a:pt x="158" y="181"/>
                  </a:cubicBezTo>
                  <a:cubicBezTo>
                    <a:pt x="318" y="181"/>
                    <a:pt x="474" y="147"/>
                    <a:pt x="615" y="98"/>
                  </a:cubicBezTo>
                  <a:cubicBezTo>
                    <a:pt x="657" y="98"/>
                    <a:pt x="657" y="79"/>
                    <a:pt x="657" y="42"/>
                  </a:cubicBezTo>
                  <a:cubicBezTo>
                    <a:pt x="657" y="24"/>
                    <a:pt x="615" y="1"/>
                    <a:pt x="597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82"/>
            <p:cNvSpPr/>
            <p:nvPr/>
          </p:nvSpPr>
          <p:spPr>
            <a:xfrm>
              <a:off x="7962979" y="2160789"/>
              <a:ext cx="63287" cy="40187"/>
            </a:xfrm>
            <a:custGeom>
              <a:rect b="b" l="l" r="r" t="t"/>
              <a:pathLst>
                <a:path extrusionOk="0" h="294" w="463">
                  <a:moveTo>
                    <a:pt x="213" y="0"/>
                  </a:moveTo>
                  <a:cubicBezTo>
                    <a:pt x="135" y="0"/>
                    <a:pt x="75" y="37"/>
                    <a:pt x="19" y="56"/>
                  </a:cubicBezTo>
                  <a:cubicBezTo>
                    <a:pt x="1" y="74"/>
                    <a:pt x="1" y="116"/>
                    <a:pt x="19" y="134"/>
                  </a:cubicBezTo>
                  <a:cubicBezTo>
                    <a:pt x="19" y="147"/>
                    <a:pt x="38" y="160"/>
                    <a:pt x="55" y="160"/>
                  </a:cubicBezTo>
                  <a:cubicBezTo>
                    <a:pt x="62" y="160"/>
                    <a:pt x="69" y="158"/>
                    <a:pt x="75" y="153"/>
                  </a:cubicBezTo>
                  <a:cubicBezTo>
                    <a:pt x="135" y="116"/>
                    <a:pt x="172" y="97"/>
                    <a:pt x="213" y="97"/>
                  </a:cubicBezTo>
                  <a:cubicBezTo>
                    <a:pt x="250" y="97"/>
                    <a:pt x="269" y="116"/>
                    <a:pt x="287" y="134"/>
                  </a:cubicBezTo>
                  <a:cubicBezTo>
                    <a:pt x="306" y="153"/>
                    <a:pt x="329" y="213"/>
                    <a:pt x="347" y="250"/>
                  </a:cubicBezTo>
                  <a:cubicBezTo>
                    <a:pt x="361" y="277"/>
                    <a:pt x="374" y="294"/>
                    <a:pt x="395" y="294"/>
                  </a:cubicBezTo>
                  <a:cubicBezTo>
                    <a:pt x="403" y="294"/>
                    <a:pt x="411" y="291"/>
                    <a:pt x="421" y="287"/>
                  </a:cubicBezTo>
                  <a:cubicBezTo>
                    <a:pt x="444" y="287"/>
                    <a:pt x="463" y="250"/>
                    <a:pt x="444" y="231"/>
                  </a:cubicBezTo>
                  <a:cubicBezTo>
                    <a:pt x="421" y="171"/>
                    <a:pt x="403" y="116"/>
                    <a:pt x="366" y="56"/>
                  </a:cubicBezTo>
                  <a:cubicBezTo>
                    <a:pt x="329" y="19"/>
                    <a:pt x="269" y="0"/>
                    <a:pt x="213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82"/>
            <p:cNvSpPr/>
            <p:nvPr/>
          </p:nvSpPr>
          <p:spPr>
            <a:xfrm>
              <a:off x="7657339" y="1889868"/>
              <a:ext cx="347466" cy="239344"/>
            </a:xfrm>
            <a:custGeom>
              <a:rect b="b" l="l" r="r" t="t"/>
              <a:pathLst>
                <a:path extrusionOk="0" h="1751" w="2542">
                  <a:moveTo>
                    <a:pt x="2106" y="1"/>
                  </a:moveTo>
                  <a:cubicBezTo>
                    <a:pt x="1984" y="1"/>
                    <a:pt x="1816" y="91"/>
                    <a:pt x="1484" y="249"/>
                  </a:cubicBezTo>
                  <a:cubicBezTo>
                    <a:pt x="985" y="499"/>
                    <a:pt x="463" y="748"/>
                    <a:pt x="42" y="864"/>
                  </a:cubicBezTo>
                  <a:cubicBezTo>
                    <a:pt x="42" y="864"/>
                    <a:pt x="1" y="1363"/>
                    <a:pt x="176" y="1617"/>
                  </a:cubicBezTo>
                  <a:cubicBezTo>
                    <a:pt x="248" y="1715"/>
                    <a:pt x="304" y="1750"/>
                    <a:pt x="372" y="1750"/>
                  </a:cubicBezTo>
                  <a:cubicBezTo>
                    <a:pt x="465" y="1750"/>
                    <a:pt x="580" y="1684"/>
                    <a:pt x="791" y="1617"/>
                  </a:cubicBezTo>
                  <a:cubicBezTo>
                    <a:pt x="1156" y="1502"/>
                    <a:pt x="2426" y="924"/>
                    <a:pt x="2486" y="693"/>
                  </a:cubicBezTo>
                  <a:cubicBezTo>
                    <a:pt x="2542" y="462"/>
                    <a:pt x="2468" y="249"/>
                    <a:pt x="2292" y="92"/>
                  </a:cubicBezTo>
                  <a:cubicBezTo>
                    <a:pt x="2230" y="30"/>
                    <a:pt x="2175" y="1"/>
                    <a:pt x="2106" y="1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82"/>
            <p:cNvSpPr/>
            <p:nvPr/>
          </p:nvSpPr>
          <p:spPr>
            <a:xfrm>
              <a:off x="7657339" y="1883034"/>
              <a:ext cx="355667" cy="240574"/>
            </a:xfrm>
            <a:custGeom>
              <a:rect b="b" l="l" r="r" t="t"/>
              <a:pathLst>
                <a:path extrusionOk="0" h="1760" w="2602">
                  <a:moveTo>
                    <a:pt x="2067" y="0"/>
                  </a:moveTo>
                  <a:cubicBezTo>
                    <a:pt x="2047" y="0"/>
                    <a:pt x="2030" y="8"/>
                    <a:pt x="2006" y="8"/>
                  </a:cubicBezTo>
                  <a:cubicBezTo>
                    <a:pt x="1890" y="50"/>
                    <a:pt x="1715" y="124"/>
                    <a:pt x="1465" y="239"/>
                  </a:cubicBezTo>
                  <a:cubicBezTo>
                    <a:pt x="966" y="489"/>
                    <a:pt x="444" y="743"/>
                    <a:pt x="42" y="858"/>
                  </a:cubicBezTo>
                  <a:lnTo>
                    <a:pt x="98" y="914"/>
                  </a:lnTo>
                  <a:lnTo>
                    <a:pt x="1" y="914"/>
                  </a:lnTo>
                  <a:lnTo>
                    <a:pt x="1" y="932"/>
                  </a:lnTo>
                  <a:lnTo>
                    <a:pt x="116" y="932"/>
                  </a:lnTo>
                  <a:cubicBezTo>
                    <a:pt x="541" y="817"/>
                    <a:pt x="1022" y="586"/>
                    <a:pt x="1502" y="336"/>
                  </a:cubicBezTo>
                  <a:cubicBezTo>
                    <a:pt x="1775" y="221"/>
                    <a:pt x="1927" y="142"/>
                    <a:pt x="2024" y="105"/>
                  </a:cubicBezTo>
                  <a:cubicBezTo>
                    <a:pt x="2051" y="101"/>
                    <a:pt x="2074" y="99"/>
                    <a:pt x="2094" y="99"/>
                  </a:cubicBezTo>
                  <a:cubicBezTo>
                    <a:pt x="2159" y="99"/>
                    <a:pt x="2195" y="124"/>
                    <a:pt x="2255" y="184"/>
                  </a:cubicBezTo>
                  <a:cubicBezTo>
                    <a:pt x="2426" y="336"/>
                    <a:pt x="2486" y="512"/>
                    <a:pt x="2449" y="720"/>
                  </a:cubicBezTo>
                  <a:cubicBezTo>
                    <a:pt x="2426" y="743"/>
                    <a:pt x="2426" y="780"/>
                    <a:pt x="2389" y="798"/>
                  </a:cubicBezTo>
                  <a:cubicBezTo>
                    <a:pt x="2352" y="835"/>
                    <a:pt x="2292" y="877"/>
                    <a:pt x="2218" y="932"/>
                  </a:cubicBezTo>
                  <a:cubicBezTo>
                    <a:pt x="2103" y="1011"/>
                    <a:pt x="1909" y="1108"/>
                    <a:pt x="1733" y="1205"/>
                  </a:cubicBezTo>
                  <a:cubicBezTo>
                    <a:pt x="1350" y="1394"/>
                    <a:pt x="948" y="1570"/>
                    <a:pt x="772" y="1625"/>
                  </a:cubicBezTo>
                  <a:cubicBezTo>
                    <a:pt x="735" y="1625"/>
                    <a:pt x="694" y="1644"/>
                    <a:pt x="657" y="1667"/>
                  </a:cubicBezTo>
                  <a:cubicBezTo>
                    <a:pt x="657" y="1686"/>
                    <a:pt x="675" y="1722"/>
                    <a:pt x="675" y="1759"/>
                  </a:cubicBezTo>
                  <a:cubicBezTo>
                    <a:pt x="717" y="1741"/>
                    <a:pt x="754" y="1722"/>
                    <a:pt x="809" y="1722"/>
                  </a:cubicBezTo>
                  <a:cubicBezTo>
                    <a:pt x="985" y="1644"/>
                    <a:pt x="1410" y="1491"/>
                    <a:pt x="1775" y="1297"/>
                  </a:cubicBezTo>
                  <a:cubicBezTo>
                    <a:pt x="1964" y="1205"/>
                    <a:pt x="2140" y="1108"/>
                    <a:pt x="2274" y="1011"/>
                  </a:cubicBezTo>
                  <a:cubicBezTo>
                    <a:pt x="2352" y="974"/>
                    <a:pt x="2408" y="932"/>
                    <a:pt x="2449" y="877"/>
                  </a:cubicBezTo>
                  <a:cubicBezTo>
                    <a:pt x="2505" y="835"/>
                    <a:pt x="2523" y="798"/>
                    <a:pt x="2542" y="761"/>
                  </a:cubicBezTo>
                  <a:cubicBezTo>
                    <a:pt x="2602" y="512"/>
                    <a:pt x="2505" y="281"/>
                    <a:pt x="2334" y="105"/>
                  </a:cubicBezTo>
                  <a:cubicBezTo>
                    <a:pt x="2255" y="50"/>
                    <a:pt x="2177" y="8"/>
                    <a:pt x="2103" y="8"/>
                  </a:cubicBezTo>
                  <a:cubicBezTo>
                    <a:pt x="2089" y="2"/>
                    <a:pt x="2078" y="0"/>
                    <a:pt x="206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82"/>
            <p:cNvSpPr/>
            <p:nvPr/>
          </p:nvSpPr>
          <p:spPr>
            <a:xfrm>
              <a:off x="7699713" y="1925134"/>
              <a:ext cx="368243" cy="255747"/>
            </a:xfrm>
            <a:custGeom>
              <a:rect b="b" l="l" r="r" t="t"/>
              <a:pathLst>
                <a:path extrusionOk="0" h="1871" w="2694">
                  <a:moveTo>
                    <a:pt x="2298" y="0"/>
                  </a:moveTo>
                  <a:cubicBezTo>
                    <a:pt x="2159" y="0"/>
                    <a:pt x="1959" y="117"/>
                    <a:pt x="1636" y="338"/>
                  </a:cubicBezTo>
                  <a:cubicBezTo>
                    <a:pt x="1040" y="758"/>
                    <a:pt x="116" y="837"/>
                    <a:pt x="116" y="837"/>
                  </a:cubicBezTo>
                  <a:cubicBezTo>
                    <a:pt x="116" y="837"/>
                    <a:pt x="0" y="1146"/>
                    <a:pt x="19" y="1567"/>
                  </a:cubicBezTo>
                  <a:cubicBezTo>
                    <a:pt x="41" y="1800"/>
                    <a:pt x="68" y="1871"/>
                    <a:pt x="168" y="1871"/>
                  </a:cubicBezTo>
                  <a:cubicBezTo>
                    <a:pt x="249" y="1871"/>
                    <a:pt x="379" y="1823"/>
                    <a:pt x="596" y="1780"/>
                  </a:cubicBezTo>
                  <a:cubicBezTo>
                    <a:pt x="1100" y="1682"/>
                    <a:pt x="2389" y="1165"/>
                    <a:pt x="2541" y="989"/>
                  </a:cubicBezTo>
                  <a:cubicBezTo>
                    <a:pt x="2675" y="800"/>
                    <a:pt x="2694" y="643"/>
                    <a:pt x="2560" y="259"/>
                  </a:cubicBezTo>
                  <a:cubicBezTo>
                    <a:pt x="2490" y="84"/>
                    <a:pt x="2415" y="0"/>
                    <a:pt x="2298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82"/>
            <p:cNvSpPr/>
            <p:nvPr/>
          </p:nvSpPr>
          <p:spPr>
            <a:xfrm>
              <a:off x="7731289" y="1917616"/>
              <a:ext cx="339811" cy="264085"/>
            </a:xfrm>
            <a:custGeom>
              <a:rect b="b" l="l" r="r" t="t"/>
              <a:pathLst>
                <a:path extrusionOk="0" h="1932" w="2486">
                  <a:moveTo>
                    <a:pt x="2091" y="0"/>
                  </a:moveTo>
                  <a:cubicBezTo>
                    <a:pt x="2080" y="0"/>
                    <a:pt x="2070" y="2"/>
                    <a:pt x="2061" y="5"/>
                  </a:cubicBezTo>
                  <a:lnTo>
                    <a:pt x="2024" y="5"/>
                  </a:lnTo>
                  <a:cubicBezTo>
                    <a:pt x="1867" y="28"/>
                    <a:pt x="1677" y="143"/>
                    <a:pt x="1368" y="351"/>
                  </a:cubicBezTo>
                  <a:cubicBezTo>
                    <a:pt x="924" y="661"/>
                    <a:pt x="250" y="795"/>
                    <a:pt x="0" y="836"/>
                  </a:cubicBezTo>
                  <a:cubicBezTo>
                    <a:pt x="0" y="855"/>
                    <a:pt x="19" y="892"/>
                    <a:pt x="37" y="929"/>
                  </a:cubicBezTo>
                  <a:cubicBezTo>
                    <a:pt x="310" y="892"/>
                    <a:pt x="961" y="776"/>
                    <a:pt x="1423" y="430"/>
                  </a:cubicBezTo>
                  <a:cubicBezTo>
                    <a:pt x="1733" y="236"/>
                    <a:pt x="1927" y="120"/>
                    <a:pt x="2042" y="102"/>
                  </a:cubicBezTo>
                  <a:cubicBezTo>
                    <a:pt x="2098" y="102"/>
                    <a:pt x="2139" y="102"/>
                    <a:pt x="2176" y="143"/>
                  </a:cubicBezTo>
                  <a:cubicBezTo>
                    <a:pt x="2213" y="180"/>
                    <a:pt x="2232" y="236"/>
                    <a:pt x="2273" y="333"/>
                  </a:cubicBezTo>
                  <a:cubicBezTo>
                    <a:pt x="2347" y="527"/>
                    <a:pt x="2370" y="661"/>
                    <a:pt x="2370" y="758"/>
                  </a:cubicBezTo>
                  <a:cubicBezTo>
                    <a:pt x="2370" y="855"/>
                    <a:pt x="2329" y="929"/>
                    <a:pt x="2255" y="1007"/>
                  </a:cubicBezTo>
                  <a:cubicBezTo>
                    <a:pt x="2255" y="1026"/>
                    <a:pt x="2213" y="1044"/>
                    <a:pt x="2176" y="1086"/>
                  </a:cubicBezTo>
                  <a:cubicBezTo>
                    <a:pt x="2116" y="1104"/>
                    <a:pt x="2061" y="1141"/>
                    <a:pt x="1982" y="1183"/>
                  </a:cubicBezTo>
                  <a:cubicBezTo>
                    <a:pt x="1848" y="1257"/>
                    <a:pt x="1654" y="1335"/>
                    <a:pt x="1446" y="1414"/>
                  </a:cubicBezTo>
                  <a:cubicBezTo>
                    <a:pt x="1058" y="1585"/>
                    <a:pt x="596" y="1737"/>
                    <a:pt x="365" y="1779"/>
                  </a:cubicBezTo>
                  <a:cubicBezTo>
                    <a:pt x="291" y="1798"/>
                    <a:pt x="231" y="1816"/>
                    <a:pt x="176" y="1816"/>
                  </a:cubicBezTo>
                  <a:lnTo>
                    <a:pt x="176" y="1835"/>
                  </a:lnTo>
                  <a:cubicBezTo>
                    <a:pt x="176" y="1853"/>
                    <a:pt x="176" y="1895"/>
                    <a:pt x="194" y="1932"/>
                  </a:cubicBezTo>
                  <a:cubicBezTo>
                    <a:pt x="250" y="1913"/>
                    <a:pt x="310" y="1895"/>
                    <a:pt x="384" y="1876"/>
                  </a:cubicBezTo>
                  <a:cubicBezTo>
                    <a:pt x="638" y="1835"/>
                    <a:pt x="1077" y="1682"/>
                    <a:pt x="1483" y="1530"/>
                  </a:cubicBezTo>
                  <a:cubicBezTo>
                    <a:pt x="1696" y="1433"/>
                    <a:pt x="1885" y="1354"/>
                    <a:pt x="2042" y="1275"/>
                  </a:cubicBezTo>
                  <a:cubicBezTo>
                    <a:pt x="2116" y="1238"/>
                    <a:pt x="2176" y="1201"/>
                    <a:pt x="2232" y="1183"/>
                  </a:cubicBezTo>
                  <a:cubicBezTo>
                    <a:pt x="2273" y="1141"/>
                    <a:pt x="2310" y="1104"/>
                    <a:pt x="2347" y="1086"/>
                  </a:cubicBezTo>
                  <a:cubicBezTo>
                    <a:pt x="2426" y="989"/>
                    <a:pt x="2463" y="892"/>
                    <a:pt x="2463" y="758"/>
                  </a:cubicBezTo>
                  <a:cubicBezTo>
                    <a:pt x="2486" y="642"/>
                    <a:pt x="2444" y="490"/>
                    <a:pt x="2370" y="296"/>
                  </a:cubicBezTo>
                  <a:cubicBezTo>
                    <a:pt x="2329" y="199"/>
                    <a:pt x="2292" y="120"/>
                    <a:pt x="2232" y="65"/>
                  </a:cubicBezTo>
                  <a:cubicBezTo>
                    <a:pt x="2201" y="34"/>
                    <a:pt x="2142" y="0"/>
                    <a:pt x="209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82"/>
            <p:cNvSpPr/>
            <p:nvPr/>
          </p:nvSpPr>
          <p:spPr>
            <a:xfrm>
              <a:off x="7715433" y="2016854"/>
              <a:ext cx="352524" cy="241668"/>
            </a:xfrm>
            <a:custGeom>
              <a:rect b="b" l="l" r="r" t="t"/>
              <a:pathLst>
                <a:path extrusionOk="0" h="1768" w="2579">
                  <a:moveTo>
                    <a:pt x="2230" y="0"/>
                  </a:moveTo>
                  <a:cubicBezTo>
                    <a:pt x="2113" y="0"/>
                    <a:pt x="1929" y="92"/>
                    <a:pt x="1599" y="263"/>
                  </a:cubicBezTo>
                  <a:cubicBezTo>
                    <a:pt x="985" y="573"/>
                    <a:pt x="1" y="804"/>
                    <a:pt x="1" y="804"/>
                  </a:cubicBezTo>
                  <a:cubicBezTo>
                    <a:pt x="1" y="804"/>
                    <a:pt x="38" y="1109"/>
                    <a:pt x="38" y="1303"/>
                  </a:cubicBezTo>
                  <a:cubicBezTo>
                    <a:pt x="38" y="1486"/>
                    <a:pt x="91" y="1768"/>
                    <a:pt x="322" y="1768"/>
                  </a:cubicBezTo>
                  <a:cubicBezTo>
                    <a:pt x="336" y="1768"/>
                    <a:pt x="351" y="1767"/>
                    <a:pt x="366" y="1765"/>
                  </a:cubicBezTo>
                  <a:cubicBezTo>
                    <a:pt x="615" y="1728"/>
                    <a:pt x="1964" y="1266"/>
                    <a:pt x="2214" y="1072"/>
                  </a:cubicBezTo>
                  <a:cubicBezTo>
                    <a:pt x="2486" y="859"/>
                    <a:pt x="2579" y="591"/>
                    <a:pt x="2445" y="244"/>
                  </a:cubicBezTo>
                  <a:cubicBezTo>
                    <a:pt x="2390" y="78"/>
                    <a:pt x="2338" y="0"/>
                    <a:pt x="2230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82"/>
            <p:cNvSpPr/>
            <p:nvPr/>
          </p:nvSpPr>
          <p:spPr>
            <a:xfrm>
              <a:off x="7747008" y="2010429"/>
              <a:ext cx="320948" cy="252740"/>
            </a:xfrm>
            <a:custGeom>
              <a:rect b="b" l="l" r="r" t="t"/>
              <a:pathLst>
                <a:path extrusionOk="0" h="1849" w="2348">
                  <a:moveTo>
                    <a:pt x="1983" y="0"/>
                  </a:moveTo>
                  <a:cubicBezTo>
                    <a:pt x="1849" y="0"/>
                    <a:pt x="1655" y="97"/>
                    <a:pt x="1350" y="273"/>
                  </a:cubicBezTo>
                  <a:cubicBezTo>
                    <a:pt x="925" y="481"/>
                    <a:pt x="347" y="656"/>
                    <a:pt x="1" y="735"/>
                  </a:cubicBezTo>
                  <a:cubicBezTo>
                    <a:pt x="19" y="772"/>
                    <a:pt x="19" y="809"/>
                    <a:pt x="19" y="851"/>
                  </a:cubicBezTo>
                  <a:cubicBezTo>
                    <a:pt x="329" y="754"/>
                    <a:pt x="943" y="578"/>
                    <a:pt x="1405" y="347"/>
                  </a:cubicBezTo>
                  <a:cubicBezTo>
                    <a:pt x="1715" y="194"/>
                    <a:pt x="1886" y="116"/>
                    <a:pt x="1983" y="97"/>
                  </a:cubicBezTo>
                  <a:cubicBezTo>
                    <a:pt x="2043" y="97"/>
                    <a:pt x="2061" y="116"/>
                    <a:pt x="2080" y="134"/>
                  </a:cubicBezTo>
                  <a:cubicBezTo>
                    <a:pt x="2117" y="176"/>
                    <a:pt x="2140" y="231"/>
                    <a:pt x="2177" y="310"/>
                  </a:cubicBezTo>
                  <a:cubicBezTo>
                    <a:pt x="2232" y="481"/>
                    <a:pt x="2232" y="620"/>
                    <a:pt x="2195" y="735"/>
                  </a:cubicBezTo>
                  <a:cubicBezTo>
                    <a:pt x="2158" y="869"/>
                    <a:pt x="2080" y="966"/>
                    <a:pt x="1964" y="1058"/>
                  </a:cubicBezTo>
                  <a:cubicBezTo>
                    <a:pt x="1909" y="1119"/>
                    <a:pt x="1770" y="1174"/>
                    <a:pt x="1599" y="1253"/>
                  </a:cubicBezTo>
                  <a:cubicBezTo>
                    <a:pt x="1447" y="1331"/>
                    <a:pt x="1234" y="1405"/>
                    <a:pt x="1040" y="1484"/>
                  </a:cubicBezTo>
                  <a:cubicBezTo>
                    <a:pt x="846" y="1544"/>
                    <a:pt x="638" y="1618"/>
                    <a:pt x="481" y="1678"/>
                  </a:cubicBezTo>
                  <a:cubicBezTo>
                    <a:pt x="366" y="1715"/>
                    <a:pt x="269" y="1733"/>
                    <a:pt x="195" y="1752"/>
                  </a:cubicBezTo>
                  <a:cubicBezTo>
                    <a:pt x="213" y="1793"/>
                    <a:pt x="213" y="1812"/>
                    <a:pt x="213" y="1849"/>
                  </a:cubicBezTo>
                  <a:cubicBezTo>
                    <a:pt x="292" y="1830"/>
                    <a:pt x="384" y="1812"/>
                    <a:pt x="500" y="1775"/>
                  </a:cubicBezTo>
                  <a:cubicBezTo>
                    <a:pt x="675" y="1715"/>
                    <a:pt x="869" y="1659"/>
                    <a:pt x="1077" y="1581"/>
                  </a:cubicBezTo>
                  <a:cubicBezTo>
                    <a:pt x="1271" y="1502"/>
                    <a:pt x="1484" y="1428"/>
                    <a:pt x="1636" y="1350"/>
                  </a:cubicBezTo>
                  <a:cubicBezTo>
                    <a:pt x="1812" y="1271"/>
                    <a:pt x="1946" y="1216"/>
                    <a:pt x="2024" y="1156"/>
                  </a:cubicBezTo>
                  <a:cubicBezTo>
                    <a:pt x="2158" y="1040"/>
                    <a:pt x="2255" y="924"/>
                    <a:pt x="2311" y="772"/>
                  </a:cubicBezTo>
                  <a:cubicBezTo>
                    <a:pt x="2348" y="620"/>
                    <a:pt x="2329" y="462"/>
                    <a:pt x="2274" y="273"/>
                  </a:cubicBezTo>
                  <a:cubicBezTo>
                    <a:pt x="2232" y="194"/>
                    <a:pt x="2214" y="116"/>
                    <a:pt x="2158" y="60"/>
                  </a:cubicBezTo>
                  <a:cubicBezTo>
                    <a:pt x="2117" y="19"/>
                    <a:pt x="2061" y="0"/>
                    <a:pt x="200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82"/>
            <p:cNvSpPr/>
            <p:nvPr/>
          </p:nvSpPr>
          <p:spPr>
            <a:xfrm>
              <a:off x="7741951" y="2127027"/>
              <a:ext cx="334207" cy="207495"/>
            </a:xfrm>
            <a:custGeom>
              <a:rect b="b" l="l" r="r" t="t"/>
              <a:pathLst>
                <a:path extrusionOk="0" h="1518" w="2445">
                  <a:moveTo>
                    <a:pt x="1883" y="0"/>
                  </a:moveTo>
                  <a:cubicBezTo>
                    <a:pt x="1663" y="0"/>
                    <a:pt x="1437" y="317"/>
                    <a:pt x="906" y="437"/>
                  </a:cubicBezTo>
                  <a:cubicBezTo>
                    <a:pt x="329" y="552"/>
                    <a:pt x="1" y="552"/>
                    <a:pt x="1" y="552"/>
                  </a:cubicBezTo>
                  <a:lnTo>
                    <a:pt x="19" y="1458"/>
                  </a:lnTo>
                  <a:lnTo>
                    <a:pt x="56" y="1518"/>
                  </a:lnTo>
                  <a:cubicBezTo>
                    <a:pt x="56" y="1518"/>
                    <a:pt x="865" y="1499"/>
                    <a:pt x="1655" y="1111"/>
                  </a:cubicBezTo>
                  <a:cubicBezTo>
                    <a:pt x="2445" y="728"/>
                    <a:pt x="2214" y="132"/>
                    <a:pt x="1964" y="16"/>
                  </a:cubicBezTo>
                  <a:cubicBezTo>
                    <a:pt x="1937" y="5"/>
                    <a:pt x="1910" y="0"/>
                    <a:pt x="1883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82"/>
            <p:cNvSpPr/>
            <p:nvPr/>
          </p:nvSpPr>
          <p:spPr>
            <a:xfrm>
              <a:off x="7739490" y="2120876"/>
              <a:ext cx="344322" cy="221301"/>
            </a:xfrm>
            <a:custGeom>
              <a:rect b="b" l="l" r="r" t="t"/>
              <a:pathLst>
                <a:path extrusionOk="0" h="1619" w="2519">
                  <a:moveTo>
                    <a:pt x="1904" y="1"/>
                  </a:moveTo>
                  <a:cubicBezTo>
                    <a:pt x="1867" y="1"/>
                    <a:pt x="1825" y="1"/>
                    <a:pt x="1788" y="19"/>
                  </a:cubicBezTo>
                  <a:cubicBezTo>
                    <a:pt x="1710" y="43"/>
                    <a:pt x="1636" y="98"/>
                    <a:pt x="1557" y="135"/>
                  </a:cubicBezTo>
                  <a:cubicBezTo>
                    <a:pt x="1405" y="232"/>
                    <a:pt x="1211" y="366"/>
                    <a:pt x="924" y="426"/>
                  </a:cubicBezTo>
                  <a:cubicBezTo>
                    <a:pt x="555" y="505"/>
                    <a:pt x="287" y="523"/>
                    <a:pt x="153" y="542"/>
                  </a:cubicBezTo>
                  <a:cubicBezTo>
                    <a:pt x="153" y="579"/>
                    <a:pt x="171" y="597"/>
                    <a:pt x="171" y="639"/>
                  </a:cubicBezTo>
                  <a:cubicBezTo>
                    <a:pt x="305" y="639"/>
                    <a:pt x="555" y="597"/>
                    <a:pt x="943" y="523"/>
                  </a:cubicBezTo>
                  <a:cubicBezTo>
                    <a:pt x="1248" y="463"/>
                    <a:pt x="1460" y="329"/>
                    <a:pt x="1617" y="232"/>
                  </a:cubicBezTo>
                  <a:cubicBezTo>
                    <a:pt x="1691" y="177"/>
                    <a:pt x="1770" y="135"/>
                    <a:pt x="1807" y="116"/>
                  </a:cubicBezTo>
                  <a:cubicBezTo>
                    <a:pt x="1837" y="107"/>
                    <a:pt x="1866" y="103"/>
                    <a:pt x="1892" y="103"/>
                  </a:cubicBezTo>
                  <a:cubicBezTo>
                    <a:pt x="1919" y="103"/>
                    <a:pt x="1943" y="107"/>
                    <a:pt x="1964" y="116"/>
                  </a:cubicBezTo>
                  <a:cubicBezTo>
                    <a:pt x="2153" y="195"/>
                    <a:pt x="2426" y="754"/>
                    <a:pt x="1654" y="1119"/>
                  </a:cubicBezTo>
                  <a:cubicBezTo>
                    <a:pt x="998" y="1429"/>
                    <a:pt x="365" y="1484"/>
                    <a:pt x="171" y="1503"/>
                  </a:cubicBezTo>
                  <a:cubicBezTo>
                    <a:pt x="116" y="1503"/>
                    <a:pt x="56" y="1521"/>
                    <a:pt x="0" y="1521"/>
                  </a:cubicBezTo>
                  <a:lnTo>
                    <a:pt x="56" y="1618"/>
                  </a:lnTo>
                  <a:lnTo>
                    <a:pt x="74" y="1618"/>
                  </a:lnTo>
                  <a:cubicBezTo>
                    <a:pt x="74" y="1618"/>
                    <a:pt x="901" y="1581"/>
                    <a:pt x="1691" y="1198"/>
                  </a:cubicBezTo>
                  <a:cubicBezTo>
                    <a:pt x="2518" y="810"/>
                    <a:pt x="2310" y="135"/>
                    <a:pt x="2001" y="19"/>
                  </a:cubicBezTo>
                  <a:cubicBezTo>
                    <a:pt x="1982" y="1"/>
                    <a:pt x="1941" y="1"/>
                    <a:pt x="190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82"/>
            <p:cNvSpPr/>
            <p:nvPr/>
          </p:nvSpPr>
          <p:spPr>
            <a:xfrm>
              <a:off x="6607694" y="3218092"/>
              <a:ext cx="752889" cy="1662150"/>
            </a:xfrm>
            <a:custGeom>
              <a:rect b="b" l="l" r="r" t="t"/>
              <a:pathLst>
                <a:path extrusionOk="0" h="12160" w="5508">
                  <a:moveTo>
                    <a:pt x="3757" y="0"/>
                  </a:moveTo>
                  <a:cubicBezTo>
                    <a:pt x="3730" y="0"/>
                    <a:pt x="3715" y="5"/>
                    <a:pt x="3715" y="5"/>
                  </a:cubicBezTo>
                  <a:lnTo>
                    <a:pt x="633" y="448"/>
                  </a:lnTo>
                  <a:lnTo>
                    <a:pt x="0" y="4431"/>
                  </a:lnTo>
                  <a:lnTo>
                    <a:pt x="97" y="11630"/>
                  </a:lnTo>
                  <a:cubicBezTo>
                    <a:pt x="97" y="11630"/>
                    <a:pt x="1538" y="12159"/>
                    <a:pt x="2605" y="12159"/>
                  </a:cubicBezTo>
                  <a:cubicBezTo>
                    <a:pt x="2675" y="12159"/>
                    <a:pt x="2743" y="12157"/>
                    <a:pt x="2809" y="12152"/>
                  </a:cubicBezTo>
                  <a:cubicBezTo>
                    <a:pt x="3891" y="12092"/>
                    <a:pt x="5411" y="11611"/>
                    <a:pt x="5411" y="11611"/>
                  </a:cubicBezTo>
                  <a:cubicBezTo>
                    <a:pt x="5411" y="11611"/>
                    <a:pt x="5508" y="7610"/>
                    <a:pt x="5101" y="3659"/>
                  </a:cubicBezTo>
                  <a:cubicBezTo>
                    <a:pt x="4764" y="211"/>
                    <a:pt x="3950" y="0"/>
                    <a:pt x="37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82"/>
            <p:cNvSpPr/>
            <p:nvPr/>
          </p:nvSpPr>
          <p:spPr>
            <a:xfrm>
              <a:off x="6602636" y="3210437"/>
              <a:ext cx="765601" cy="1677460"/>
            </a:xfrm>
            <a:custGeom>
              <a:rect b="b" l="l" r="r" t="t"/>
              <a:pathLst>
                <a:path extrusionOk="0" h="12272" w="5601">
                  <a:moveTo>
                    <a:pt x="3789" y="97"/>
                  </a:moveTo>
                  <a:cubicBezTo>
                    <a:pt x="3831" y="97"/>
                    <a:pt x="3849" y="116"/>
                    <a:pt x="3905" y="116"/>
                  </a:cubicBezTo>
                  <a:cubicBezTo>
                    <a:pt x="3983" y="158"/>
                    <a:pt x="4117" y="231"/>
                    <a:pt x="4251" y="444"/>
                  </a:cubicBezTo>
                  <a:cubicBezTo>
                    <a:pt x="4542" y="869"/>
                    <a:pt x="4907" y="1775"/>
                    <a:pt x="5101" y="3738"/>
                  </a:cubicBezTo>
                  <a:cubicBezTo>
                    <a:pt x="5485" y="7624"/>
                    <a:pt x="5388" y="11552"/>
                    <a:pt x="5388" y="11630"/>
                  </a:cubicBezTo>
                  <a:cubicBezTo>
                    <a:pt x="5332" y="11649"/>
                    <a:pt x="3886" y="12092"/>
                    <a:pt x="2846" y="12171"/>
                  </a:cubicBezTo>
                  <a:cubicBezTo>
                    <a:pt x="2809" y="12172"/>
                    <a:pt x="2770" y="12173"/>
                    <a:pt x="2731" y="12173"/>
                  </a:cubicBezTo>
                  <a:cubicBezTo>
                    <a:pt x="2216" y="12173"/>
                    <a:pt x="1598" y="12063"/>
                    <a:pt x="1095" y="11917"/>
                  </a:cubicBezTo>
                  <a:cubicBezTo>
                    <a:pt x="578" y="11783"/>
                    <a:pt x="231" y="11649"/>
                    <a:pt x="190" y="11649"/>
                  </a:cubicBezTo>
                  <a:lnTo>
                    <a:pt x="93" y="4487"/>
                  </a:lnTo>
                  <a:lnTo>
                    <a:pt x="730" y="560"/>
                  </a:lnTo>
                  <a:lnTo>
                    <a:pt x="3771" y="97"/>
                  </a:lnTo>
                  <a:close/>
                  <a:moveTo>
                    <a:pt x="3734" y="0"/>
                  </a:moveTo>
                  <a:lnTo>
                    <a:pt x="633" y="463"/>
                  </a:lnTo>
                  <a:lnTo>
                    <a:pt x="0" y="4487"/>
                  </a:lnTo>
                  <a:lnTo>
                    <a:pt x="93" y="11727"/>
                  </a:lnTo>
                  <a:lnTo>
                    <a:pt x="134" y="11727"/>
                  </a:lnTo>
                  <a:cubicBezTo>
                    <a:pt x="134" y="11727"/>
                    <a:pt x="536" y="11880"/>
                    <a:pt x="1077" y="12032"/>
                  </a:cubicBezTo>
                  <a:cubicBezTo>
                    <a:pt x="1549" y="12154"/>
                    <a:pt x="2120" y="12271"/>
                    <a:pt x="2630" y="12271"/>
                  </a:cubicBezTo>
                  <a:cubicBezTo>
                    <a:pt x="2704" y="12271"/>
                    <a:pt x="2776" y="12269"/>
                    <a:pt x="2846" y="12263"/>
                  </a:cubicBezTo>
                  <a:cubicBezTo>
                    <a:pt x="3928" y="12208"/>
                    <a:pt x="5466" y="11709"/>
                    <a:pt x="5466" y="11709"/>
                  </a:cubicBezTo>
                  <a:lnTo>
                    <a:pt x="5503" y="11709"/>
                  </a:lnTo>
                  <a:lnTo>
                    <a:pt x="5503" y="11667"/>
                  </a:lnTo>
                  <a:cubicBezTo>
                    <a:pt x="5503" y="11667"/>
                    <a:pt x="5600" y="7643"/>
                    <a:pt x="5198" y="3715"/>
                  </a:cubicBezTo>
                  <a:cubicBezTo>
                    <a:pt x="5004" y="1752"/>
                    <a:pt x="4658" y="828"/>
                    <a:pt x="4348" y="389"/>
                  </a:cubicBezTo>
                  <a:cubicBezTo>
                    <a:pt x="4196" y="176"/>
                    <a:pt x="4043" y="79"/>
                    <a:pt x="3946" y="19"/>
                  </a:cubicBezTo>
                  <a:cubicBezTo>
                    <a:pt x="3886" y="0"/>
                    <a:pt x="3831" y="0"/>
                    <a:pt x="378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82"/>
            <p:cNvSpPr/>
            <p:nvPr/>
          </p:nvSpPr>
          <p:spPr>
            <a:xfrm>
              <a:off x="6007623" y="3286847"/>
              <a:ext cx="910902" cy="1547741"/>
            </a:xfrm>
            <a:custGeom>
              <a:rect b="b" l="l" r="r" t="t"/>
              <a:pathLst>
                <a:path extrusionOk="0" h="11323" w="6664">
                  <a:moveTo>
                    <a:pt x="925" y="1"/>
                  </a:moveTo>
                  <a:cubicBezTo>
                    <a:pt x="925" y="1"/>
                    <a:pt x="597" y="712"/>
                    <a:pt x="597" y="1271"/>
                  </a:cubicBezTo>
                  <a:cubicBezTo>
                    <a:pt x="578" y="1812"/>
                    <a:pt x="634" y="2292"/>
                    <a:pt x="634" y="2292"/>
                  </a:cubicBezTo>
                  <a:lnTo>
                    <a:pt x="1" y="10609"/>
                  </a:lnTo>
                  <a:cubicBezTo>
                    <a:pt x="1" y="10609"/>
                    <a:pt x="1234" y="11302"/>
                    <a:pt x="2791" y="11321"/>
                  </a:cubicBezTo>
                  <a:cubicBezTo>
                    <a:pt x="2856" y="11322"/>
                    <a:pt x="2921" y="11322"/>
                    <a:pt x="2985" y="11322"/>
                  </a:cubicBezTo>
                  <a:cubicBezTo>
                    <a:pt x="4452" y="11322"/>
                    <a:pt x="5564" y="11127"/>
                    <a:pt x="5564" y="11127"/>
                  </a:cubicBezTo>
                  <a:lnTo>
                    <a:pt x="5947" y="4353"/>
                  </a:lnTo>
                  <a:lnTo>
                    <a:pt x="6663" y="3928"/>
                  </a:lnTo>
                  <a:cubicBezTo>
                    <a:pt x="6663" y="3928"/>
                    <a:pt x="6525" y="2195"/>
                    <a:pt x="6525" y="1387"/>
                  </a:cubicBezTo>
                  <a:cubicBezTo>
                    <a:pt x="6525" y="560"/>
                    <a:pt x="6391" y="37"/>
                    <a:pt x="6391" y="37"/>
                  </a:cubicBezTo>
                  <a:cubicBezTo>
                    <a:pt x="6391" y="37"/>
                    <a:pt x="4973" y="525"/>
                    <a:pt x="3627" y="525"/>
                  </a:cubicBezTo>
                  <a:cubicBezTo>
                    <a:pt x="3579" y="525"/>
                    <a:pt x="3532" y="524"/>
                    <a:pt x="3484" y="523"/>
                  </a:cubicBezTo>
                  <a:cubicBezTo>
                    <a:pt x="2098" y="481"/>
                    <a:pt x="925" y="1"/>
                    <a:pt x="9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82"/>
            <p:cNvSpPr/>
            <p:nvPr/>
          </p:nvSpPr>
          <p:spPr>
            <a:xfrm>
              <a:off x="5999422" y="3276049"/>
              <a:ext cx="926622" cy="1566741"/>
            </a:xfrm>
            <a:custGeom>
              <a:rect b="b" l="l" r="r" t="t"/>
              <a:pathLst>
                <a:path extrusionOk="0" h="11462" w="6779">
                  <a:moveTo>
                    <a:pt x="1003" y="140"/>
                  </a:moveTo>
                  <a:cubicBezTo>
                    <a:pt x="1082" y="177"/>
                    <a:pt x="2177" y="620"/>
                    <a:pt x="3544" y="639"/>
                  </a:cubicBezTo>
                  <a:cubicBezTo>
                    <a:pt x="3596" y="640"/>
                    <a:pt x="3648" y="641"/>
                    <a:pt x="3700" y="641"/>
                  </a:cubicBezTo>
                  <a:cubicBezTo>
                    <a:pt x="5001" y="641"/>
                    <a:pt x="6321" y="213"/>
                    <a:pt x="6414" y="195"/>
                  </a:cubicBezTo>
                  <a:cubicBezTo>
                    <a:pt x="6414" y="232"/>
                    <a:pt x="6548" y="676"/>
                    <a:pt x="6529" y="1466"/>
                  </a:cubicBezTo>
                  <a:cubicBezTo>
                    <a:pt x="6529" y="2274"/>
                    <a:pt x="6663" y="3952"/>
                    <a:pt x="6663" y="3989"/>
                  </a:cubicBezTo>
                  <a:lnTo>
                    <a:pt x="5952" y="4414"/>
                  </a:lnTo>
                  <a:lnTo>
                    <a:pt x="5587" y="11150"/>
                  </a:lnTo>
                  <a:cubicBezTo>
                    <a:pt x="5529" y="11168"/>
                    <a:pt x="4474" y="11346"/>
                    <a:pt x="3056" y="11346"/>
                  </a:cubicBezTo>
                  <a:cubicBezTo>
                    <a:pt x="2989" y="11346"/>
                    <a:pt x="2920" y="11345"/>
                    <a:pt x="2851" y="11344"/>
                  </a:cubicBezTo>
                  <a:cubicBezTo>
                    <a:pt x="1331" y="11321"/>
                    <a:pt x="158" y="10688"/>
                    <a:pt x="116" y="10651"/>
                  </a:cubicBezTo>
                  <a:lnTo>
                    <a:pt x="735" y="2371"/>
                  </a:lnTo>
                  <a:cubicBezTo>
                    <a:pt x="735" y="2371"/>
                    <a:pt x="675" y="1891"/>
                    <a:pt x="694" y="1350"/>
                  </a:cubicBezTo>
                  <a:cubicBezTo>
                    <a:pt x="717" y="851"/>
                    <a:pt x="985" y="214"/>
                    <a:pt x="1003" y="140"/>
                  </a:cubicBezTo>
                  <a:close/>
                  <a:moveTo>
                    <a:pt x="948" y="1"/>
                  </a:moveTo>
                  <a:lnTo>
                    <a:pt x="925" y="61"/>
                  </a:lnTo>
                  <a:cubicBezTo>
                    <a:pt x="925" y="61"/>
                    <a:pt x="620" y="773"/>
                    <a:pt x="601" y="1332"/>
                  </a:cubicBezTo>
                  <a:cubicBezTo>
                    <a:pt x="578" y="1891"/>
                    <a:pt x="638" y="2353"/>
                    <a:pt x="638" y="2371"/>
                  </a:cubicBezTo>
                  <a:lnTo>
                    <a:pt x="1" y="10707"/>
                  </a:lnTo>
                  <a:lnTo>
                    <a:pt x="42" y="10725"/>
                  </a:lnTo>
                  <a:cubicBezTo>
                    <a:pt x="42" y="10725"/>
                    <a:pt x="1271" y="11437"/>
                    <a:pt x="2851" y="11460"/>
                  </a:cubicBezTo>
                  <a:cubicBezTo>
                    <a:pt x="2911" y="11461"/>
                    <a:pt x="2971" y="11461"/>
                    <a:pt x="3030" y="11461"/>
                  </a:cubicBezTo>
                  <a:cubicBezTo>
                    <a:pt x="4506" y="11461"/>
                    <a:pt x="5642" y="11247"/>
                    <a:pt x="5642" y="11247"/>
                  </a:cubicBezTo>
                  <a:lnTo>
                    <a:pt x="5684" y="11247"/>
                  </a:lnTo>
                  <a:lnTo>
                    <a:pt x="6049" y="4469"/>
                  </a:lnTo>
                  <a:lnTo>
                    <a:pt x="6779" y="4044"/>
                  </a:lnTo>
                  <a:lnTo>
                    <a:pt x="6779" y="4007"/>
                  </a:lnTo>
                  <a:cubicBezTo>
                    <a:pt x="6779" y="4007"/>
                    <a:pt x="6645" y="2274"/>
                    <a:pt x="6645" y="1466"/>
                  </a:cubicBezTo>
                  <a:cubicBezTo>
                    <a:pt x="6645" y="639"/>
                    <a:pt x="6511" y="116"/>
                    <a:pt x="6511" y="116"/>
                  </a:cubicBezTo>
                  <a:lnTo>
                    <a:pt x="6492" y="61"/>
                  </a:lnTo>
                  <a:lnTo>
                    <a:pt x="6432" y="80"/>
                  </a:lnTo>
                  <a:cubicBezTo>
                    <a:pt x="6432" y="80"/>
                    <a:pt x="5036" y="544"/>
                    <a:pt x="3693" y="544"/>
                  </a:cubicBezTo>
                  <a:cubicBezTo>
                    <a:pt x="3644" y="544"/>
                    <a:pt x="3594" y="543"/>
                    <a:pt x="3544" y="542"/>
                  </a:cubicBezTo>
                  <a:cubicBezTo>
                    <a:pt x="2158" y="505"/>
                    <a:pt x="1003" y="24"/>
                    <a:pt x="1003" y="24"/>
                  </a:cubicBezTo>
                  <a:lnTo>
                    <a:pt x="948" y="1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82"/>
            <p:cNvSpPr/>
            <p:nvPr/>
          </p:nvSpPr>
          <p:spPr>
            <a:xfrm>
              <a:off x="6110004" y="2110897"/>
              <a:ext cx="1005628" cy="1175671"/>
            </a:xfrm>
            <a:custGeom>
              <a:rect b="b" l="l" r="r" t="t"/>
              <a:pathLst>
                <a:path extrusionOk="0" h="8601" w="7357">
                  <a:moveTo>
                    <a:pt x="5124" y="0"/>
                  </a:moveTo>
                  <a:cubicBezTo>
                    <a:pt x="5124" y="0"/>
                    <a:pt x="1331" y="323"/>
                    <a:pt x="1021" y="439"/>
                  </a:cubicBezTo>
                  <a:cubicBezTo>
                    <a:pt x="1021" y="439"/>
                    <a:pt x="619" y="536"/>
                    <a:pt x="328" y="615"/>
                  </a:cubicBezTo>
                  <a:cubicBezTo>
                    <a:pt x="42" y="712"/>
                    <a:pt x="0" y="827"/>
                    <a:pt x="0" y="827"/>
                  </a:cubicBezTo>
                  <a:cubicBezTo>
                    <a:pt x="0" y="827"/>
                    <a:pt x="1063" y="4177"/>
                    <a:pt x="1081" y="5217"/>
                  </a:cubicBezTo>
                  <a:cubicBezTo>
                    <a:pt x="1081" y="6238"/>
                    <a:pt x="869" y="8239"/>
                    <a:pt x="869" y="8239"/>
                  </a:cubicBezTo>
                  <a:cubicBezTo>
                    <a:pt x="869" y="8239"/>
                    <a:pt x="1459" y="8600"/>
                    <a:pt x="2729" y="8600"/>
                  </a:cubicBezTo>
                  <a:cubicBezTo>
                    <a:pt x="3263" y="8600"/>
                    <a:pt x="3918" y="8536"/>
                    <a:pt x="4699" y="8354"/>
                  </a:cubicBezTo>
                  <a:cubicBezTo>
                    <a:pt x="7356" y="7739"/>
                    <a:pt x="7259" y="7351"/>
                    <a:pt x="7259" y="7351"/>
                  </a:cubicBezTo>
                  <a:cubicBezTo>
                    <a:pt x="7259" y="7351"/>
                    <a:pt x="6778" y="6159"/>
                    <a:pt x="6681" y="5332"/>
                  </a:cubicBezTo>
                  <a:cubicBezTo>
                    <a:pt x="6608" y="4524"/>
                    <a:pt x="6608" y="3599"/>
                    <a:pt x="6529" y="2809"/>
                  </a:cubicBezTo>
                  <a:cubicBezTo>
                    <a:pt x="6432" y="2019"/>
                    <a:pt x="5757" y="555"/>
                    <a:pt x="5642" y="347"/>
                  </a:cubicBezTo>
                  <a:cubicBezTo>
                    <a:pt x="5545" y="134"/>
                    <a:pt x="5124" y="0"/>
                    <a:pt x="51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82"/>
            <p:cNvSpPr/>
            <p:nvPr/>
          </p:nvSpPr>
          <p:spPr>
            <a:xfrm>
              <a:off x="6102350" y="2105156"/>
              <a:ext cx="1005628" cy="1188793"/>
            </a:xfrm>
            <a:custGeom>
              <a:rect b="b" l="l" r="r" t="t"/>
              <a:pathLst>
                <a:path extrusionOk="0" h="8697" w="7357">
                  <a:moveTo>
                    <a:pt x="5180" y="97"/>
                  </a:moveTo>
                  <a:cubicBezTo>
                    <a:pt x="5180" y="97"/>
                    <a:pt x="5277" y="134"/>
                    <a:pt x="5370" y="176"/>
                  </a:cubicBezTo>
                  <a:cubicBezTo>
                    <a:pt x="5485" y="231"/>
                    <a:pt x="5624" y="329"/>
                    <a:pt x="5661" y="407"/>
                  </a:cubicBezTo>
                  <a:cubicBezTo>
                    <a:pt x="5776" y="620"/>
                    <a:pt x="6433" y="2080"/>
                    <a:pt x="6525" y="2851"/>
                  </a:cubicBezTo>
                  <a:cubicBezTo>
                    <a:pt x="6622" y="3641"/>
                    <a:pt x="6603" y="4566"/>
                    <a:pt x="6700" y="5393"/>
                  </a:cubicBezTo>
                  <a:cubicBezTo>
                    <a:pt x="6779" y="6220"/>
                    <a:pt x="7260" y="7375"/>
                    <a:pt x="7260" y="7393"/>
                  </a:cubicBezTo>
                  <a:cubicBezTo>
                    <a:pt x="7260" y="7393"/>
                    <a:pt x="7260" y="7412"/>
                    <a:pt x="7241" y="7435"/>
                  </a:cubicBezTo>
                  <a:cubicBezTo>
                    <a:pt x="7218" y="7472"/>
                    <a:pt x="7144" y="7527"/>
                    <a:pt x="7010" y="7624"/>
                  </a:cubicBezTo>
                  <a:cubicBezTo>
                    <a:pt x="6700" y="7781"/>
                    <a:pt x="6063" y="8049"/>
                    <a:pt x="4755" y="8359"/>
                  </a:cubicBezTo>
                  <a:cubicBezTo>
                    <a:pt x="3997" y="8533"/>
                    <a:pt x="3362" y="8596"/>
                    <a:pt x="2843" y="8596"/>
                  </a:cubicBezTo>
                  <a:cubicBezTo>
                    <a:pt x="2454" y="8596"/>
                    <a:pt x="2130" y="8561"/>
                    <a:pt x="1867" y="8512"/>
                  </a:cubicBezTo>
                  <a:cubicBezTo>
                    <a:pt x="1253" y="8415"/>
                    <a:pt x="1003" y="8244"/>
                    <a:pt x="980" y="8244"/>
                  </a:cubicBezTo>
                  <a:cubicBezTo>
                    <a:pt x="980" y="8183"/>
                    <a:pt x="1193" y="6280"/>
                    <a:pt x="1174" y="5259"/>
                  </a:cubicBezTo>
                  <a:cubicBezTo>
                    <a:pt x="1174" y="4718"/>
                    <a:pt x="906" y="3623"/>
                    <a:pt x="634" y="2657"/>
                  </a:cubicBezTo>
                  <a:cubicBezTo>
                    <a:pt x="384" y="1696"/>
                    <a:pt x="116" y="888"/>
                    <a:pt x="116" y="869"/>
                  </a:cubicBezTo>
                  <a:lnTo>
                    <a:pt x="153" y="828"/>
                  </a:lnTo>
                  <a:cubicBezTo>
                    <a:pt x="195" y="791"/>
                    <a:pt x="269" y="754"/>
                    <a:pt x="403" y="712"/>
                  </a:cubicBezTo>
                  <a:cubicBezTo>
                    <a:pt x="675" y="620"/>
                    <a:pt x="1077" y="523"/>
                    <a:pt x="1077" y="523"/>
                  </a:cubicBezTo>
                  <a:lnTo>
                    <a:pt x="1096" y="523"/>
                  </a:lnTo>
                  <a:cubicBezTo>
                    <a:pt x="1119" y="523"/>
                    <a:pt x="1211" y="504"/>
                    <a:pt x="1350" y="481"/>
                  </a:cubicBezTo>
                  <a:cubicBezTo>
                    <a:pt x="1484" y="463"/>
                    <a:pt x="1655" y="444"/>
                    <a:pt x="1849" y="407"/>
                  </a:cubicBezTo>
                  <a:cubicBezTo>
                    <a:pt x="2251" y="365"/>
                    <a:pt x="2755" y="310"/>
                    <a:pt x="3254" y="273"/>
                  </a:cubicBezTo>
                  <a:cubicBezTo>
                    <a:pt x="4238" y="176"/>
                    <a:pt x="5162" y="97"/>
                    <a:pt x="5180" y="97"/>
                  </a:cubicBezTo>
                  <a:close/>
                  <a:moveTo>
                    <a:pt x="5180" y="0"/>
                  </a:moveTo>
                  <a:cubicBezTo>
                    <a:pt x="5180" y="0"/>
                    <a:pt x="4238" y="79"/>
                    <a:pt x="3254" y="176"/>
                  </a:cubicBezTo>
                  <a:cubicBezTo>
                    <a:pt x="2755" y="213"/>
                    <a:pt x="2251" y="273"/>
                    <a:pt x="1849" y="310"/>
                  </a:cubicBezTo>
                  <a:cubicBezTo>
                    <a:pt x="1636" y="329"/>
                    <a:pt x="1465" y="347"/>
                    <a:pt x="1327" y="365"/>
                  </a:cubicBezTo>
                  <a:cubicBezTo>
                    <a:pt x="1211" y="389"/>
                    <a:pt x="1119" y="407"/>
                    <a:pt x="1059" y="426"/>
                  </a:cubicBezTo>
                  <a:cubicBezTo>
                    <a:pt x="1059" y="426"/>
                    <a:pt x="657" y="523"/>
                    <a:pt x="366" y="597"/>
                  </a:cubicBezTo>
                  <a:cubicBezTo>
                    <a:pt x="213" y="657"/>
                    <a:pt x="135" y="712"/>
                    <a:pt x="79" y="754"/>
                  </a:cubicBezTo>
                  <a:cubicBezTo>
                    <a:pt x="56" y="791"/>
                    <a:pt x="38" y="809"/>
                    <a:pt x="19" y="828"/>
                  </a:cubicBezTo>
                  <a:lnTo>
                    <a:pt x="19" y="851"/>
                  </a:lnTo>
                  <a:lnTo>
                    <a:pt x="1" y="869"/>
                  </a:lnTo>
                  <a:lnTo>
                    <a:pt x="19" y="888"/>
                  </a:lnTo>
                  <a:cubicBezTo>
                    <a:pt x="19" y="888"/>
                    <a:pt x="269" y="1715"/>
                    <a:pt x="541" y="2699"/>
                  </a:cubicBezTo>
                  <a:cubicBezTo>
                    <a:pt x="809" y="3660"/>
                    <a:pt x="1059" y="4755"/>
                    <a:pt x="1077" y="5259"/>
                  </a:cubicBezTo>
                  <a:cubicBezTo>
                    <a:pt x="1096" y="6280"/>
                    <a:pt x="865" y="8262"/>
                    <a:pt x="865" y="8262"/>
                  </a:cubicBezTo>
                  <a:lnTo>
                    <a:pt x="865" y="8299"/>
                  </a:lnTo>
                  <a:lnTo>
                    <a:pt x="906" y="8317"/>
                  </a:lnTo>
                  <a:cubicBezTo>
                    <a:pt x="906" y="8317"/>
                    <a:pt x="1211" y="8512"/>
                    <a:pt x="1849" y="8627"/>
                  </a:cubicBezTo>
                  <a:cubicBezTo>
                    <a:pt x="2108" y="8667"/>
                    <a:pt x="2422" y="8696"/>
                    <a:pt x="2794" y="8696"/>
                  </a:cubicBezTo>
                  <a:cubicBezTo>
                    <a:pt x="3332" y="8696"/>
                    <a:pt x="3990" y="8634"/>
                    <a:pt x="4774" y="8451"/>
                  </a:cubicBezTo>
                  <a:cubicBezTo>
                    <a:pt x="6104" y="8147"/>
                    <a:pt x="6737" y="7897"/>
                    <a:pt x="7047" y="7703"/>
                  </a:cubicBezTo>
                  <a:cubicBezTo>
                    <a:pt x="7218" y="7624"/>
                    <a:pt x="7297" y="7550"/>
                    <a:pt x="7334" y="7490"/>
                  </a:cubicBezTo>
                  <a:cubicBezTo>
                    <a:pt x="7357" y="7453"/>
                    <a:pt x="7357" y="7435"/>
                    <a:pt x="7357" y="7412"/>
                  </a:cubicBezTo>
                  <a:lnTo>
                    <a:pt x="7357" y="7393"/>
                  </a:lnTo>
                  <a:lnTo>
                    <a:pt x="7357" y="7375"/>
                  </a:lnTo>
                  <a:cubicBezTo>
                    <a:pt x="7357" y="7375"/>
                    <a:pt x="6895" y="6183"/>
                    <a:pt x="6798" y="5374"/>
                  </a:cubicBezTo>
                  <a:cubicBezTo>
                    <a:pt x="6700" y="4566"/>
                    <a:pt x="6719" y="3641"/>
                    <a:pt x="6622" y="2851"/>
                  </a:cubicBezTo>
                  <a:cubicBezTo>
                    <a:pt x="6525" y="2043"/>
                    <a:pt x="5873" y="578"/>
                    <a:pt x="5758" y="365"/>
                  </a:cubicBezTo>
                  <a:cubicBezTo>
                    <a:pt x="5679" y="231"/>
                    <a:pt x="5545" y="158"/>
                    <a:pt x="5430" y="97"/>
                  </a:cubicBezTo>
                  <a:cubicBezTo>
                    <a:pt x="5314" y="19"/>
                    <a:pt x="5199" y="0"/>
                    <a:pt x="519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82"/>
            <p:cNvSpPr/>
            <p:nvPr/>
          </p:nvSpPr>
          <p:spPr>
            <a:xfrm>
              <a:off x="6260227" y="1815919"/>
              <a:ext cx="510537" cy="446566"/>
            </a:xfrm>
            <a:custGeom>
              <a:rect b="b" l="l" r="r" t="t"/>
              <a:pathLst>
                <a:path extrusionOk="0" h="3267" w="3735">
                  <a:moveTo>
                    <a:pt x="1022" y="0"/>
                  </a:moveTo>
                  <a:cubicBezTo>
                    <a:pt x="1022" y="0"/>
                    <a:pt x="943" y="1539"/>
                    <a:pt x="749" y="1927"/>
                  </a:cubicBezTo>
                  <a:cubicBezTo>
                    <a:pt x="634" y="2177"/>
                    <a:pt x="250" y="2366"/>
                    <a:pt x="1" y="2463"/>
                  </a:cubicBezTo>
                  <a:cubicBezTo>
                    <a:pt x="331" y="2865"/>
                    <a:pt x="852" y="3267"/>
                    <a:pt x="1592" y="3267"/>
                  </a:cubicBezTo>
                  <a:cubicBezTo>
                    <a:pt x="1669" y="3267"/>
                    <a:pt x="1749" y="3262"/>
                    <a:pt x="1831" y="3253"/>
                  </a:cubicBezTo>
                  <a:cubicBezTo>
                    <a:pt x="2810" y="3138"/>
                    <a:pt x="3406" y="2579"/>
                    <a:pt x="3734" y="2158"/>
                  </a:cubicBezTo>
                  <a:cubicBezTo>
                    <a:pt x="3697" y="2116"/>
                    <a:pt x="3637" y="2098"/>
                    <a:pt x="3582" y="2061"/>
                  </a:cubicBezTo>
                  <a:cubicBezTo>
                    <a:pt x="3235" y="1867"/>
                    <a:pt x="2907" y="1617"/>
                    <a:pt x="2810" y="1386"/>
                  </a:cubicBezTo>
                  <a:cubicBezTo>
                    <a:pt x="2736" y="1137"/>
                    <a:pt x="2773" y="0"/>
                    <a:pt x="2773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82"/>
            <p:cNvSpPr/>
            <p:nvPr/>
          </p:nvSpPr>
          <p:spPr>
            <a:xfrm>
              <a:off x="6246968" y="1807717"/>
              <a:ext cx="534458" cy="462832"/>
            </a:xfrm>
            <a:custGeom>
              <a:rect b="b" l="l" r="r" t="t"/>
              <a:pathLst>
                <a:path extrusionOk="0" h="3386" w="3910">
                  <a:moveTo>
                    <a:pt x="1174" y="97"/>
                  </a:moveTo>
                  <a:lnTo>
                    <a:pt x="2810" y="116"/>
                  </a:lnTo>
                  <a:lnTo>
                    <a:pt x="2810" y="656"/>
                  </a:lnTo>
                  <a:lnTo>
                    <a:pt x="2810" y="1118"/>
                  </a:lnTo>
                  <a:cubicBezTo>
                    <a:pt x="2833" y="1271"/>
                    <a:pt x="2833" y="1386"/>
                    <a:pt x="2870" y="1446"/>
                  </a:cubicBezTo>
                  <a:cubicBezTo>
                    <a:pt x="2949" y="1714"/>
                    <a:pt x="3295" y="1987"/>
                    <a:pt x="3642" y="2158"/>
                  </a:cubicBezTo>
                  <a:cubicBezTo>
                    <a:pt x="3679" y="2176"/>
                    <a:pt x="3716" y="2195"/>
                    <a:pt x="3757" y="2218"/>
                  </a:cubicBezTo>
                  <a:cubicBezTo>
                    <a:pt x="3429" y="2639"/>
                    <a:pt x="2852" y="3161"/>
                    <a:pt x="1928" y="3258"/>
                  </a:cubicBezTo>
                  <a:cubicBezTo>
                    <a:pt x="1848" y="3267"/>
                    <a:pt x="1771" y="3271"/>
                    <a:pt x="1696" y="3271"/>
                  </a:cubicBezTo>
                  <a:cubicBezTo>
                    <a:pt x="1008" y="3271"/>
                    <a:pt x="506" y="2908"/>
                    <a:pt x="176" y="2541"/>
                  </a:cubicBezTo>
                  <a:cubicBezTo>
                    <a:pt x="292" y="2486"/>
                    <a:pt x="426" y="2426"/>
                    <a:pt x="560" y="2352"/>
                  </a:cubicBezTo>
                  <a:cubicBezTo>
                    <a:pt x="694" y="2255"/>
                    <a:pt x="828" y="2139"/>
                    <a:pt x="906" y="2005"/>
                  </a:cubicBezTo>
                  <a:cubicBezTo>
                    <a:pt x="943" y="1908"/>
                    <a:pt x="985" y="1733"/>
                    <a:pt x="1022" y="1525"/>
                  </a:cubicBezTo>
                  <a:cubicBezTo>
                    <a:pt x="1059" y="1331"/>
                    <a:pt x="1077" y="1100"/>
                    <a:pt x="1100" y="887"/>
                  </a:cubicBezTo>
                  <a:cubicBezTo>
                    <a:pt x="1156" y="462"/>
                    <a:pt x="1174" y="157"/>
                    <a:pt x="1174" y="97"/>
                  </a:cubicBezTo>
                  <a:close/>
                  <a:moveTo>
                    <a:pt x="1077" y="0"/>
                  </a:moveTo>
                  <a:lnTo>
                    <a:pt x="1077" y="60"/>
                  </a:lnTo>
                  <a:cubicBezTo>
                    <a:pt x="1077" y="60"/>
                    <a:pt x="1040" y="444"/>
                    <a:pt x="1003" y="869"/>
                  </a:cubicBezTo>
                  <a:cubicBezTo>
                    <a:pt x="985" y="1081"/>
                    <a:pt x="943" y="1312"/>
                    <a:pt x="925" y="1525"/>
                  </a:cubicBezTo>
                  <a:cubicBezTo>
                    <a:pt x="888" y="1714"/>
                    <a:pt x="846" y="1871"/>
                    <a:pt x="809" y="1964"/>
                  </a:cubicBezTo>
                  <a:cubicBezTo>
                    <a:pt x="754" y="2061"/>
                    <a:pt x="638" y="2176"/>
                    <a:pt x="500" y="2255"/>
                  </a:cubicBezTo>
                  <a:cubicBezTo>
                    <a:pt x="366" y="2352"/>
                    <a:pt x="195" y="2426"/>
                    <a:pt x="79" y="2486"/>
                  </a:cubicBezTo>
                  <a:lnTo>
                    <a:pt x="1" y="2505"/>
                  </a:lnTo>
                  <a:lnTo>
                    <a:pt x="61" y="2565"/>
                  </a:lnTo>
                  <a:cubicBezTo>
                    <a:pt x="394" y="2965"/>
                    <a:pt x="950" y="3385"/>
                    <a:pt x="1720" y="3385"/>
                  </a:cubicBezTo>
                  <a:cubicBezTo>
                    <a:pt x="1793" y="3385"/>
                    <a:pt x="1869" y="3381"/>
                    <a:pt x="1946" y="3373"/>
                  </a:cubicBezTo>
                  <a:cubicBezTo>
                    <a:pt x="2949" y="3258"/>
                    <a:pt x="3545" y="2680"/>
                    <a:pt x="3891" y="2237"/>
                  </a:cubicBezTo>
                  <a:lnTo>
                    <a:pt x="3910" y="2195"/>
                  </a:lnTo>
                  <a:lnTo>
                    <a:pt x="3873" y="2158"/>
                  </a:lnTo>
                  <a:cubicBezTo>
                    <a:pt x="3813" y="2139"/>
                    <a:pt x="3757" y="2103"/>
                    <a:pt x="3697" y="2079"/>
                  </a:cubicBezTo>
                  <a:cubicBezTo>
                    <a:pt x="3351" y="1890"/>
                    <a:pt x="3041" y="1640"/>
                    <a:pt x="2967" y="1428"/>
                  </a:cubicBezTo>
                  <a:cubicBezTo>
                    <a:pt x="2949" y="1368"/>
                    <a:pt x="2926" y="1252"/>
                    <a:pt x="2926" y="1118"/>
                  </a:cubicBezTo>
                  <a:cubicBezTo>
                    <a:pt x="2907" y="984"/>
                    <a:pt x="2907" y="809"/>
                    <a:pt x="2907" y="656"/>
                  </a:cubicBezTo>
                  <a:cubicBezTo>
                    <a:pt x="2907" y="347"/>
                    <a:pt x="2926" y="60"/>
                    <a:pt x="2926" y="60"/>
                  </a:cubicBezTo>
                  <a:lnTo>
                    <a:pt x="2926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82"/>
            <p:cNvSpPr/>
            <p:nvPr/>
          </p:nvSpPr>
          <p:spPr>
            <a:xfrm>
              <a:off x="6183817" y="2042005"/>
              <a:ext cx="681673" cy="307963"/>
            </a:xfrm>
            <a:custGeom>
              <a:rect b="b" l="l" r="r" t="t"/>
              <a:pathLst>
                <a:path extrusionOk="0" h="2253" w="4987">
                  <a:moveTo>
                    <a:pt x="3776" y="0"/>
                  </a:moveTo>
                  <a:cubicBezTo>
                    <a:pt x="3697" y="0"/>
                    <a:pt x="3776" y="925"/>
                    <a:pt x="2755" y="1082"/>
                  </a:cubicBezTo>
                  <a:cubicBezTo>
                    <a:pt x="2685" y="1092"/>
                    <a:pt x="2617" y="1097"/>
                    <a:pt x="2553" y="1097"/>
                  </a:cubicBezTo>
                  <a:cubicBezTo>
                    <a:pt x="1668" y="1097"/>
                    <a:pt x="1234" y="194"/>
                    <a:pt x="1234" y="194"/>
                  </a:cubicBezTo>
                  <a:cubicBezTo>
                    <a:pt x="1234" y="194"/>
                    <a:pt x="1191" y="151"/>
                    <a:pt x="1111" y="151"/>
                  </a:cubicBezTo>
                  <a:cubicBezTo>
                    <a:pt x="1070" y="151"/>
                    <a:pt x="1020" y="162"/>
                    <a:pt x="962" y="194"/>
                  </a:cubicBezTo>
                  <a:cubicBezTo>
                    <a:pt x="791" y="291"/>
                    <a:pt x="694" y="462"/>
                    <a:pt x="347" y="559"/>
                  </a:cubicBezTo>
                  <a:cubicBezTo>
                    <a:pt x="1" y="657"/>
                    <a:pt x="79" y="675"/>
                    <a:pt x="310" y="906"/>
                  </a:cubicBezTo>
                  <a:cubicBezTo>
                    <a:pt x="496" y="1092"/>
                    <a:pt x="1434" y="2253"/>
                    <a:pt x="2763" y="2253"/>
                  </a:cubicBezTo>
                  <a:cubicBezTo>
                    <a:pt x="2951" y="2253"/>
                    <a:pt x="3147" y="2229"/>
                    <a:pt x="3351" y="2177"/>
                  </a:cubicBezTo>
                  <a:cubicBezTo>
                    <a:pt x="4986" y="1775"/>
                    <a:pt x="4797" y="523"/>
                    <a:pt x="4737" y="444"/>
                  </a:cubicBezTo>
                  <a:cubicBezTo>
                    <a:pt x="4700" y="389"/>
                    <a:pt x="3873" y="0"/>
                    <a:pt x="37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82"/>
            <p:cNvSpPr/>
            <p:nvPr/>
          </p:nvSpPr>
          <p:spPr>
            <a:xfrm>
              <a:off x="6192018" y="2034350"/>
              <a:ext cx="652558" cy="323409"/>
            </a:xfrm>
            <a:custGeom>
              <a:rect b="b" l="l" r="r" t="t"/>
              <a:pathLst>
                <a:path extrusionOk="0" h="2366" w="4774">
                  <a:moveTo>
                    <a:pt x="3771" y="116"/>
                  </a:moveTo>
                  <a:cubicBezTo>
                    <a:pt x="3790" y="135"/>
                    <a:pt x="3831" y="153"/>
                    <a:pt x="3868" y="153"/>
                  </a:cubicBezTo>
                  <a:cubicBezTo>
                    <a:pt x="3965" y="190"/>
                    <a:pt x="4081" y="250"/>
                    <a:pt x="4196" y="306"/>
                  </a:cubicBezTo>
                  <a:cubicBezTo>
                    <a:pt x="4293" y="347"/>
                    <a:pt x="4409" y="403"/>
                    <a:pt x="4506" y="445"/>
                  </a:cubicBezTo>
                  <a:cubicBezTo>
                    <a:pt x="4543" y="481"/>
                    <a:pt x="4580" y="500"/>
                    <a:pt x="4598" y="500"/>
                  </a:cubicBezTo>
                  <a:cubicBezTo>
                    <a:pt x="4621" y="518"/>
                    <a:pt x="4640" y="537"/>
                    <a:pt x="4640" y="537"/>
                  </a:cubicBezTo>
                  <a:cubicBezTo>
                    <a:pt x="4640" y="560"/>
                    <a:pt x="4658" y="579"/>
                    <a:pt x="4658" y="597"/>
                  </a:cubicBezTo>
                  <a:lnTo>
                    <a:pt x="4658" y="749"/>
                  </a:lnTo>
                  <a:cubicBezTo>
                    <a:pt x="4658" y="865"/>
                    <a:pt x="4640" y="1041"/>
                    <a:pt x="4580" y="1230"/>
                  </a:cubicBezTo>
                  <a:cubicBezTo>
                    <a:pt x="4427" y="1577"/>
                    <a:pt x="4081" y="1983"/>
                    <a:pt x="3291" y="2196"/>
                  </a:cubicBezTo>
                  <a:cubicBezTo>
                    <a:pt x="3098" y="2241"/>
                    <a:pt x="2913" y="2261"/>
                    <a:pt x="2734" y="2261"/>
                  </a:cubicBezTo>
                  <a:cubicBezTo>
                    <a:pt x="2162" y="2261"/>
                    <a:pt x="1666" y="2053"/>
                    <a:pt x="1271" y="1789"/>
                  </a:cubicBezTo>
                  <a:cubicBezTo>
                    <a:pt x="999" y="1618"/>
                    <a:pt x="786" y="1424"/>
                    <a:pt x="615" y="1272"/>
                  </a:cubicBezTo>
                  <a:cubicBezTo>
                    <a:pt x="463" y="1096"/>
                    <a:pt x="347" y="981"/>
                    <a:pt x="287" y="925"/>
                  </a:cubicBezTo>
                  <a:cubicBezTo>
                    <a:pt x="232" y="865"/>
                    <a:pt x="172" y="828"/>
                    <a:pt x="153" y="791"/>
                  </a:cubicBezTo>
                  <a:lnTo>
                    <a:pt x="116" y="749"/>
                  </a:lnTo>
                  <a:cubicBezTo>
                    <a:pt x="116" y="731"/>
                    <a:pt x="116" y="731"/>
                    <a:pt x="135" y="731"/>
                  </a:cubicBezTo>
                  <a:cubicBezTo>
                    <a:pt x="153" y="713"/>
                    <a:pt x="209" y="694"/>
                    <a:pt x="306" y="676"/>
                  </a:cubicBezTo>
                  <a:cubicBezTo>
                    <a:pt x="671" y="579"/>
                    <a:pt x="786" y="384"/>
                    <a:pt x="943" y="287"/>
                  </a:cubicBezTo>
                  <a:cubicBezTo>
                    <a:pt x="976" y="266"/>
                    <a:pt x="1010" y="257"/>
                    <a:pt x="1040" y="257"/>
                  </a:cubicBezTo>
                  <a:cubicBezTo>
                    <a:pt x="1061" y="257"/>
                    <a:pt x="1081" y="261"/>
                    <a:pt x="1096" y="269"/>
                  </a:cubicBezTo>
                  <a:cubicBezTo>
                    <a:pt x="1133" y="269"/>
                    <a:pt x="1133" y="287"/>
                    <a:pt x="1133" y="287"/>
                  </a:cubicBezTo>
                  <a:cubicBezTo>
                    <a:pt x="1156" y="306"/>
                    <a:pt x="1271" y="537"/>
                    <a:pt x="1521" y="791"/>
                  </a:cubicBezTo>
                  <a:cubicBezTo>
                    <a:pt x="1731" y="1001"/>
                    <a:pt x="2048" y="1197"/>
                    <a:pt x="2453" y="1197"/>
                  </a:cubicBezTo>
                  <a:cubicBezTo>
                    <a:pt x="2531" y="1197"/>
                    <a:pt x="2611" y="1190"/>
                    <a:pt x="2695" y="1175"/>
                  </a:cubicBezTo>
                  <a:cubicBezTo>
                    <a:pt x="3235" y="1096"/>
                    <a:pt x="3485" y="828"/>
                    <a:pt x="3600" y="560"/>
                  </a:cubicBezTo>
                  <a:cubicBezTo>
                    <a:pt x="3656" y="421"/>
                    <a:pt x="3697" y="306"/>
                    <a:pt x="3716" y="213"/>
                  </a:cubicBezTo>
                  <a:cubicBezTo>
                    <a:pt x="3734" y="172"/>
                    <a:pt x="3734" y="135"/>
                    <a:pt x="3734" y="116"/>
                  </a:cubicBezTo>
                  <a:close/>
                  <a:moveTo>
                    <a:pt x="3716" y="1"/>
                  </a:moveTo>
                  <a:cubicBezTo>
                    <a:pt x="3697" y="1"/>
                    <a:pt x="3674" y="19"/>
                    <a:pt x="3656" y="38"/>
                  </a:cubicBezTo>
                  <a:cubicBezTo>
                    <a:pt x="3656" y="56"/>
                    <a:pt x="3637" y="56"/>
                    <a:pt x="3637" y="75"/>
                  </a:cubicBezTo>
                  <a:cubicBezTo>
                    <a:pt x="3637" y="116"/>
                    <a:pt x="3619" y="135"/>
                    <a:pt x="3619" y="190"/>
                  </a:cubicBezTo>
                  <a:cubicBezTo>
                    <a:pt x="3600" y="269"/>
                    <a:pt x="3559" y="384"/>
                    <a:pt x="3503" y="518"/>
                  </a:cubicBezTo>
                  <a:cubicBezTo>
                    <a:pt x="3406" y="749"/>
                    <a:pt x="3175" y="999"/>
                    <a:pt x="2695" y="1078"/>
                  </a:cubicBezTo>
                  <a:cubicBezTo>
                    <a:pt x="2622" y="1089"/>
                    <a:pt x="2553" y="1094"/>
                    <a:pt x="2486" y="1094"/>
                  </a:cubicBezTo>
                  <a:cubicBezTo>
                    <a:pt x="2091" y="1094"/>
                    <a:pt x="1792" y="910"/>
                    <a:pt x="1595" y="713"/>
                  </a:cubicBezTo>
                  <a:cubicBezTo>
                    <a:pt x="1345" y="481"/>
                    <a:pt x="1230" y="232"/>
                    <a:pt x="1230" y="232"/>
                  </a:cubicBezTo>
                  <a:lnTo>
                    <a:pt x="1211" y="213"/>
                  </a:lnTo>
                  <a:cubicBezTo>
                    <a:pt x="1211" y="213"/>
                    <a:pt x="1174" y="172"/>
                    <a:pt x="1114" y="153"/>
                  </a:cubicBezTo>
                  <a:cubicBezTo>
                    <a:pt x="1059" y="153"/>
                    <a:pt x="980" y="153"/>
                    <a:pt x="883" y="213"/>
                  </a:cubicBezTo>
                  <a:cubicBezTo>
                    <a:pt x="694" y="306"/>
                    <a:pt x="615" y="481"/>
                    <a:pt x="269" y="579"/>
                  </a:cubicBezTo>
                  <a:cubicBezTo>
                    <a:pt x="190" y="597"/>
                    <a:pt x="135" y="615"/>
                    <a:pt x="75" y="634"/>
                  </a:cubicBezTo>
                  <a:cubicBezTo>
                    <a:pt x="56" y="652"/>
                    <a:pt x="38" y="652"/>
                    <a:pt x="19" y="676"/>
                  </a:cubicBezTo>
                  <a:cubicBezTo>
                    <a:pt x="1" y="694"/>
                    <a:pt x="1" y="731"/>
                    <a:pt x="1" y="749"/>
                  </a:cubicBezTo>
                  <a:cubicBezTo>
                    <a:pt x="1" y="791"/>
                    <a:pt x="38" y="828"/>
                    <a:pt x="75" y="865"/>
                  </a:cubicBezTo>
                  <a:lnTo>
                    <a:pt x="209" y="999"/>
                  </a:lnTo>
                  <a:cubicBezTo>
                    <a:pt x="269" y="1041"/>
                    <a:pt x="384" y="1175"/>
                    <a:pt x="555" y="1346"/>
                  </a:cubicBezTo>
                  <a:cubicBezTo>
                    <a:pt x="712" y="1503"/>
                    <a:pt x="943" y="1692"/>
                    <a:pt x="1211" y="1886"/>
                  </a:cubicBezTo>
                  <a:cubicBezTo>
                    <a:pt x="1621" y="2148"/>
                    <a:pt x="2138" y="2366"/>
                    <a:pt x="2724" y="2366"/>
                  </a:cubicBezTo>
                  <a:cubicBezTo>
                    <a:pt x="2913" y="2366"/>
                    <a:pt x="3108" y="2343"/>
                    <a:pt x="3309" y="2293"/>
                  </a:cubicBezTo>
                  <a:cubicBezTo>
                    <a:pt x="4136" y="2080"/>
                    <a:pt x="4524" y="1655"/>
                    <a:pt x="4677" y="1272"/>
                  </a:cubicBezTo>
                  <a:cubicBezTo>
                    <a:pt x="4755" y="1078"/>
                    <a:pt x="4774" y="883"/>
                    <a:pt x="4774" y="749"/>
                  </a:cubicBezTo>
                  <a:cubicBezTo>
                    <a:pt x="4774" y="676"/>
                    <a:pt x="4755" y="615"/>
                    <a:pt x="4755" y="579"/>
                  </a:cubicBezTo>
                  <a:cubicBezTo>
                    <a:pt x="4755" y="560"/>
                    <a:pt x="4755" y="537"/>
                    <a:pt x="4737" y="518"/>
                  </a:cubicBezTo>
                  <a:cubicBezTo>
                    <a:pt x="4737" y="500"/>
                    <a:pt x="4737" y="481"/>
                    <a:pt x="4714" y="481"/>
                  </a:cubicBezTo>
                  <a:cubicBezTo>
                    <a:pt x="4695" y="445"/>
                    <a:pt x="4677" y="445"/>
                    <a:pt x="4658" y="421"/>
                  </a:cubicBezTo>
                  <a:cubicBezTo>
                    <a:pt x="4621" y="403"/>
                    <a:pt x="4580" y="384"/>
                    <a:pt x="4543" y="366"/>
                  </a:cubicBezTo>
                  <a:cubicBezTo>
                    <a:pt x="4464" y="306"/>
                    <a:pt x="4349" y="250"/>
                    <a:pt x="4233" y="213"/>
                  </a:cubicBezTo>
                  <a:cubicBezTo>
                    <a:pt x="4118" y="153"/>
                    <a:pt x="4002" y="98"/>
                    <a:pt x="3905" y="56"/>
                  </a:cubicBezTo>
                  <a:cubicBezTo>
                    <a:pt x="3868" y="38"/>
                    <a:pt x="3831" y="38"/>
                    <a:pt x="3790" y="19"/>
                  </a:cubicBezTo>
                  <a:cubicBezTo>
                    <a:pt x="3771" y="19"/>
                    <a:pt x="3753" y="1"/>
                    <a:pt x="3716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82"/>
            <p:cNvSpPr/>
            <p:nvPr/>
          </p:nvSpPr>
          <p:spPr>
            <a:xfrm>
              <a:off x="6797147" y="3315963"/>
              <a:ext cx="121381" cy="510400"/>
            </a:xfrm>
            <a:custGeom>
              <a:rect b="b" l="l" r="r" t="t"/>
              <a:pathLst>
                <a:path extrusionOk="0" h="3734" w="888">
                  <a:moveTo>
                    <a:pt x="656" y="0"/>
                  </a:moveTo>
                  <a:lnTo>
                    <a:pt x="0" y="268"/>
                  </a:lnTo>
                  <a:cubicBezTo>
                    <a:pt x="0" y="268"/>
                    <a:pt x="402" y="3429"/>
                    <a:pt x="425" y="3618"/>
                  </a:cubicBezTo>
                  <a:cubicBezTo>
                    <a:pt x="444" y="3715"/>
                    <a:pt x="656" y="3733"/>
                    <a:pt x="864" y="3733"/>
                  </a:cubicBezTo>
                  <a:lnTo>
                    <a:pt x="887" y="3715"/>
                  </a:lnTo>
                  <a:cubicBezTo>
                    <a:pt x="887" y="3715"/>
                    <a:pt x="749" y="1982"/>
                    <a:pt x="749" y="1174"/>
                  </a:cubicBezTo>
                  <a:cubicBezTo>
                    <a:pt x="749" y="615"/>
                    <a:pt x="693" y="213"/>
                    <a:pt x="6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82"/>
            <p:cNvSpPr/>
            <p:nvPr/>
          </p:nvSpPr>
          <p:spPr>
            <a:xfrm>
              <a:off x="6788945" y="3305164"/>
              <a:ext cx="137100" cy="529400"/>
            </a:xfrm>
            <a:custGeom>
              <a:rect b="b" l="l" r="r" t="t"/>
              <a:pathLst>
                <a:path extrusionOk="0" h="3873" w="1003">
                  <a:moveTo>
                    <a:pt x="675" y="158"/>
                  </a:moveTo>
                  <a:cubicBezTo>
                    <a:pt x="716" y="366"/>
                    <a:pt x="772" y="754"/>
                    <a:pt x="753" y="1253"/>
                  </a:cubicBezTo>
                  <a:cubicBezTo>
                    <a:pt x="753" y="2043"/>
                    <a:pt x="887" y="3679"/>
                    <a:pt x="887" y="3757"/>
                  </a:cubicBezTo>
                  <a:lnTo>
                    <a:pt x="638" y="3757"/>
                  </a:lnTo>
                  <a:cubicBezTo>
                    <a:pt x="601" y="3739"/>
                    <a:pt x="578" y="3739"/>
                    <a:pt x="559" y="3715"/>
                  </a:cubicBezTo>
                  <a:cubicBezTo>
                    <a:pt x="541" y="3715"/>
                    <a:pt x="541" y="3697"/>
                    <a:pt x="541" y="3697"/>
                  </a:cubicBezTo>
                  <a:cubicBezTo>
                    <a:pt x="522" y="3508"/>
                    <a:pt x="116" y="444"/>
                    <a:pt x="116" y="389"/>
                  </a:cubicBezTo>
                  <a:lnTo>
                    <a:pt x="675" y="158"/>
                  </a:lnTo>
                  <a:close/>
                  <a:moveTo>
                    <a:pt x="753" y="1"/>
                  </a:moveTo>
                  <a:lnTo>
                    <a:pt x="693" y="42"/>
                  </a:lnTo>
                  <a:lnTo>
                    <a:pt x="0" y="310"/>
                  </a:lnTo>
                  <a:lnTo>
                    <a:pt x="0" y="347"/>
                  </a:lnTo>
                  <a:cubicBezTo>
                    <a:pt x="0" y="347"/>
                    <a:pt x="407" y="3508"/>
                    <a:pt x="444" y="3715"/>
                  </a:cubicBezTo>
                  <a:cubicBezTo>
                    <a:pt x="444" y="3757"/>
                    <a:pt x="462" y="3794"/>
                    <a:pt x="504" y="3812"/>
                  </a:cubicBezTo>
                  <a:cubicBezTo>
                    <a:pt x="541" y="3831"/>
                    <a:pt x="578" y="3831"/>
                    <a:pt x="619" y="3854"/>
                  </a:cubicBezTo>
                  <a:cubicBezTo>
                    <a:pt x="716" y="3873"/>
                    <a:pt x="832" y="3873"/>
                    <a:pt x="924" y="3873"/>
                  </a:cubicBezTo>
                  <a:lnTo>
                    <a:pt x="947" y="3873"/>
                  </a:lnTo>
                  <a:lnTo>
                    <a:pt x="1003" y="3831"/>
                  </a:lnTo>
                  <a:lnTo>
                    <a:pt x="1003" y="3794"/>
                  </a:lnTo>
                  <a:cubicBezTo>
                    <a:pt x="1003" y="3794"/>
                    <a:pt x="869" y="2061"/>
                    <a:pt x="869" y="1253"/>
                  </a:cubicBezTo>
                  <a:cubicBezTo>
                    <a:pt x="869" y="694"/>
                    <a:pt x="809" y="292"/>
                    <a:pt x="772" y="79"/>
                  </a:cubicBezTo>
                  <a:lnTo>
                    <a:pt x="753" y="1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82"/>
            <p:cNvSpPr/>
            <p:nvPr/>
          </p:nvSpPr>
          <p:spPr>
            <a:xfrm>
              <a:off x="6226191" y="2448387"/>
              <a:ext cx="889442" cy="852399"/>
            </a:xfrm>
            <a:custGeom>
              <a:rect b="b" l="l" r="r" t="t"/>
              <a:pathLst>
                <a:path extrusionOk="0" h="6236" w="6507">
                  <a:moveTo>
                    <a:pt x="5024" y="1"/>
                  </a:moveTo>
                  <a:cubicBezTo>
                    <a:pt x="4709" y="1"/>
                    <a:pt x="4135" y="31"/>
                    <a:pt x="3290" y="188"/>
                  </a:cubicBezTo>
                  <a:cubicBezTo>
                    <a:pt x="1904" y="456"/>
                    <a:pt x="924" y="802"/>
                    <a:pt x="924" y="802"/>
                  </a:cubicBezTo>
                  <a:cubicBezTo>
                    <a:pt x="924" y="802"/>
                    <a:pt x="1308" y="2997"/>
                    <a:pt x="1345" y="3515"/>
                  </a:cubicBezTo>
                  <a:cubicBezTo>
                    <a:pt x="1405" y="4018"/>
                    <a:pt x="1271" y="4827"/>
                    <a:pt x="980" y="4924"/>
                  </a:cubicBezTo>
                  <a:cubicBezTo>
                    <a:pt x="712" y="5039"/>
                    <a:pt x="231" y="5039"/>
                    <a:pt x="213" y="5095"/>
                  </a:cubicBezTo>
                  <a:cubicBezTo>
                    <a:pt x="171" y="5173"/>
                    <a:pt x="56" y="5617"/>
                    <a:pt x="37" y="5709"/>
                  </a:cubicBezTo>
                  <a:cubicBezTo>
                    <a:pt x="0" y="5806"/>
                    <a:pt x="97" y="5825"/>
                    <a:pt x="712" y="6056"/>
                  </a:cubicBezTo>
                  <a:cubicBezTo>
                    <a:pt x="1021" y="6172"/>
                    <a:pt x="1354" y="6236"/>
                    <a:pt x="1821" y="6236"/>
                  </a:cubicBezTo>
                  <a:cubicBezTo>
                    <a:pt x="2285" y="6236"/>
                    <a:pt x="2880" y="6173"/>
                    <a:pt x="3715" y="6038"/>
                  </a:cubicBezTo>
                  <a:cubicBezTo>
                    <a:pt x="5388" y="5788"/>
                    <a:pt x="6488" y="5095"/>
                    <a:pt x="6506" y="4882"/>
                  </a:cubicBezTo>
                  <a:cubicBezTo>
                    <a:pt x="6506" y="4670"/>
                    <a:pt x="6257" y="3940"/>
                    <a:pt x="6141" y="3824"/>
                  </a:cubicBezTo>
                  <a:cubicBezTo>
                    <a:pt x="6044" y="3709"/>
                    <a:pt x="5850" y="3824"/>
                    <a:pt x="5716" y="3478"/>
                  </a:cubicBezTo>
                  <a:cubicBezTo>
                    <a:pt x="5582" y="3131"/>
                    <a:pt x="5314" y="12"/>
                    <a:pt x="5314" y="12"/>
                  </a:cubicBezTo>
                  <a:cubicBezTo>
                    <a:pt x="5314" y="12"/>
                    <a:pt x="5218" y="1"/>
                    <a:pt x="50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82"/>
            <p:cNvSpPr/>
            <p:nvPr/>
          </p:nvSpPr>
          <p:spPr>
            <a:xfrm>
              <a:off x="6223594" y="2442372"/>
              <a:ext cx="900240" cy="866341"/>
            </a:xfrm>
            <a:custGeom>
              <a:rect b="b" l="l" r="r" t="t"/>
              <a:pathLst>
                <a:path extrusionOk="0" h="6338" w="6586">
                  <a:moveTo>
                    <a:pt x="4829" y="93"/>
                  </a:moveTo>
                  <a:cubicBezTo>
                    <a:pt x="5139" y="93"/>
                    <a:pt x="5254" y="116"/>
                    <a:pt x="5291" y="116"/>
                  </a:cubicBezTo>
                  <a:cubicBezTo>
                    <a:pt x="5291" y="153"/>
                    <a:pt x="5351" y="865"/>
                    <a:pt x="5430" y="1673"/>
                  </a:cubicBezTo>
                  <a:cubicBezTo>
                    <a:pt x="5467" y="2080"/>
                    <a:pt x="5522" y="2501"/>
                    <a:pt x="5564" y="2847"/>
                  </a:cubicBezTo>
                  <a:cubicBezTo>
                    <a:pt x="5582" y="3023"/>
                    <a:pt x="5601" y="3175"/>
                    <a:pt x="5619" y="3291"/>
                  </a:cubicBezTo>
                  <a:cubicBezTo>
                    <a:pt x="5638" y="3406"/>
                    <a:pt x="5661" y="3485"/>
                    <a:pt x="5680" y="3540"/>
                  </a:cubicBezTo>
                  <a:cubicBezTo>
                    <a:pt x="5753" y="3734"/>
                    <a:pt x="5850" y="3813"/>
                    <a:pt x="5947" y="3831"/>
                  </a:cubicBezTo>
                  <a:cubicBezTo>
                    <a:pt x="5984" y="3850"/>
                    <a:pt x="6026" y="3850"/>
                    <a:pt x="6063" y="3868"/>
                  </a:cubicBezTo>
                  <a:cubicBezTo>
                    <a:pt x="6081" y="3868"/>
                    <a:pt x="6100" y="3887"/>
                    <a:pt x="6123" y="3905"/>
                  </a:cubicBezTo>
                  <a:cubicBezTo>
                    <a:pt x="6142" y="3928"/>
                    <a:pt x="6179" y="3984"/>
                    <a:pt x="6215" y="4081"/>
                  </a:cubicBezTo>
                  <a:cubicBezTo>
                    <a:pt x="6257" y="4159"/>
                    <a:pt x="6294" y="4275"/>
                    <a:pt x="6331" y="4390"/>
                  </a:cubicBezTo>
                  <a:cubicBezTo>
                    <a:pt x="6373" y="4483"/>
                    <a:pt x="6410" y="4598"/>
                    <a:pt x="6428" y="4695"/>
                  </a:cubicBezTo>
                  <a:cubicBezTo>
                    <a:pt x="6447" y="4792"/>
                    <a:pt x="6470" y="4889"/>
                    <a:pt x="6470" y="4926"/>
                  </a:cubicBezTo>
                  <a:cubicBezTo>
                    <a:pt x="6470" y="4926"/>
                    <a:pt x="6447" y="4968"/>
                    <a:pt x="6428" y="5005"/>
                  </a:cubicBezTo>
                  <a:cubicBezTo>
                    <a:pt x="6391" y="5023"/>
                    <a:pt x="6354" y="5083"/>
                    <a:pt x="6276" y="5120"/>
                  </a:cubicBezTo>
                  <a:cubicBezTo>
                    <a:pt x="6160" y="5217"/>
                    <a:pt x="5966" y="5333"/>
                    <a:pt x="5716" y="5448"/>
                  </a:cubicBezTo>
                  <a:cubicBezTo>
                    <a:pt x="5236" y="5680"/>
                    <a:pt x="4561" y="5911"/>
                    <a:pt x="3734" y="6045"/>
                  </a:cubicBezTo>
                  <a:cubicBezTo>
                    <a:pt x="2879" y="6172"/>
                    <a:pt x="2276" y="6234"/>
                    <a:pt x="1810" y="6234"/>
                  </a:cubicBezTo>
                  <a:cubicBezTo>
                    <a:pt x="1362" y="6234"/>
                    <a:pt x="1042" y="6176"/>
                    <a:pt x="749" y="6063"/>
                  </a:cubicBezTo>
                  <a:cubicBezTo>
                    <a:pt x="440" y="5948"/>
                    <a:pt x="269" y="5869"/>
                    <a:pt x="172" y="5832"/>
                  </a:cubicBezTo>
                  <a:cubicBezTo>
                    <a:pt x="135" y="5814"/>
                    <a:pt x="116" y="5795"/>
                    <a:pt x="93" y="5795"/>
                  </a:cubicBezTo>
                  <a:lnTo>
                    <a:pt x="93" y="5777"/>
                  </a:lnTo>
                  <a:cubicBezTo>
                    <a:pt x="116" y="5716"/>
                    <a:pt x="153" y="5582"/>
                    <a:pt x="190" y="5448"/>
                  </a:cubicBezTo>
                  <a:cubicBezTo>
                    <a:pt x="232" y="5314"/>
                    <a:pt x="269" y="5176"/>
                    <a:pt x="269" y="5157"/>
                  </a:cubicBezTo>
                  <a:lnTo>
                    <a:pt x="324" y="5157"/>
                  </a:lnTo>
                  <a:cubicBezTo>
                    <a:pt x="384" y="5139"/>
                    <a:pt x="440" y="5139"/>
                    <a:pt x="518" y="5120"/>
                  </a:cubicBezTo>
                  <a:cubicBezTo>
                    <a:pt x="694" y="5102"/>
                    <a:pt x="883" y="5083"/>
                    <a:pt x="1017" y="5023"/>
                  </a:cubicBezTo>
                  <a:cubicBezTo>
                    <a:pt x="1114" y="4986"/>
                    <a:pt x="1174" y="4908"/>
                    <a:pt x="1230" y="4792"/>
                  </a:cubicBezTo>
                  <a:cubicBezTo>
                    <a:pt x="1290" y="4695"/>
                    <a:pt x="1327" y="4561"/>
                    <a:pt x="1364" y="4427"/>
                  </a:cubicBezTo>
                  <a:cubicBezTo>
                    <a:pt x="1424" y="4136"/>
                    <a:pt x="1442" y="3813"/>
                    <a:pt x="1424" y="3540"/>
                  </a:cubicBezTo>
                  <a:cubicBezTo>
                    <a:pt x="1405" y="3291"/>
                    <a:pt x="1290" y="2616"/>
                    <a:pt x="1193" y="2002"/>
                  </a:cubicBezTo>
                  <a:cubicBezTo>
                    <a:pt x="1096" y="1405"/>
                    <a:pt x="999" y="925"/>
                    <a:pt x="999" y="883"/>
                  </a:cubicBezTo>
                  <a:cubicBezTo>
                    <a:pt x="1040" y="865"/>
                    <a:pt x="1965" y="537"/>
                    <a:pt x="3309" y="287"/>
                  </a:cubicBezTo>
                  <a:cubicBezTo>
                    <a:pt x="4002" y="153"/>
                    <a:pt x="4506" y="116"/>
                    <a:pt x="4829" y="93"/>
                  </a:cubicBezTo>
                  <a:close/>
                  <a:moveTo>
                    <a:pt x="4829" y="1"/>
                  </a:moveTo>
                  <a:cubicBezTo>
                    <a:pt x="4506" y="19"/>
                    <a:pt x="3984" y="56"/>
                    <a:pt x="3291" y="190"/>
                  </a:cubicBezTo>
                  <a:cubicBezTo>
                    <a:pt x="1904" y="440"/>
                    <a:pt x="925" y="786"/>
                    <a:pt x="925" y="786"/>
                  </a:cubicBezTo>
                  <a:lnTo>
                    <a:pt x="883" y="809"/>
                  </a:lnTo>
                  <a:lnTo>
                    <a:pt x="883" y="846"/>
                  </a:lnTo>
                  <a:cubicBezTo>
                    <a:pt x="883" y="846"/>
                    <a:pt x="980" y="1405"/>
                    <a:pt x="1077" y="2020"/>
                  </a:cubicBezTo>
                  <a:cubicBezTo>
                    <a:pt x="1193" y="2635"/>
                    <a:pt x="1290" y="3309"/>
                    <a:pt x="1327" y="3559"/>
                  </a:cubicBezTo>
                  <a:cubicBezTo>
                    <a:pt x="1345" y="3813"/>
                    <a:pt x="1327" y="4136"/>
                    <a:pt x="1271" y="4409"/>
                  </a:cubicBezTo>
                  <a:cubicBezTo>
                    <a:pt x="1230" y="4543"/>
                    <a:pt x="1193" y="4658"/>
                    <a:pt x="1133" y="4755"/>
                  </a:cubicBezTo>
                  <a:cubicBezTo>
                    <a:pt x="1096" y="4852"/>
                    <a:pt x="1040" y="4908"/>
                    <a:pt x="980" y="4926"/>
                  </a:cubicBezTo>
                  <a:cubicBezTo>
                    <a:pt x="865" y="4968"/>
                    <a:pt x="671" y="5005"/>
                    <a:pt x="518" y="5023"/>
                  </a:cubicBezTo>
                  <a:cubicBezTo>
                    <a:pt x="440" y="5023"/>
                    <a:pt x="366" y="5042"/>
                    <a:pt x="306" y="5042"/>
                  </a:cubicBezTo>
                  <a:cubicBezTo>
                    <a:pt x="287" y="5060"/>
                    <a:pt x="250" y="5060"/>
                    <a:pt x="232" y="5060"/>
                  </a:cubicBezTo>
                  <a:cubicBezTo>
                    <a:pt x="209" y="5083"/>
                    <a:pt x="190" y="5102"/>
                    <a:pt x="172" y="5120"/>
                  </a:cubicBezTo>
                  <a:cubicBezTo>
                    <a:pt x="153" y="5176"/>
                    <a:pt x="135" y="5291"/>
                    <a:pt x="93" y="5430"/>
                  </a:cubicBezTo>
                  <a:cubicBezTo>
                    <a:pt x="56" y="5564"/>
                    <a:pt x="19" y="5698"/>
                    <a:pt x="1" y="5735"/>
                  </a:cubicBezTo>
                  <a:cubicBezTo>
                    <a:pt x="1" y="5777"/>
                    <a:pt x="1" y="5814"/>
                    <a:pt x="19" y="5850"/>
                  </a:cubicBezTo>
                  <a:cubicBezTo>
                    <a:pt x="38" y="5892"/>
                    <a:pt x="75" y="5911"/>
                    <a:pt x="135" y="5929"/>
                  </a:cubicBezTo>
                  <a:cubicBezTo>
                    <a:pt x="232" y="5984"/>
                    <a:pt x="403" y="6045"/>
                    <a:pt x="712" y="6160"/>
                  </a:cubicBezTo>
                  <a:cubicBezTo>
                    <a:pt x="1020" y="6276"/>
                    <a:pt x="1356" y="6338"/>
                    <a:pt x="1825" y="6338"/>
                  </a:cubicBezTo>
                  <a:cubicBezTo>
                    <a:pt x="2294" y="6338"/>
                    <a:pt x="2896" y="6276"/>
                    <a:pt x="3734" y="6142"/>
                  </a:cubicBezTo>
                  <a:cubicBezTo>
                    <a:pt x="4580" y="6008"/>
                    <a:pt x="5273" y="5777"/>
                    <a:pt x="5777" y="5546"/>
                  </a:cubicBezTo>
                  <a:cubicBezTo>
                    <a:pt x="6026" y="5430"/>
                    <a:pt x="6215" y="5314"/>
                    <a:pt x="6354" y="5199"/>
                  </a:cubicBezTo>
                  <a:cubicBezTo>
                    <a:pt x="6410" y="5157"/>
                    <a:pt x="6470" y="5102"/>
                    <a:pt x="6507" y="5060"/>
                  </a:cubicBezTo>
                  <a:cubicBezTo>
                    <a:pt x="6544" y="5023"/>
                    <a:pt x="6562" y="4986"/>
                    <a:pt x="6562" y="4926"/>
                  </a:cubicBezTo>
                  <a:cubicBezTo>
                    <a:pt x="6585" y="4871"/>
                    <a:pt x="6562" y="4774"/>
                    <a:pt x="6525" y="4677"/>
                  </a:cubicBezTo>
                  <a:cubicBezTo>
                    <a:pt x="6507" y="4580"/>
                    <a:pt x="6470" y="4464"/>
                    <a:pt x="6428" y="4349"/>
                  </a:cubicBezTo>
                  <a:cubicBezTo>
                    <a:pt x="6391" y="4233"/>
                    <a:pt x="6354" y="4118"/>
                    <a:pt x="6313" y="4021"/>
                  </a:cubicBezTo>
                  <a:cubicBezTo>
                    <a:pt x="6276" y="3947"/>
                    <a:pt x="6239" y="3868"/>
                    <a:pt x="6197" y="3831"/>
                  </a:cubicBezTo>
                  <a:cubicBezTo>
                    <a:pt x="6160" y="3790"/>
                    <a:pt x="6123" y="3771"/>
                    <a:pt x="6081" y="3753"/>
                  </a:cubicBezTo>
                  <a:cubicBezTo>
                    <a:pt x="6045" y="3753"/>
                    <a:pt x="6008" y="3753"/>
                    <a:pt x="5966" y="3734"/>
                  </a:cubicBezTo>
                  <a:cubicBezTo>
                    <a:pt x="5911" y="3716"/>
                    <a:pt x="5850" y="3674"/>
                    <a:pt x="5777" y="3503"/>
                  </a:cubicBezTo>
                  <a:cubicBezTo>
                    <a:pt x="5777" y="3485"/>
                    <a:pt x="5753" y="3388"/>
                    <a:pt x="5735" y="3272"/>
                  </a:cubicBezTo>
                  <a:cubicBezTo>
                    <a:pt x="5716" y="3157"/>
                    <a:pt x="5698" y="3004"/>
                    <a:pt x="5680" y="2829"/>
                  </a:cubicBezTo>
                  <a:cubicBezTo>
                    <a:pt x="5619" y="2482"/>
                    <a:pt x="5582" y="2080"/>
                    <a:pt x="5546" y="1655"/>
                  </a:cubicBezTo>
                  <a:cubicBezTo>
                    <a:pt x="5448" y="846"/>
                    <a:pt x="5388" y="56"/>
                    <a:pt x="5388" y="56"/>
                  </a:cubicBezTo>
                  <a:lnTo>
                    <a:pt x="5388" y="19"/>
                  </a:lnTo>
                  <a:lnTo>
                    <a:pt x="5333" y="19"/>
                  </a:lnTo>
                  <a:cubicBezTo>
                    <a:pt x="5333" y="19"/>
                    <a:pt x="5176" y="1"/>
                    <a:pt x="482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82"/>
            <p:cNvSpPr/>
            <p:nvPr/>
          </p:nvSpPr>
          <p:spPr>
            <a:xfrm>
              <a:off x="6352493" y="2450027"/>
              <a:ext cx="607724" cy="210366"/>
            </a:xfrm>
            <a:custGeom>
              <a:rect b="b" l="l" r="r" t="t"/>
              <a:pathLst>
                <a:path extrusionOk="0" h="1539" w="4446">
                  <a:moveTo>
                    <a:pt x="4002" y="0"/>
                  </a:moveTo>
                  <a:cubicBezTo>
                    <a:pt x="3678" y="0"/>
                    <a:pt x="3138" y="37"/>
                    <a:pt x="2366" y="176"/>
                  </a:cubicBezTo>
                  <a:cubicBezTo>
                    <a:pt x="980" y="444"/>
                    <a:pt x="0" y="790"/>
                    <a:pt x="0" y="790"/>
                  </a:cubicBezTo>
                  <a:cubicBezTo>
                    <a:pt x="0" y="790"/>
                    <a:pt x="56" y="1118"/>
                    <a:pt x="134" y="1539"/>
                  </a:cubicBezTo>
                  <a:cubicBezTo>
                    <a:pt x="481" y="1423"/>
                    <a:pt x="1271" y="1174"/>
                    <a:pt x="2445" y="1003"/>
                  </a:cubicBezTo>
                  <a:cubicBezTo>
                    <a:pt x="3618" y="827"/>
                    <a:pt x="4196" y="753"/>
                    <a:pt x="4445" y="712"/>
                  </a:cubicBezTo>
                  <a:cubicBezTo>
                    <a:pt x="4408" y="310"/>
                    <a:pt x="4390" y="0"/>
                    <a:pt x="43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82"/>
            <p:cNvSpPr/>
            <p:nvPr/>
          </p:nvSpPr>
          <p:spPr>
            <a:xfrm>
              <a:off x="6344292" y="2442372"/>
              <a:ext cx="624127" cy="228819"/>
            </a:xfrm>
            <a:custGeom>
              <a:rect b="b" l="l" r="r" t="t"/>
              <a:pathLst>
                <a:path extrusionOk="0" h="1674" w="4566">
                  <a:moveTo>
                    <a:pt x="4062" y="93"/>
                  </a:moveTo>
                  <a:cubicBezTo>
                    <a:pt x="4293" y="93"/>
                    <a:pt x="4371" y="116"/>
                    <a:pt x="4408" y="116"/>
                  </a:cubicBezTo>
                  <a:cubicBezTo>
                    <a:pt x="4408" y="153"/>
                    <a:pt x="4431" y="384"/>
                    <a:pt x="4468" y="731"/>
                  </a:cubicBezTo>
                  <a:cubicBezTo>
                    <a:pt x="4200" y="768"/>
                    <a:pt x="3641" y="828"/>
                    <a:pt x="2505" y="999"/>
                  </a:cubicBezTo>
                  <a:cubicBezTo>
                    <a:pt x="1350" y="1174"/>
                    <a:pt x="596" y="1405"/>
                    <a:pt x="231" y="1539"/>
                  </a:cubicBezTo>
                  <a:cubicBezTo>
                    <a:pt x="176" y="1174"/>
                    <a:pt x="116" y="902"/>
                    <a:pt x="116" y="883"/>
                  </a:cubicBezTo>
                  <a:cubicBezTo>
                    <a:pt x="176" y="865"/>
                    <a:pt x="1100" y="537"/>
                    <a:pt x="2426" y="287"/>
                  </a:cubicBezTo>
                  <a:cubicBezTo>
                    <a:pt x="3198" y="135"/>
                    <a:pt x="3738" y="116"/>
                    <a:pt x="4062" y="93"/>
                  </a:cubicBezTo>
                  <a:close/>
                  <a:moveTo>
                    <a:pt x="4062" y="1"/>
                  </a:moveTo>
                  <a:cubicBezTo>
                    <a:pt x="3738" y="1"/>
                    <a:pt x="3179" y="38"/>
                    <a:pt x="2408" y="190"/>
                  </a:cubicBezTo>
                  <a:cubicBezTo>
                    <a:pt x="1021" y="440"/>
                    <a:pt x="42" y="786"/>
                    <a:pt x="42" y="786"/>
                  </a:cubicBezTo>
                  <a:lnTo>
                    <a:pt x="0" y="809"/>
                  </a:lnTo>
                  <a:lnTo>
                    <a:pt x="0" y="846"/>
                  </a:lnTo>
                  <a:cubicBezTo>
                    <a:pt x="0" y="846"/>
                    <a:pt x="60" y="1174"/>
                    <a:pt x="134" y="1618"/>
                  </a:cubicBezTo>
                  <a:lnTo>
                    <a:pt x="134" y="1673"/>
                  </a:lnTo>
                  <a:lnTo>
                    <a:pt x="194" y="1655"/>
                  </a:lnTo>
                  <a:cubicBezTo>
                    <a:pt x="559" y="1521"/>
                    <a:pt x="1350" y="1290"/>
                    <a:pt x="2523" y="1114"/>
                  </a:cubicBezTo>
                  <a:cubicBezTo>
                    <a:pt x="3678" y="925"/>
                    <a:pt x="4274" y="846"/>
                    <a:pt x="4524" y="828"/>
                  </a:cubicBezTo>
                  <a:lnTo>
                    <a:pt x="4565" y="828"/>
                  </a:lnTo>
                  <a:lnTo>
                    <a:pt x="4565" y="768"/>
                  </a:lnTo>
                  <a:cubicBezTo>
                    <a:pt x="4524" y="366"/>
                    <a:pt x="4505" y="56"/>
                    <a:pt x="4505" y="56"/>
                  </a:cubicBezTo>
                  <a:lnTo>
                    <a:pt x="4505" y="19"/>
                  </a:lnTo>
                  <a:lnTo>
                    <a:pt x="4450" y="19"/>
                  </a:lnTo>
                  <a:cubicBezTo>
                    <a:pt x="4450" y="19"/>
                    <a:pt x="4334" y="1"/>
                    <a:pt x="4062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82"/>
            <p:cNvSpPr/>
            <p:nvPr/>
          </p:nvSpPr>
          <p:spPr>
            <a:xfrm>
              <a:off x="6163040" y="2146710"/>
              <a:ext cx="294430" cy="460372"/>
            </a:xfrm>
            <a:custGeom>
              <a:rect b="b" l="l" r="r" t="t"/>
              <a:pathLst>
                <a:path extrusionOk="0" h="3368" w="2154">
                  <a:moveTo>
                    <a:pt x="429" y="0"/>
                  </a:moveTo>
                  <a:cubicBezTo>
                    <a:pt x="342" y="0"/>
                    <a:pt x="250" y="18"/>
                    <a:pt x="171" y="61"/>
                  </a:cubicBezTo>
                  <a:cubicBezTo>
                    <a:pt x="0" y="159"/>
                    <a:pt x="19" y="353"/>
                    <a:pt x="19" y="353"/>
                  </a:cubicBezTo>
                  <a:cubicBezTo>
                    <a:pt x="19" y="353"/>
                    <a:pt x="42" y="344"/>
                    <a:pt x="83" y="344"/>
                  </a:cubicBezTo>
                  <a:cubicBezTo>
                    <a:pt x="234" y="344"/>
                    <a:pt x="633" y="464"/>
                    <a:pt x="1058" y="1586"/>
                  </a:cubicBezTo>
                  <a:cubicBezTo>
                    <a:pt x="1405" y="2469"/>
                    <a:pt x="1460" y="3240"/>
                    <a:pt x="1576" y="3319"/>
                  </a:cubicBezTo>
                  <a:cubicBezTo>
                    <a:pt x="1619" y="3353"/>
                    <a:pt x="1691" y="3367"/>
                    <a:pt x="1767" y="3367"/>
                  </a:cubicBezTo>
                  <a:cubicBezTo>
                    <a:pt x="1898" y="3367"/>
                    <a:pt x="2042" y="3327"/>
                    <a:pt x="2080" y="3277"/>
                  </a:cubicBezTo>
                  <a:cubicBezTo>
                    <a:pt x="2153" y="3222"/>
                    <a:pt x="1904" y="1794"/>
                    <a:pt x="1460" y="967"/>
                  </a:cubicBezTo>
                  <a:cubicBezTo>
                    <a:pt x="1040" y="140"/>
                    <a:pt x="712" y="43"/>
                    <a:pt x="596" y="25"/>
                  </a:cubicBezTo>
                  <a:cubicBezTo>
                    <a:pt x="548" y="9"/>
                    <a:pt x="490" y="0"/>
                    <a:pt x="4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82"/>
            <p:cNvSpPr/>
            <p:nvPr/>
          </p:nvSpPr>
          <p:spPr>
            <a:xfrm>
              <a:off x="6165500" y="2192365"/>
              <a:ext cx="137" cy="2597"/>
            </a:xfrm>
            <a:custGeom>
              <a:rect b="b" l="l" r="r" t="t"/>
              <a:pathLst>
                <a:path extrusionOk="0" h="19" w="1">
                  <a:moveTo>
                    <a:pt x="1" y="0"/>
                  </a:moveTo>
                  <a:lnTo>
                    <a:pt x="1" y="19"/>
                  </a:lnTo>
                  <a:lnTo>
                    <a:pt x="1" y="19"/>
                  </a:lnTo>
                  <a:close/>
                </a:path>
              </a:pathLst>
            </a:custGeom>
            <a:solidFill>
              <a:srgbClr val="2435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82"/>
            <p:cNvSpPr/>
            <p:nvPr/>
          </p:nvSpPr>
          <p:spPr>
            <a:xfrm>
              <a:off x="6183817" y="2194825"/>
              <a:ext cx="118920" cy="152956"/>
            </a:xfrm>
            <a:custGeom>
              <a:rect b="b" l="l" r="r" t="t"/>
              <a:pathLst>
                <a:path extrusionOk="0" h="1119" w="870">
                  <a:moveTo>
                    <a:pt x="1" y="1"/>
                  </a:moveTo>
                  <a:lnTo>
                    <a:pt x="1" y="1"/>
                  </a:lnTo>
                  <a:cubicBezTo>
                    <a:pt x="195" y="38"/>
                    <a:pt x="523" y="250"/>
                    <a:pt x="869" y="1119"/>
                  </a:cubicBezTo>
                  <a:cubicBezTo>
                    <a:pt x="523" y="250"/>
                    <a:pt x="195" y="38"/>
                    <a:pt x="1" y="1"/>
                  </a:cubicBezTo>
                  <a:close/>
                </a:path>
              </a:pathLst>
            </a:custGeom>
            <a:solidFill>
              <a:srgbClr val="95A1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82"/>
            <p:cNvSpPr/>
            <p:nvPr/>
          </p:nvSpPr>
          <p:spPr>
            <a:xfrm>
              <a:off x="6173155" y="2192365"/>
              <a:ext cx="10799" cy="2597"/>
            </a:xfrm>
            <a:custGeom>
              <a:rect b="b" l="l" r="r" t="t"/>
              <a:pathLst>
                <a:path extrusionOk="0" h="19" w="79">
                  <a:moveTo>
                    <a:pt x="0" y="0"/>
                  </a:moveTo>
                  <a:lnTo>
                    <a:pt x="0" y="0"/>
                  </a:lnTo>
                  <a:cubicBezTo>
                    <a:pt x="23" y="0"/>
                    <a:pt x="42" y="0"/>
                    <a:pt x="79" y="19"/>
                  </a:cubicBezTo>
                  <a:lnTo>
                    <a:pt x="79" y="19"/>
                  </a:lnTo>
                  <a:cubicBezTo>
                    <a:pt x="42" y="0"/>
                    <a:pt x="23" y="0"/>
                    <a:pt x="0" y="0"/>
                  </a:cubicBezTo>
                  <a:close/>
                </a:path>
              </a:pathLst>
            </a:custGeom>
            <a:solidFill>
              <a:srgbClr val="2435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82"/>
            <p:cNvSpPr/>
            <p:nvPr/>
          </p:nvSpPr>
          <p:spPr>
            <a:xfrm>
              <a:off x="6352493" y="2508120"/>
              <a:ext cx="7655" cy="39230"/>
            </a:xfrm>
            <a:custGeom>
              <a:rect b="b" l="l" r="r" t="t"/>
              <a:pathLst>
                <a:path extrusionOk="0" h="287" w="56">
                  <a:moveTo>
                    <a:pt x="0" y="0"/>
                  </a:moveTo>
                  <a:cubicBezTo>
                    <a:pt x="19" y="97"/>
                    <a:pt x="37" y="190"/>
                    <a:pt x="56" y="287"/>
                  </a:cubicBezTo>
                  <a:lnTo>
                    <a:pt x="56" y="287"/>
                  </a:lnTo>
                  <a:cubicBezTo>
                    <a:pt x="37" y="190"/>
                    <a:pt x="19" y="97"/>
                    <a:pt x="0" y="0"/>
                  </a:cubicBezTo>
                  <a:close/>
                </a:path>
              </a:pathLst>
            </a:custGeom>
            <a:solidFill>
              <a:srgbClr val="95A1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82"/>
            <p:cNvSpPr/>
            <p:nvPr/>
          </p:nvSpPr>
          <p:spPr>
            <a:xfrm>
              <a:off x="6360011" y="2547214"/>
              <a:ext cx="137" cy="137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435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82"/>
            <p:cNvSpPr/>
            <p:nvPr/>
          </p:nvSpPr>
          <p:spPr>
            <a:xfrm>
              <a:off x="6362608" y="2560473"/>
              <a:ext cx="87208" cy="47568"/>
            </a:xfrm>
            <a:custGeom>
              <a:rect b="b" l="l" r="r" t="t"/>
              <a:pathLst>
                <a:path extrusionOk="0" h="348" w="638">
                  <a:moveTo>
                    <a:pt x="638" y="232"/>
                  </a:moveTo>
                  <a:lnTo>
                    <a:pt x="638" y="232"/>
                  </a:lnTo>
                  <a:lnTo>
                    <a:pt x="638" y="232"/>
                  </a:ln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42" y="176"/>
                    <a:pt x="79" y="269"/>
                    <a:pt x="116" y="292"/>
                  </a:cubicBezTo>
                  <a:cubicBezTo>
                    <a:pt x="157" y="329"/>
                    <a:pt x="213" y="347"/>
                    <a:pt x="291" y="347"/>
                  </a:cubicBezTo>
                  <a:cubicBezTo>
                    <a:pt x="425" y="347"/>
                    <a:pt x="578" y="310"/>
                    <a:pt x="620" y="250"/>
                  </a:cubicBezTo>
                  <a:cubicBezTo>
                    <a:pt x="638" y="250"/>
                    <a:pt x="638" y="250"/>
                    <a:pt x="638" y="232"/>
                  </a:cubicBezTo>
                  <a:cubicBezTo>
                    <a:pt x="638" y="250"/>
                    <a:pt x="638" y="250"/>
                    <a:pt x="620" y="250"/>
                  </a:cubicBezTo>
                  <a:cubicBezTo>
                    <a:pt x="578" y="310"/>
                    <a:pt x="425" y="347"/>
                    <a:pt x="291" y="347"/>
                  </a:cubicBezTo>
                  <a:cubicBezTo>
                    <a:pt x="213" y="347"/>
                    <a:pt x="157" y="329"/>
                    <a:pt x="116" y="292"/>
                  </a:cubicBezTo>
                  <a:cubicBezTo>
                    <a:pt x="79" y="269"/>
                    <a:pt x="42" y="176"/>
                    <a:pt x="0" y="1"/>
                  </a:cubicBezTo>
                  <a:close/>
                </a:path>
              </a:pathLst>
            </a:custGeom>
            <a:solidFill>
              <a:srgbClr val="276C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82"/>
            <p:cNvSpPr/>
            <p:nvPr/>
          </p:nvSpPr>
          <p:spPr>
            <a:xfrm>
              <a:off x="6360011" y="2547214"/>
              <a:ext cx="2734" cy="13396"/>
            </a:xfrm>
            <a:custGeom>
              <a:rect b="b" l="l" r="r" t="t"/>
              <a:pathLst>
                <a:path extrusionOk="0" h="98" w="20">
                  <a:moveTo>
                    <a:pt x="1" y="1"/>
                  </a:moveTo>
                  <a:lnTo>
                    <a:pt x="1" y="1"/>
                  </a:lnTo>
                  <a:cubicBezTo>
                    <a:pt x="1" y="42"/>
                    <a:pt x="19" y="79"/>
                    <a:pt x="19" y="98"/>
                  </a:cubicBezTo>
                  <a:lnTo>
                    <a:pt x="19" y="98"/>
                  </a:lnTo>
                  <a:cubicBezTo>
                    <a:pt x="19" y="79"/>
                    <a:pt x="1" y="42"/>
                    <a:pt x="1" y="1"/>
                  </a:cubicBezTo>
                  <a:close/>
                </a:path>
              </a:pathLst>
            </a:custGeom>
            <a:solidFill>
              <a:srgbClr val="2435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82"/>
            <p:cNvSpPr/>
            <p:nvPr/>
          </p:nvSpPr>
          <p:spPr>
            <a:xfrm>
              <a:off x="6157299" y="2138645"/>
              <a:ext cx="300171" cy="476365"/>
            </a:xfrm>
            <a:custGeom>
              <a:rect b="b" l="l" r="r" t="t"/>
              <a:pathLst>
                <a:path extrusionOk="0" h="3485" w="2196">
                  <a:moveTo>
                    <a:pt x="2103" y="3299"/>
                  </a:moveTo>
                  <a:cubicBezTo>
                    <a:pt x="2096" y="3305"/>
                    <a:pt x="2090" y="3311"/>
                    <a:pt x="2083" y="3316"/>
                  </a:cubicBezTo>
                  <a:lnTo>
                    <a:pt x="2083" y="3316"/>
                  </a:lnTo>
                  <a:lnTo>
                    <a:pt x="2103" y="3299"/>
                  </a:lnTo>
                  <a:close/>
                  <a:moveTo>
                    <a:pt x="498" y="110"/>
                  </a:moveTo>
                  <a:cubicBezTo>
                    <a:pt x="548" y="110"/>
                    <a:pt x="597" y="114"/>
                    <a:pt x="638" y="120"/>
                  </a:cubicBezTo>
                  <a:cubicBezTo>
                    <a:pt x="694" y="144"/>
                    <a:pt x="772" y="162"/>
                    <a:pt x="925" y="296"/>
                  </a:cubicBezTo>
                  <a:cubicBezTo>
                    <a:pt x="1063" y="412"/>
                    <a:pt x="1253" y="643"/>
                    <a:pt x="1465" y="1045"/>
                  </a:cubicBezTo>
                  <a:cubicBezTo>
                    <a:pt x="1678" y="1451"/>
                    <a:pt x="1849" y="2010"/>
                    <a:pt x="1964" y="2472"/>
                  </a:cubicBezTo>
                  <a:cubicBezTo>
                    <a:pt x="2006" y="2722"/>
                    <a:pt x="2043" y="2916"/>
                    <a:pt x="2061" y="3068"/>
                  </a:cubicBezTo>
                  <a:cubicBezTo>
                    <a:pt x="2080" y="3147"/>
                    <a:pt x="2080" y="3221"/>
                    <a:pt x="2080" y="3262"/>
                  </a:cubicBezTo>
                  <a:lnTo>
                    <a:pt x="2080" y="3318"/>
                  </a:lnTo>
                  <a:lnTo>
                    <a:pt x="2080" y="3318"/>
                  </a:lnTo>
                  <a:cubicBezTo>
                    <a:pt x="2065" y="3328"/>
                    <a:pt x="2049" y="3336"/>
                    <a:pt x="2024" y="3336"/>
                  </a:cubicBezTo>
                  <a:cubicBezTo>
                    <a:pt x="1988" y="3355"/>
                    <a:pt x="1927" y="3355"/>
                    <a:pt x="1890" y="3378"/>
                  </a:cubicBezTo>
                  <a:cubicBezTo>
                    <a:pt x="1775" y="3378"/>
                    <a:pt x="1678" y="3355"/>
                    <a:pt x="1641" y="3336"/>
                  </a:cubicBezTo>
                  <a:cubicBezTo>
                    <a:pt x="1641" y="3336"/>
                    <a:pt x="1641" y="3318"/>
                    <a:pt x="1618" y="3299"/>
                  </a:cubicBezTo>
                  <a:cubicBezTo>
                    <a:pt x="1599" y="3281"/>
                    <a:pt x="1599" y="3239"/>
                    <a:pt x="1581" y="3184"/>
                  </a:cubicBezTo>
                  <a:cubicBezTo>
                    <a:pt x="1562" y="3087"/>
                    <a:pt x="1525" y="2953"/>
                    <a:pt x="1502" y="2800"/>
                  </a:cubicBezTo>
                  <a:cubicBezTo>
                    <a:pt x="1428" y="2491"/>
                    <a:pt x="1331" y="2066"/>
                    <a:pt x="1156" y="1622"/>
                  </a:cubicBezTo>
                  <a:cubicBezTo>
                    <a:pt x="888" y="911"/>
                    <a:pt x="620" y="583"/>
                    <a:pt x="407" y="449"/>
                  </a:cubicBezTo>
                  <a:cubicBezTo>
                    <a:pt x="292" y="375"/>
                    <a:pt x="213" y="352"/>
                    <a:pt x="139" y="352"/>
                  </a:cubicBezTo>
                  <a:cubicBezTo>
                    <a:pt x="139" y="296"/>
                    <a:pt x="139" y="218"/>
                    <a:pt x="255" y="162"/>
                  </a:cubicBezTo>
                  <a:cubicBezTo>
                    <a:pt x="314" y="123"/>
                    <a:pt x="408" y="110"/>
                    <a:pt x="498" y="110"/>
                  </a:cubicBezTo>
                  <a:close/>
                  <a:moveTo>
                    <a:pt x="464" y="0"/>
                  </a:moveTo>
                  <a:cubicBezTo>
                    <a:pt x="370" y="0"/>
                    <a:pt x="272" y="20"/>
                    <a:pt x="195" y="65"/>
                  </a:cubicBezTo>
                  <a:cubicBezTo>
                    <a:pt x="1" y="181"/>
                    <a:pt x="1" y="412"/>
                    <a:pt x="1" y="412"/>
                  </a:cubicBezTo>
                  <a:lnTo>
                    <a:pt x="1" y="467"/>
                  </a:lnTo>
                  <a:lnTo>
                    <a:pt x="61" y="449"/>
                  </a:lnTo>
                  <a:lnTo>
                    <a:pt x="139" y="449"/>
                  </a:lnTo>
                  <a:cubicBezTo>
                    <a:pt x="176" y="449"/>
                    <a:pt x="255" y="467"/>
                    <a:pt x="347" y="527"/>
                  </a:cubicBezTo>
                  <a:cubicBezTo>
                    <a:pt x="523" y="661"/>
                    <a:pt x="791" y="952"/>
                    <a:pt x="1063" y="1664"/>
                  </a:cubicBezTo>
                  <a:cubicBezTo>
                    <a:pt x="1216" y="2107"/>
                    <a:pt x="1331" y="2509"/>
                    <a:pt x="1387" y="2819"/>
                  </a:cubicBezTo>
                  <a:cubicBezTo>
                    <a:pt x="1428" y="2990"/>
                    <a:pt x="1447" y="3105"/>
                    <a:pt x="1484" y="3221"/>
                  </a:cubicBezTo>
                  <a:cubicBezTo>
                    <a:pt x="1502" y="3262"/>
                    <a:pt x="1502" y="3299"/>
                    <a:pt x="1525" y="3336"/>
                  </a:cubicBezTo>
                  <a:cubicBezTo>
                    <a:pt x="1544" y="3378"/>
                    <a:pt x="1562" y="3396"/>
                    <a:pt x="1581" y="3433"/>
                  </a:cubicBezTo>
                  <a:cubicBezTo>
                    <a:pt x="1629" y="3471"/>
                    <a:pt x="1692" y="3485"/>
                    <a:pt x="1760" y="3485"/>
                  </a:cubicBezTo>
                  <a:cubicBezTo>
                    <a:pt x="1802" y="3485"/>
                    <a:pt x="1846" y="3479"/>
                    <a:pt x="1890" y="3470"/>
                  </a:cubicBezTo>
                  <a:cubicBezTo>
                    <a:pt x="1946" y="3470"/>
                    <a:pt x="2006" y="3452"/>
                    <a:pt x="2043" y="3433"/>
                  </a:cubicBezTo>
                  <a:cubicBezTo>
                    <a:pt x="2103" y="3433"/>
                    <a:pt x="2140" y="3415"/>
                    <a:pt x="2158" y="3378"/>
                  </a:cubicBezTo>
                  <a:cubicBezTo>
                    <a:pt x="2195" y="3355"/>
                    <a:pt x="2177" y="3336"/>
                    <a:pt x="2195" y="3318"/>
                  </a:cubicBezTo>
                  <a:lnTo>
                    <a:pt x="2195" y="3262"/>
                  </a:lnTo>
                  <a:cubicBezTo>
                    <a:pt x="2195" y="3202"/>
                    <a:pt x="2177" y="3147"/>
                    <a:pt x="2177" y="3068"/>
                  </a:cubicBezTo>
                  <a:cubicBezTo>
                    <a:pt x="2158" y="2893"/>
                    <a:pt x="2122" y="2685"/>
                    <a:pt x="2061" y="2454"/>
                  </a:cubicBezTo>
                  <a:cubicBezTo>
                    <a:pt x="1946" y="1992"/>
                    <a:pt x="1775" y="1414"/>
                    <a:pt x="1562" y="1008"/>
                  </a:cubicBezTo>
                  <a:cubicBezTo>
                    <a:pt x="1331" y="583"/>
                    <a:pt x="1137" y="352"/>
                    <a:pt x="985" y="218"/>
                  </a:cubicBezTo>
                  <a:cubicBezTo>
                    <a:pt x="832" y="84"/>
                    <a:pt x="717" y="47"/>
                    <a:pt x="657" y="28"/>
                  </a:cubicBezTo>
                  <a:cubicBezTo>
                    <a:pt x="600" y="11"/>
                    <a:pt x="533" y="0"/>
                    <a:pt x="46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82"/>
            <p:cNvSpPr/>
            <p:nvPr/>
          </p:nvSpPr>
          <p:spPr>
            <a:xfrm>
              <a:off x="6776233" y="2061142"/>
              <a:ext cx="194647" cy="443149"/>
            </a:xfrm>
            <a:custGeom>
              <a:rect b="b" l="l" r="r" t="t"/>
              <a:pathLst>
                <a:path extrusionOk="0" h="3242" w="1424">
                  <a:moveTo>
                    <a:pt x="227" y="0"/>
                  </a:moveTo>
                  <a:cubicBezTo>
                    <a:pt x="111" y="0"/>
                    <a:pt x="11" y="38"/>
                    <a:pt x="1" y="133"/>
                  </a:cubicBezTo>
                  <a:cubicBezTo>
                    <a:pt x="1" y="133"/>
                    <a:pt x="366" y="766"/>
                    <a:pt x="578" y="1653"/>
                  </a:cubicBezTo>
                  <a:cubicBezTo>
                    <a:pt x="786" y="2559"/>
                    <a:pt x="768" y="3058"/>
                    <a:pt x="828" y="3192"/>
                  </a:cubicBezTo>
                  <a:cubicBezTo>
                    <a:pt x="845" y="3228"/>
                    <a:pt x="896" y="3241"/>
                    <a:pt x="960" y="3241"/>
                  </a:cubicBezTo>
                  <a:cubicBezTo>
                    <a:pt x="1102" y="3241"/>
                    <a:pt x="1307" y="3175"/>
                    <a:pt x="1345" y="3136"/>
                  </a:cubicBezTo>
                  <a:cubicBezTo>
                    <a:pt x="1424" y="3058"/>
                    <a:pt x="999" y="1265"/>
                    <a:pt x="865" y="803"/>
                  </a:cubicBezTo>
                  <a:cubicBezTo>
                    <a:pt x="731" y="341"/>
                    <a:pt x="671" y="151"/>
                    <a:pt x="518" y="73"/>
                  </a:cubicBezTo>
                  <a:cubicBezTo>
                    <a:pt x="439" y="28"/>
                    <a:pt x="327" y="0"/>
                    <a:pt x="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82"/>
            <p:cNvSpPr/>
            <p:nvPr/>
          </p:nvSpPr>
          <p:spPr>
            <a:xfrm>
              <a:off x="6770629" y="2055264"/>
              <a:ext cx="197790" cy="455451"/>
            </a:xfrm>
            <a:custGeom>
              <a:rect b="b" l="l" r="r" t="t"/>
              <a:pathLst>
                <a:path extrusionOk="0" h="3332" w="1447">
                  <a:moveTo>
                    <a:pt x="250" y="97"/>
                  </a:moveTo>
                  <a:cubicBezTo>
                    <a:pt x="347" y="97"/>
                    <a:pt x="462" y="116"/>
                    <a:pt x="522" y="153"/>
                  </a:cubicBezTo>
                  <a:cubicBezTo>
                    <a:pt x="596" y="194"/>
                    <a:pt x="638" y="250"/>
                    <a:pt x="693" y="365"/>
                  </a:cubicBezTo>
                  <a:cubicBezTo>
                    <a:pt x="735" y="481"/>
                    <a:pt x="790" y="638"/>
                    <a:pt x="850" y="869"/>
                  </a:cubicBezTo>
                  <a:cubicBezTo>
                    <a:pt x="924" y="1077"/>
                    <a:pt x="1058" y="1655"/>
                    <a:pt x="1174" y="2158"/>
                  </a:cubicBezTo>
                  <a:cubicBezTo>
                    <a:pt x="1234" y="2426"/>
                    <a:pt x="1271" y="2676"/>
                    <a:pt x="1312" y="2851"/>
                  </a:cubicBezTo>
                  <a:cubicBezTo>
                    <a:pt x="1331" y="2948"/>
                    <a:pt x="1331" y="3022"/>
                    <a:pt x="1349" y="3082"/>
                  </a:cubicBezTo>
                  <a:lnTo>
                    <a:pt x="1349" y="3138"/>
                  </a:lnTo>
                  <a:cubicBezTo>
                    <a:pt x="1331" y="3138"/>
                    <a:pt x="1312" y="3156"/>
                    <a:pt x="1271" y="3179"/>
                  </a:cubicBezTo>
                  <a:cubicBezTo>
                    <a:pt x="1234" y="3198"/>
                    <a:pt x="1174" y="3216"/>
                    <a:pt x="1118" y="3216"/>
                  </a:cubicBezTo>
                  <a:cubicBezTo>
                    <a:pt x="1058" y="3235"/>
                    <a:pt x="1003" y="3235"/>
                    <a:pt x="966" y="3235"/>
                  </a:cubicBezTo>
                  <a:cubicBezTo>
                    <a:pt x="943" y="3216"/>
                    <a:pt x="924" y="3216"/>
                    <a:pt x="924" y="3198"/>
                  </a:cubicBezTo>
                  <a:cubicBezTo>
                    <a:pt x="906" y="3198"/>
                    <a:pt x="906" y="3138"/>
                    <a:pt x="887" y="3064"/>
                  </a:cubicBezTo>
                  <a:cubicBezTo>
                    <a:pt x="887" y="2985"/>
                    <a:pt x="869" y="2870"/>
                    <a:pt x="850" y="2754"/>
                  </a:cubicBezTo>
                  <a:cubicBezTo>
                    <a:pt x="827" y="2486"/>
                    <a:pt x="772" y="2140"/>
                    <a:pt x="675" y="1696"/>
                  </a:cubicBezTo>
                  <a:cubicBezTo>
                    <a:pt x="462" y="809"/>
                    <a:pt x="116" y="194"/>
                    <a:pt x="97" y="153"/>
                  </a:cubicBezTo>
                  <a:cubicBezTo>
                    <a:pt x="97" y="153"/>
                    <a:pt x="116" y="134"/>
                    <a:pt x="134" y="116"/>
                  </a:cubicBezTo>
                  <a:cubicBezTo>
                    <a:pt x="157" y="116"/>
                    <a:pt x="194" y="97"/>
                    <a:pt x="250" y="97"/>
                  </a:cubicBezTo>
                  <a:close/>
                  <a:moveTo>
                    <a:pt x="250" y="0"/>
                  </a:moveTo>
                  <a:cubicBezTo>
                    <a:pt x="194" y="0"/>
                    <a:pt x="134" y="0"/>
                    <a:pt x="79" y="37"/>
                  </a:cubicBezTo>
                  <a:cubicBezTo>
                    <a:pt x="42" y="60"/>
                    <a:pt x="0" y="97"/>
                    <a:pt x="0" y="153"/>
                  </a:cubicBezTo>
                  <a:lnTo>
                    <a:pt x="0" y="176"/>
                  </a:lnTo>
                  <a:lnTo>
                    <a:pt x="0" y="194"/>
                  </a:lnTo>
                  <a:cubicBezTo>
                    <a:pt x="0" y="194"/>
                    <a:pt x="365" y="828"/>
                    <a:pt x="578" y="1715"/>
                  </a:cubicBezTo>
                  <a:cubicBezTo>
                    <a:pt x="675" y="2158"/>
                    <a:pt x="712" y="2505"/>
                    <a:pt x="753" y="2754"/>
                  </a:cubicBezTo>
                  <a:cubicBezTo>
                    <a:pt x="772" y="2888"/>
                    <a:pt x="772" y="2985"/>
                    <a:pt x="790" y="3064"/>
                  </a:cubicBezTo>
                  <a:cubicBezTo>
                    <a:pt x="790" y="3156"/>
                    <a:pt x="809" y="3198"/>
                    <a:pt x="827" y="3253"/>
                  </a:cubicBezTo>
                  <a:cubicBezTo>
                    <a:pt x="850" y="3313"/>
                    <a:pt x="906" y="3332"/>
                    <a:pt x="966" y="3332"/>
                  </a:cubicBezTo>
                  <a:cubicBezTo>
                    <a:pt x="1021" y="3332"/>
                    <a:pt x="1081" y="3332"/>
                    <a:pt x="1137" y="3313"/>
                  </a:cubicBezTo>
                  <a:cubicBezTo>
                    <a:pt x="1197" y="3313"/>
                    <a:pt x="1252" y="3295"/>
                    <a:pt x="1312" y="3272"/>
                  </a:cubicBezTo>
                  <a:cubicBezTo>
                    <a:pt x="1368" y="3253"/>
                    <a:pt x="1405" y="3235"/>
                    <a:pt x="1428" y="3216"/>
                  </a:cubicBezTo>
                  <a:cubicBezTo>
                    <a:pt x="1446" y="3198"/>
                    <a:pt x="1446" y="3179"/>
                    <a:pt x="1446" y="3179"/>
                  </a:cubicBezTo>
                  <a:lnTo>
                    <a:pt x="1446" y="3138"/>
                  </a:lnTo>
                  <a:lnTo>
                    <a:pt x="1446" y="3064"/>
                  </a:lnTo>
                  <a:cubicBezTo>
                    <a:pt x="1446" y="3004"/>
                    <a:pt x="1428" y="2925"/>
                    <a:pt x="1405" y="2833"/>
                  </a:cubicBezTo>
                  <a:cubicBezTo>
                    <a:pt x="1386" y="2657"/>
                    <a:pt x="1331" y="2408"/>
                    <a:pt x="1271" y="2140"/>
                  </a:cubicBezTo>
                  <a:cubicBezTo>
                    <a:pt x="1155" y="1618"/>
                    <a:pt x="1021" y="1059"/>
                    <a:pt x="966" y="828"/>
                  </a:cubicBezTo>
                  <a:cubicBezTo>
                    <a:pt x="887" y="596"/>
                    <a:pt x="850" y="444"/>
                    <a:pt x="790" y="310"/>
                  </a:cubicBezTo>
                  <a:cubicBezTo>
                    <a:pt x="735" y="194"/>
                    <a:pt x="656" y="116"/>
                    <a:pt x="578" y="60"/>
                  </a:cubicBezTo>
                  <a:cubicBezTo>
                    <a:pt x="481" y="19"/>
                    <a:pt x="365" y="0"/>
                    <a:pt x="250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82"/>
            <p:cNvSpPr/>
            <p:nvPr/>
          </p:nvSpPr>
          <p:spPr>
            <a:xfrm>
              <a:off x="6776233" y="2065926"/>
              <a:ext cx="186445" cy="436588"/>
            </a:xfrm>
            <a:custGeom>
              <a:rect b="b" l="l" r="r" t="t"/>
              <a:pathLst>
                <a:path extrusionOk="0" h="3194" w="1364">
                  <a:moveTo>
                    <a:pt x="93" y="1"/>
                  </a:moveTo>
                  <a:cubicBezTo>
                    <a:pt x="38" y="1"/>
                    <a:pt x="1" y="38"/>
                    <a:pt x="1" y="98"/>
                  </a:cubicBezTo>
                  <a:cubicBezTo>
                    <a:pt x="1" y="98"/>
                    <a:pt x="366" y="731"/>
                    <a:pt x="578" y="1618"/>
                  </a:cubicBezTo>
                  <a:cubicBezTo>
                    <a:pt x="786" y="2524"/>
                    <a:pt x="768" y="3023"/>
                    <a:pt x="828" y="3157"/>
                  </a:cubicBezTo>
                  <a:cubicBezTo>
                    <a:pt x="846" y="3194"/>
                    <a:pt x="902" y="3194"/>
                    <a:pt x="962" y="3194"/>
                  </a:cubicBezTo>
                  <a:cubicBezTo>
                    <a:pt x="1114" y="3194"/>
                    <a:pt x="1308" y="3138"/>
                    <a:pt x="1345" y="3101"/>
                  </a:cubicBezTo>
                  <a:cubicBezTo>
                    <a:pt x="1364" y="3060"/>
                    <a:pt x="1345" y="2829"/>
                    <a:pt x="1271" y="2501"/>
                  </a:cubicBezTo>
                  <a:cubicBezTo>
                    <a:pt x="1248" y="2501"/>
                    <a:pt x="1230" y="2501"/>
                    <a:pt x="1211" y="2482"/>
                  </a:cubicBezTo>
                  <a:lnTo>
                    <a:pt x="1211" y="2482"/>
                  </a:lnTo>
                  <a:cubicBezTo>
                    <a:pt x="1230" y="2598"/>
                    <a:pt x="1248" y="2695"/>
                    <a:pt x="1271" y="2773"/>
                  </a:cubicBezTo>
                  <a:cubicBezTo>
                    <a:pt x="1290" y="2870"/>
                    <a:pt x="1290" y="2944"/>
                    <a:pt x="1308" y="3004"/>
                  </a:cubicBezTo>
                  <a:lnTo>
                    <a:pt x="1308" y="3060"/>
                  </a:lnTo>
                  <a:cubicBezTo>
                    <a:pt x="1290" y="3060"/>
                    <a:pt x="1271" y="3078"/>
                    <a:pt x="1230" y="3101"/>
                  </a:cubicBezTo>
                  <a:cubicBezTo>
                    <a:pt x="1193" y="3120"/>
                    <a:pt x="1133" y="3138"/>
                    <a:pt x="1077" y="3138"/>
                  </a:cubicBezTo>
                  <a:cubicBezTo>
                    <a:pt x="1040" y="3138"/>
                    <a:pt x="999" y="3157"/>
                    <a:pt x="962" y="3157"/>
                  </a:cubicBezTo>
                  <a:lnTo>
                    <a:pt x="925" y="3157"/>
                  </a:lnTo>
                  <a:cubicBezTo>
                    <a:pt x="902" y="3138"/>
                    <a:pt x="883" y="3138"/>
                    <a:pt x="883" y="3120"/>
                  </a:cubicBezTo>
                  <a:cubicBezTo>
                    <a:pt x="865" y="3120"/>
                    <a:pt x="865" y="3060"/>
                    <a:pt x="846" y="2986"/>
                  </a:cubicBezTo>
                  <a:cubicBezTo>
                    <a:pt x="846" y="2907"/>
                    <a:pt x="828" y="2792"/>
                    <a:pt x="809" y="2676"/>
                  </a:cubicBezTo>
                  <a:cubicBezTo>
                    <a:pt x="786" y="2408"/>
                    <a:pt x="731" y="2062"/>
                    <a:pt x="634" y="1618"/>
                  </a:cubicBezTo>
                  <a:cubicBezTo>
                    <a:pt x="421" y="731"/>
                    <a:pt x="75" y="116"/>
                    <a:pt x="56" y="75"/>
                  </a:cubicBezTo>
                  <a:cubicBezTo>
                    <a:pt x="56" y="75"/>
                    <a:pt x="75" y="56"/>
                    <a:pt x="93" y="38"/>
                  </a:cubicBezTo>
                  <a:lnTo>
                    <a:pt x="116" y="38"/>
                  </a:lnTo>
                  <a:cubicBezTo>
                    <a:pt x="116" y="19"/>
                    <a:pt x="93" y="1"/>
                    <a:pt x="93" y="1"/>
                  </a:cubicBezTo>
                  <a:close/>
                </a:path>
              </a:pathLst>
            </a:custGeom>
            <a:solidFill>
              <a:srgbClr val="2435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82"/>
            <p:cNvSpPr/>
            <p:nvPr/>
          </p:nvSpPr>
          <p:spPr>
            <a:xfrm>
              <a:off x="6381471" y="2528897"/>
              <a:ext cx="57683" cy="58230"/>
            </a:xfrm>
            <a:custGeom>
              <a:rect b="b" l="l" r="r" t="t"/>
              <a:pathLst>
                <a:path extrusionOk="0" h="426" w="422">
                  <a:moveTo>
                    <a:pt x="209" y="1"/>
                  </a:moveTo>
                  <a:cubicBezTo>
                    <a:pt x="93" y="1"/>
                    <a:pt x="1" y="98"/>
                    <a:pt x="1" y="213"/>
                  </a:cubicBezTo>
                  <a:cubicBezTo>
                    <a:pt x="1" y="329"/>
                    <a:pt x="93" y="426"/>
                    <a:pt x="209" y="426"/>
                  </a:cubicBezTo>
                  <a:cubicBezTo>
                    <a:pt x="324" y="426"/>
                    <a:pt x="421" y="329"/>
                    <a:pt x="421" y="213"/>
                  </a:cubicBezTo>
                  <a:cubicBezTo>
                    <a:pt x="421" y="98"/>
                    <a:pt x="324" y="1"/>
                    <a:pt x="2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82"/>
            <p:cNvSpPr/>
            <p:nvPr/>
          </p:nvSpPr>
          <p:spPr>
            <a:xfrm>
              <a:off x="6373270" y="2529260"/>
              <a:ext cx="74086" cy="73403"/>
            </a:xfrm>
            <a:custGeom>
              <a:rect b="b" l="l" r="r" t="t"/>
              <a:pathLst>
                <a:path extrusionOk="0" h="537" w="542">
                  <a:moveTo>
                    <a:pt x="269" y="93"/>
                  </a:moveTo>
                  <a:cubicBezTo>
                    <a:pt x="366" y="93"/>
                    <a:pt x="426" y="171"/>
                    <a:pt x="426" y="268"/>
                  </a:cubicBezTo>
                  <a:cubicBezTo>
                    <a:pt x="426" y="347"/>
                    <a:pt x="366" y="421"/>
                    <a:pt x="269" y="421"/>
                  </a:cubicBezTo>
                  <a:cubicBezTo>
                    <a:pt x="176" y="421"/>
                    <a:pt x="116" y="347"/>
                    <a:pt x="116" y="268"/>
                  </a:cubicBezTo>
                  <a:cubicBezTo>
                    <a:pt x="116" y="171"/>
                    <a:pt x="176" y="93"/>
                    <a:pt x="269" y="93"/>
                  </a:cubicBezTo>
                  <a:close/>
                  <a:moveTo>
                    <a:pt x="269" y="0"/>
                  </a:moveTo>
                  <a:cubicBezTo>
                    <a:pt x="116" y="0"/>
                    <a:pt x="1" y="116"/>
                    <a:pt x="1" y="268"/>
                  </a:cubicBezTo>
                  <a:cubicBezTo>
                    <a:pt x="1" y="402"/>
                    <a:pt x="116" y="536"/>
                    <a:pt x="269" y="536"/>
                  </a:cubicBezTo>
                  <a:cubicBezTo>
                    <a:pt x="426" y="536"/>
                    <a:pt x="542" y="402"/>
                    <a:pt x="542" y="268"/>
                  </a:cubicBezTo>
                  <a:cubicBezTo>
                    <a:pt x="542" y="116"/>
                    <a:pt x="426" y="0"/>
                    <a:pt x="26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82"/>
            <p:cNvSpPr/>
            <p:nvPr/>
          </p:nvSpPr>
          <p:spPr>
            <a:xfrm>
              <a:off x="6891873" y="2429113"/>
              <a:ext cx="58230" cy="60827"/>
            </a:xfrm>
            <a:custGeom>
              <a:rect b="b" l="l" r="r" t="t"/>
              <a:pathLst>
                <a:path extrusionOk="0" h="445" w="426">
                  <a:moveTo>
                    <a:pt x="213" y="1"/>
                  </a:moveTo>
                  <a:cubicBezTo>
                    <a:pt x="97" y="1"/>
                    <a:pt x="0" y="98"/>
                    <a:pt x="0" y="213"/>
                  </a:cubicBezTo>
                  <a:cubicBezTo>
                    <a:pt x="0" y="347"/>
                    <a:pt x="97" y="444"/>
                    <a:pt x="213" y="444"/>
                  </a:cubicBezTo>
                  <a:cubicBezTo>
                    <a:pt x="328" y="444"/>
                    <a:pt x="425" y="347"/>
                    <a:pt x="425" y="213"/>
                  </a:cubicBezTo>
                  <a:cubicBezTo>
                    <a:pt x="425" y="98"/>
                    <a:pt x="328" y="1"/>
                    <a:pt x="2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82"/>
            <p:cNvSpPr/>
            <p:nvPr/>
          </p:nvSpPr>
          <p:spPr>
            <a:xfrm>
              <a:off x="6883672" y="2431389"/>
              <a:ext cx="73949" cy="71489"/>
            </a:xfrm>
            <a:custGeom>
              <a:rect b="b" l="l" r="r" t="t"/>
              <a:pathLst>
                <a:path extrusionOk="0" h="523" w="541">
                  <a:moveTo>
                    <a:pt x="273" y="97"/>
                  </a:moveTo>
                  <a:cubicBezTo>
                    <a:pt x="370" y="97"/>
                    <a:pt x="425" y="176"/>
                    <a:pt x="425" y="254"/>
                  </a:cubicBezTo>
                  <a:cubicBezTo>
                    <a:pt x="425" y="347"/>
                    <a:pt x="370" y="425"/>
                    <a:pt x="273" y="425"/>
                  </a:cubicBezTo>
                  <a:cubicBezTo>
                    <a:pt x="176" y="425"/>
                    <a:pt x="116" y="347"/>
                    <a:pt x="116" y="254"/>
                  </a:cubicBezTo>
                  <a:cubicBezTo>
                    <a:pt x="116" y="176"/>
                    <a:pt x="176" y="97"/>
                    <a:pt x="273" y="97"/>
                  </a:cubicBezTo>
                  <a:close/>
                  <a:moveTo>
                    <a:pt x="273" y="0"/>
                  </a:moveTo>
                  <a:cubicBezTo>
                    <a:pt x="116" y="0"/>
                    <a:pt x="0" y="116"/>
                    <a:pt x="0" y="254"/>
                  </a:cubicBezTo>
                  <a:cubicBezTo>
                    <a:pt x="0" y="407"/>
                    <a:pt x="116" y="522"/>
                    <a:pt x="273" y="522"/>
                  </a:cubicBezTo>
                  <a:cubicBezTo>
                    <a:pt x="425" y="522"/>
                    <a:pt x="541" y="407"/>
                    <a:pt x="541" y="254"/>
                  </a:cubicBezTo>
                  <a:cubicBezTo>
                    <a:pt x="541" y="116"/>
                    <a:pt x="425" y="0"/>
                    <a:pt x="273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82"/>
            <p:cNvSpPr/>
            <p:nvPr/>
          </p:nvSpPr>
          <p:spPr>
            <a:xfrm>
              <a:off x="6465536" y="2618566"/>
              <a:ext cx="473768" cy="448753"/>
            </a:xfrm>
            <a:custGeom>
              <a:rect b="b" l="l" r="r" t="t"/>
              <a:pathLst>
                <a:path extrusionOk="0" h="3283" w="3466">
                  <a:moveTo>
                    <a:pt x="3151" y="0"/>
                  </a:moveTo>
                  <a:cubicBezTo>
                    <a:pt x="3007" y="0"/>
                    <a:pt x="2525" y="13"/>
                    <a:pt x="1655" y="153"/>
                  </a:cubicBezTo>
                  <a:cubicBezTo>
                    <a:pt x="578" y="306"/>
                    <a:pt x="0" y="652"/>
                    <a:pt x="0" y="652"/>
                  </a:cubicBezTo>
                  <a:cubicBezTo>
                    <a:pt x="0" y="652"/>
                    <a:pt x="250" y="2408"/>
                    <a:pt x="402" y="2676"/>
                  </a:cubicBezTo>
                  <a:cubicBezTo>
                    <a:pt x="546" y="2937"/>
                    <a:pt x="1467" y="3283"/>
                    <a:pt x="2011" y="3283"/>
                  </a:cubicBezTo>
                  <a:cubicBezTo>
                    <a:pt x="2064" y="3283"/>
                    <a:pt x="2113" y="3279"/>
                    <a:pt x="2158" y="3272"/>
                  </a:cubicBezTo>
                  <a:cubicBezTo>
                    <a:pt x="2639" y="3217"/>
                    <a:pt x="3429" y="2501"/>
                    <a:pt x="3447" y="2117"/>
                  </a:cubicBezTo>
                  <a:cubicBezTo>
                    <a:pt x="3466" y="1752"/>
                    <a:pt x="3198" y="1"/>
                    <a:pt x="3198" y="1"/>
                  </a:cubicBezTo>
                  <a:cubicBezTo>
                    <a:pt x="3198" y="1"/>
                    <a:pt x="3183" y="0"/>
                    <a:pt x="31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82"/>
            <p:cNvSpPr/>
            <p:nvPr/>
          </p:nvSpPr>
          <p:spPr>
            <a:xfrm>
              <a:off x="6457334" y="2610365"/>
              <a:ext cx="487026" cy="465019"/>
            </a:xfrm>
            <a:custGeom>
              <a:rect b="b" l="l" r="r" t="t"/>
              <a:pathLst>
                <a:path extrusionOk="0" h="3402" w="3563">
                  <a:moveTo>
                    <a:pt x="3156" y="116"/>
                  </a:moveTo>
                  <a:cubicBezTo>
                    <a:pt x="3193" y="116"/>
                    <a:pt x="3213" y="116"/>
                    <a:pt x="3216" y="116"/>
                  </a:cubicBezTo>
                  <a:cubicBezTo>
                    <a:pt x="3216" y="158"/>
                    <a:pt x="3276" y="523"/>
                    <a:pt x="3332" y="985"/>
                  </a:cubicBezTo>
                  <a:cubicBezTo>
                    <a:pt x="3373" y="1235"/>
                    <a:pt x="3410" y="1484"/>
                    <a:pt x="3429" y="1697"/>
                  </a:cubicBezTo>
                  <a:cubicBezTo>
                    <a:pt x="3447" y="1909"/>
                    <a:pt x="3466" y="2099"/>
                    <a:pt x="3466" y="2177"/>
                  </a:cubicBezTo>
                  <a:cubicBezTo>
                    <a:pt x="3447" y="2256"/>
                    <a:pt x="3410" y="2371"/>
                    <a:pt x="3332" y="2487"/>
                  </a:cubicBezTo>
                  <a:cubicBezTo>
                    <a:pt x="3235" y="2602"/>
                    <a:pt x="3142" y="2718"/>
                    <a:pt x="3004" y="2833"/>
                  </a:cubicBezTo>
                  <a:cubicBezTo>
                    <a:pt x="2754" y="3064"/>
                    <a:pt x="2426" y="3254"/>
                    <a:pt x="2195" y="3295"/>
                  </a:cubicBezTo>
                  <a:cubicBezTo>
                    <a:pt x="2173" y="3297"/>
                    <a:pt x="2148" y="3298"/>
                    <a:pt x="2123" y="3298"/>
                  </a:cubicBezTo>
                  <a:cubicBezTo>
                    <a:pt x="1889" y="3298"/>
                    <a:pt x="1545" y="3224"/>
                    <a:pt x="1216" y="3120"/>
                  </a:cubicBezTo>
                  <a:cubicBezTo>
                    <a:pt x="1040" y="3064"/>
                    <a:pt x="888" y="2986"/>
                    <a:pt x="754" y="2907"/>
                  </a:cubicBezTo>
                  <a:cubicBezTo>
                    <a:pt x="620" y="2852"/>
                    <a:pt x="541" y="2773"/>
                    <a:pt x="504" y="2718"/>
                  </a:cubicBezTo>
                  <a:cubicBezTo>
                    <a:pt x="486" y="2658"/>
                    <a:pt x="426" y="2505"/>
                    <a:pt x="389" y="2293"/>
                  </a:cubicBezTo>
                  <a:cubicBezTo>
                    <a:pt x="347" y="2099"/>
                    <a:pt x="292" y="1849"/>
                    <a:pt x="255" y="1618"/>
                  </a:cubicBezTo>
                  <a:cubicBezTo>
                    <a:pt x="176" y="1156"/>
                    <a:pt x="116" y="773"/>
                    <a:pt x="116" y="736"/>
                  </a:cubicBezTo>
                  <a:cubicBezTo>
                    <a:pt x="158" y="712"/>
                    <a:pt x="694" y="426"/>
                    <a:pt x="1715" y="250"/>
                  </a:cubicBezTo>
                  <a:cubicBezTo>
                    <a:pt x="2551" y="128"/>
                    <a:pt x="3002" y="116"/>
                    <a:pt x="3156" y="116"/>
                  </a:cubicBezTo>
                  <a:close/>
                  <a:moveTo>
                    <a:pt x="3213" y="0"/>
                  </a:moveTo>
                  <a:cubicBezTo>
                    <a:pt x="3071" y="0"/>
                    <a:pt x="2586" y="13"/>
                    <a:pt x="1696" y="158"/>
                  </a:cubicBezTo>
                  <a:cubicBezTo>
                    <a:pt x="620" y="329"/>
                    <a:pt x="42" y="657"/>
                    <a:pt x="42" y="657"/>
                  </a:cubicBezTo>
                  <a:lnTo>
                    <a:pt x="0" y="676"/>
                  </a:lnTo>
                  <a:lnTo>
                    <a:pt x="0" y="712"/>
                  </a:lnTo>
                  <a:cubicBezTo>
                    <a:pt x="0" y="712"/>
                    <a:pt x="79" y="1156"/>
                    <a:pt x="158" y="1637"/>
                  </a:cubicBezTo>
                  <a:cubicBezTo>
                    <a:pt x="194" y="1868"/>
                    <a:pt x="231" y="2122"/>
                    <a:pt x="292" y="2311"/>
                  </a:cubicBezTo>
                  <a:cubicBezTo>
                    <a:pt x="328" y="2524"/>
                    <a:pt x="370" y="2676"/>
                    <a:pt x="426" y="2773"/>
                  </a:cubicBezTo>
                  <a:cubicBezTo>
                    <a:pt x="462" y="2852"/>
                    <a:pt x="560" y="2930"/>
                    <a:pt x="694" y="3004"/>
                  </a:cubicBezTo>
                  <a:cubicBezTo>
                    <a:pt x="851" y="3083"/>
                    <a:pt x="1003" y="3161"/>
                    <a:pt x="1197" y="3217"/>
                  </a:cubicBezTo>
                  <a:cubicBezTo>
                    <a:pt x="1486" y="3328"/>
                    <a:pt x="1813" y="3402"/>
                    <a:pt x="2072" y="3402"/>
                  </a:cubicBezTo>
                  <a:cubicBezTo>
                    <a:pt x="2123" y="3402"/>
                    <a:pt x="2173" y="3399"/>
                    <a:pt x="2218" y="3392"/>
                  </a:cubicBezTo>
                  <a:cubicBezTo>
                    <a:pt x="2486" y="3351"/>
                    <a:pt x="2814" y="3161"/>
                    <a:pt x="3082" y="2907"/>
                  </a:cubicBezTo>
                  <a:cubicBezTo>
                    <a:pt x="3198" y="2792"/>
                    <a:pt x="3332" y="2658"/>
                    <a:pt x="3410" y="2542"/>
                  </a:cubicBezTo>
                  <a:cubicBezTo>
                    <a:pt x="3507" y="2408"/>
                    <a:pt x="3563" y="2293"/>
                    <a:pt x="3563" y="2177"/>
                  </a:cubicBezTo>
                  <a:cubicBezTo>
                    <a:pt x="3563" y="2080"/>
                    <a:pt x="3563" y="1909"/>
                    <a:pt x="3526" y="1678"/>
                  </a:cubicBezTo>
                  <a:cubicBezTo>
                    <a:pt x="3507" y="1466"/>
                    <a:pt x="3466" y="1216"/>
                    <a:pt x="3447" y="967"/>
                  </a:cubicBezTo>
                  <a:cubicBezTo>
                    <a:pt x="3373" y="481"/>
                    <a:pt x="3313" y="61"/>
                    <a:pt x="3313" y="61"/>
                  </a:cubicBezTo>
                  <a:lnTo>
                    <a:pt x="3313" y="1"/>
                  </a:lnTo>
                  <a:lnTo>
                    <a:pt x="3258" y="1"/>
                  </a:lnTo>
                  <a:cubicBezTo>
                    <a:pt x="3258" y="1"/>
                    <a:pt x="3243" y="0"/>
                    <a:pt x="3213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82"/>
            <p:cNvSpPr/>
            <p:nvPr/>
          </p:nvSpPr>
          <p:spPr>
            <a:xfrm>
              <a:off x="6465536" y="2618566"/>
              <a:ext cx="455451" cy="199841"/>
            </a:xfrm>
            <a:custGeom>
              <a:rect b="b" l="l" r="r" t="t"/>
              <a:pathLst>
                <a:path extrusionOk="0" h="1462" w="3332">
                  <a:moveTo>
                    <a:pt x="3101" y="1"/>
                  </a:moveTo>
                  <a:cubicBezTo>
                    <a:pt x="2925" y="1"/>
                    <a:pt x="2445" y="19"/>
                    <a:pt x="1655" y="153"/>
                  </a:cubicBezTo>
                  <a:cubicBezTo>
                    <a:pt x="578" y="306"/>
                    <a:pt x="0" y="652"/>
                    <a:pt x="0" y="652"/>
                  </a:cubicBezTo>
                  <a:cubicBezTo>
                    <a:pt x="0" y="652"/>
                    <a:pt x="56" y="1041"/>
                    <a:pt x="134" y="1461"/>
                  </a:cubicBezTo>
                  <a:cubicBezTo>
                    <a:pt x="347" y="1346"/>
                    <a:pt x="906" y="1115"/>
                    <a:pt x="1789" y="981"/>
                  </a:cubicBezTo>
                  <a:cubicBezTo>
                    <a:pt x="2316" y="893"/>
                    <a:pt x="2713" y="871"/>
                    <a:pt x="2990" y="871"/>
                  </a:cubicBezTo>
                  <a:cubicBezTo>
                    <a:pt x="3138" y="871"/>
                    <a:pt x="3251" y="877"/>
                    <a:pt x="3332" y="884"/>
                  </a:cubicBezTo>
                  <a:cubicBezTo>
                    <a:pt x="3253" y="403"/>
                    <a:pt x="3198" y="1"/>
                    <a:pt x="31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82"/>
            <p:cNvSpPr/>
            <p:nvPr/>
          </p:nvSpPr>
          <p:spPr>
            <a:xfrm>
              <a:off x="6457334" y="2610365"/>
              <a:ext cx="471307" cy="221301"/>
            </a:xfrm>
            <a:custGeom>
              <a:rect b="b" l="l" r="r" t="t"/>
              <a:pathLst>
                <a:path extrusionOk="0" h="1619" w="3448">
                  <a:moveTo>
                    <a:pt x="3216" y="116"/>
                  </a:moveTo>
                  <a:cubicBezTo>
                    <a:pt x="3216" y="158"/>
                    <a:pt x="3276" y="481"/>
                    <a:pt x="3332" y="888"/>
                  </a:cubicBezTo>
                  <a:cubicBezTo>
                    <a:pt x="3255" y="883"/>
                    <a:pt x="3163" y="879"/>
                    <a:pt x="3052" y="879"/>
                  </a:cubicBezTo>
                  <a:cubicBezTo>
                    <a:pt x="2776" y="879"/>
                    <a:pt x="2387" y="903"/>
                    <a:pt x="1849" y="985"/>
                  </a:cubicBezTo>
                  <a:cubicBezTo>
                    <a:pt x="985" y="1119"/>
                    <a:pt x="486" y="1332"/>
                    <a:pt x="231" y="1466"/>
                  </a:cubicBezTo>
                  <a:cubicBezTo>
                    <a:pt x="176" y="1082"/>
                    <a:pt x="116" y="773"/>
                    <a:pt x="116" y="736"/>
                  </a:cubicBezTo>
                  <a:cubicBezTo>
                    <a:pt x="158" y="712"/>
                    <a:pt x="694" y="426"/>
                    <a:pt x="1715" y="250"/>
                  </a:cubicBezTo>
                  <a:cubicBezTo>
                    <a:pt x="2523" y="135"/>
                    <a:pt x="2985" y="116"/>
                    <a:pt x="3161" y="116"/>
                  </a:cubicBezTo>
                  <a:close/>
                  <a:moveTo>
                    <a:pt x="3161" y="1"/>
                  </a:moveTo>
                  <a:cubicBezTo>
                    <a:pt x="2985" y="1"/>
                    <a:pt x="2505" y="19"/>
                    <a:pt x="1696" y="158"/>
                  </a:cubicBezTo>
                  <a:cubicBezTo>
                    <a:pt x="620" y="329"/>
                    <a:pt x="42" y="657"/>
                    <a:pt x="42" y="657"/>
                  </a:cubicBezTo>
                  <a:lnTo>
                    <a:pt x="0" y="676"/>
                  </a:lnTo>
                  <a:lnTo>
                    <a:pt x="0" y="712"/>
                  </a:lnTo>
                  <a:cubicBezTo>
                    <a:pt x="0" y="712"/>
                    <a:pt x="60" y="1101"/>
                    <a:pt x="139" y="1544"/>
                  </a:cubicBezTo>
                  <a:lnTo>
                    <a:pt x="158" y="1618"/>
                  </a:lnTo>
                  <a:lnTo>
                    <a:pt x="213" y="1581"/>
                  </a:lnTo>
                  <a:cubicBezTo>
                    <a:pt x="426" y="1466"/>
                    <a:pt x="966" y="1216"/>
                    <a:pt x="1849" y="1082"/>
                  </a:cubicBezTo>
                  <a:cubicBezTo>
                    <a:pt x="2426" y="1000"/>
                    <a:pt x="2848" y="976"/>
                    <a:pt x="3126" y="976"/>
                  </a:cubicBezTo>
                  <a:cubicBezTo>
                    <a:pt x="3238" y="976"/>
                    <a:pt x="3326" y="980"/>
                    <a:pt x="3392" y="985"/>
                  </a:cubicBezTo>
                  <a:lnTo>
                    <a:pt x="3447" y="1004"/>
                  </a:lnTo>
                  <a:lnTo>
                    <a:pt x="3429" y="925"/>
                  </a:lnTo>
                  <a:cubicBezTo>
                    <a:pt x="3373" y="463"/>
                    <a:pt x="3313" y="61"/>
                    <a:pt x="3313" y="61"/>
                  </a:cubicBezTo>
                  <a:lnTo>
                    <a:pt x="3295" y="1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82"/>
            <p:cNvSpPr/>
            <p:nvPr/>
          </p:nvSpPr>
          <p:spPr>
            <a:xfrm>
              <a:off x="6113148" y="3097394"/>
              <a:ext cx="1052376" cy="289919"/>
            </a:xfrm>
            <a:custGeom>
              <a:rect b="b" l="l" r="r" t="t"/>
              <a:pathLst>
                <a:path extrusionOk="0" h="2121" w="7699">
                  <a:moveTo>
                    <a:pt x="7370" y="0"/>
                  </a:moveTo>
                  <a:cubicBezTo>
                    <a:pt x="7278" y="97"/>
                    <a:pt x="6543" y="656"/>
                    <a:pt x="5138" y="961"/>
                  </a:cubicBezTo>
                  <a:cubicBezTo>
                    <a:pt x="4475" y="1101"/>
                    <a:pt x="3618" y="1151"/>
                    <a:pt x="2864" y="1151"/>
                  </a:cubicBezTo>
                  <a:cubicBezTo>
                    <a:pt x="2043" y="1151"/>
                    <a:pt x="1346" y="1091"/>
                    <a:pt x="1155" y="1022"/>
                  </a:cubicBezTo>
                  <a:cubicBezTo>
                    <a:pt x="814" y="920"/>
                    <a:pt x="490" y="743"/>
                    <a:pt x="326" y="743"/>
                  </a:cubicBezTo>
                  <a:cubicBezTo>
                    <a:pt x="304" y="743"/>
                    <a:pt x="284" y="746"/>
                    <a:pt x="268" y="754"/>
                  </a:cubicBezTo>
                  <a:cubicBezTo>
                    <a:pt x="153" y="827"/>
                    <a:pt x="0" y="1465"/>
                    <a:pt x="37" y="1618"/>
                  </a:cubicBezTo>
                  <a:cubicBezTo>
                    <a:pt x="64" y="1728"/>
                    <a:pt x="1601" y="2120"/>
                    <a:pt x="3287" y="2120"/>
                  </a:cubicBezTo>
                  <a:cubicBezTo>
                    <a:pt x="3934" y="2120"/>
                    <a:pt x="4603" y="2062"/>
                    <a:pt x="5217" y="1909"/>
                  </a:cubicBezTo>
                  <a:cubicBezTo>
                    <a:pt x="7412" y="1368"/>
                    <a:pt x="7661" y="906"/>
                    <a:pt x="7680" y="772"/>
                  </a:cubicBezTo>
                  <a:cubicBezTo>
                    <a:pt x="7698" y="615"/>
                    <a:pt x="7680" y="559"/>
                    <a:pt x="7624" y="310"/>
                  </a:cubicBezTo>
                  <a:cubicBezTo>
                    <a:pt x="7564" y="79"/>
                    <a:pt x="7370" y="0"/>
                    <a:pt x="73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82"/>
            <p:cNvSpPr/>
            <p:nvPr/>
          </p:nvSpPr>
          <p:spPr>
            <a:xfrm>
              <a:off x="6107407" y="3086595"/>
              <a:ext cx="1063722" cy="308099"/>
            </a:xfrm>
            <a:custGeom>
              <a:rect b="b" l="l" r="r" t="t"/>
              <a:pathLst>
                <a:path extrusionOk="0" h="2254" w="7782">
                  <a:moveTo>
                    <a:pt x="7412" y="139"/>
                  </a:moveTo>
                  <a:cubicBezTo>
                    <a:pt x="7435" y="158"/>
                    <a:pt x="7569" y="213"/>
                    <a:pt x="7606" y="407"/>
                  </a:cubicBezTo>
                  <a:cubicBezTo>
                    <a:pt x="7685" y="657"/>
                    <a:pt x="7685" y="694"/>
                    <a:pt x="7666" y="833"/>
                  </a:cubicBezTo>
                  <a:cubicBezTo>
                    <a:pt x="7666" y="888"/>
                    <a:pt x="7625" y="1022"/>
                    <a:pt x="7278" y="1216"/>
                  </a:cubicBezTo>
                  <a:cubicBezTo>
                    <a:pt x="6950" y="1429"/>
                    <a:pt x="6335" y="1678"/>
                    <a:pt x="5240" y="1946"/>
                  </a:cubicBezTo>
                  <a:cubicBezTo>
                    <a:pt x="4637" y="2096"/>
                    <a:pt x="3981" y="2151"/>
                    <a:pt x="3344" y="2151"/>
                  </a:cubicBezTo>
                  <a:cubicBezTo>
                    <a:pt x="2820" y="2151"/>
                    <a:pt x="2309" y="2114"/>
                    <a:pt x="1849" y="2062"/>
                  </a:cubicBezTo>
                  <a:cubicBezTo>
                    <a:pt x="1350" y="2006"/>
                    <a:pt x="906" y="1909"/>
                    <a:pt x="597" y="1831"/>
                  </a:cubicBezTo>
                  <a:cubicBezTo>
                    <a:pt x="444" y="1794"/>
                    <a:pt x="310" y="1757"/>
                    <a:pt x="232" y="1734"/>
                  </a:cubicBezTo>
                  <a:cubicBezTo>
                    <a:pt x="195" y="1715"/>
                    <a:pt x="158" y="1697"/>
                    <a:pt x="135" y="1697"/>
                  </a:cubicBezTo>
                  <a:cubicBezTo>
                    <a:pt x="135" y="1678"/>
                    <a:pt x="135" y="1678"/>
                    <a:pt x="116" y="1678"/>
                  </a:cubicBezTo>
                  <a:cubicBezTo>
                    <a:pt x="116" y="1660"/>
                    <a:pt x="116" y="1600"/>
                    <a:pt x="135" y="1526"/>
                  </a:cubicBezTo>
                  <a:cubicBezTo>
                    <a:pt x="135" y="1429"/>
                    <a:pt x="158" y="1350"/>
                    <a:pt x="195" y="1253"/>
                  </a:cubicBezTo>
                  <a:cubicBezTo>
                    <a:pt x="213" y="1156"/>
                    <a:pt x="232" y="1064"/>
                    <a:pt x="273" y="1003"/>
                  </a:cubicBezTo>
                  <a:cubicBezTo>
                    <a:pt x="310" y="925"/>
                    <a:pt x="347" y="888"/>
                    <a:pt x="347" y="888"/>
                  </a:cubicBezTo>
                  <a:cubicBezTo>
                    <a:pt x="347" y="879"/>
                    <a:pt x="358" y="874"/>
                    <a:pt x="375" y="874"/>
                  </a:cubicBezTo>
                  <a:cubicBezTo>
                    <a:pt x="392" y="874"/>
                    <a:pt x="416" y="879"/>
                    <a:pt x="444" y="888"/>
                  </a:cubicBezTo>
                  <a:cubicBezTo>
                    <a:pt x="481" y="888"/>
                    <a:pt x="560" y="906"/>
                    <a:pt x="638" y="948"/>
                  </a:cubicBezTo>
                  <a:cubicBezTo>
                    <a:pt x="791" y="1003"/>
                    <a:pt x="985" y="1082"/>
                    <a:pt x="1174" y="1156"/>
                  </a:cubicBezTo>
                  <a:cubicBezTo>
                    <a:pt x="1271" y="1198"/>
                    <a:pt x="1484" y="1216"/>
                    <a:pt x="1775" y="1235"/>
                  </a:cubicBezTo>
                  <a:cubicBezTo>
                    <a:pt x="2061" y="1253"/>
                    <a:pt x="2426" y="1271"/>
                    <a:pt x="2815" y="1271"/>
                  </a:cubicBezTo>
                  <a:cubicBezTo>
                    <a:pt x="2920" y="1275"/>
                    <a:pt x="3029" y="1276"/>
                    <a:pt x="3140" y="1276"/>
                  </a:cubicBezTo>
                  <a:cubicBezTo>
                    <a:pt x="3832" y="1276"/>
                    <a:pt x="4601" y="1213"/>
                    <a:pt x="5199" y="1082"/>
                  </a:cubicBezTo>
                  <a:cubicBezTo>
                    <a:pt x="5892" y="948"/>
                    <a:pt x="6432" y="717"/>
                    <a:pt x="6816" y="523"/>
                  </a:cubicBezTo>
                  <a:cubicBezTo>
                    <a:pt x="6992" y="426"/>
                    <a:pt x="7144" y="347"/>
                    <a:pt x="7260" y="273"/>
                  </a:cubicBezTo>
                  <a:cubicBezTo>
                    <a:pt x="7338" y="213"/>
                    <a:pt x="7375" y="176"/>
                    <a:pt x="7412" y="139"/>
                  </a:cubicBezTo>
                  <a:close/>
                  <a:moveTo>
                    <a:pt x="7394" y="1"/>
                  </a:moveTo>
                  <a:lnTo>
                    <a:pt x="7375" y="42"/>
                  </a:lnTo>
                  <a:cubicBezTo>
                    <a:pt x="7357" y="61"/>
                    <a:pt x="7297" y="116"/>
                    <a:pt x="7204" y="176"/>
                  </a:cubicBezTo>
                  <a:cubicBezTo>
                    <a:pt x="7089" y="255"/>
                    <a:pt x="6950" y="347"/>
                    <a:pt x="6761" y="426"/>
                  </a:cubicBezTo>
                  <a:cubicBezTo>
                    <a:pt x="6396" y="620"/>
                    <a:pt x="5873" y="833"/>
                    <a:pt x="5180" y="985"/>
                  </a:cubicBezTo>
                  <a:cubicBezTo>
                    <a:pt x="4487" y="1137"/>
                    <a:pt x="3582" y="1179"/>
                    <a:pt x="2815" y="1179"/>
                  </a:cubicBezTo>
                  <a:cubicBezTo>
                    <a:pt x="2426" y="1179"/>
                    <a:pt x="2061" y="1156"/>
                    <a:pt x="1775" y="1137"/>
                  </a:cubicBezTo>
                  <a:cubicBezTo>
                    <a:pt x="1502" y="1119"/>
                    <a:pt x="1290" y="1082"/>
                    <a:pt x="1197" y="1064"/>
                  </a:cubicBezTo>
                  <a:cubicBezTo>
                    <a:pt x="1022" y="985"/>
                    <a:pt x="828" y="906"/>
                    <a:pt x="675" y="851"/>
                  </a:cubicBezTo>
                  <a:cubicBezTo>
                    <a:pt x="597" y="809"/>
                    <a:pt x="523" y="791"/>
                    <a:pt x="463" y="772"/>
                  </a:cubicBezTo>
                  <a:cubicBezTo>
                    <a:pt x="435" y="772"/>
                    <a:pt x="406" y="768"/>
                    <a:pt x="377" y="768"/>
                  </a:cubicBezTo>
                  <a:cubicBezTo>
                    <a:pt x="348" y="768"/>
                    <a:pt x="319" y="772"/>
                    <a:pt x="292" y="791"/>
                  </a:cubicBezTo>
                  <a:cubicBezTo>
                    <a:pt x="232" y="809"/>
                    <a:pt x="213" y="888"/>
                    <a:pt x="176" y="948"/>
                  </a:cubicBezTo>
                  <a:cubicBezTo>
                    <a:pt x="135" y="1022"/>
                    <a:pt x="116" y="1119"/>
                    <a:pt x="79" y="1216"/>
                  </a:cubicBezTo>
                  <a:cubicBezTo>
                    <a:pt x="61" y="1313"/>
                    <a:pt x="42" y="1410"/>
                    <a:pt x="19" y="1502"/>
                  </a:cubicBezTo>
                  <a:cubicBezTo>
                    <a:pt x="19" y="1581"/>
                    <a:pt x="1" y="1660"/>
                    <a:pt x="19" y="1715"/>
                  </a:cubicBezTo>
                  <a:cubicBezTo>
                    <a:pt x="19" y="1734"/>
                    <a:pt x="42" y="1757"/>
                    <a:pt x="61" y="1757"/>
                  </a:cubicBezTo>
                  <a:cubicBezTo>
                    <a:pt x="61" y="1775"/>
                    <a:pt x="79" y="1775"/>
                    <a:pt x="79" y="1775"/>
                  </a:cubicBezTo>
                  <a:cubicBezTo>
                    <a:pt x="116" y="1794"/>
                    <a:pt x="158" y="1812"/>
                    <a:pt x="195" y="1831"/>
                  </a:cubicBezTo>
                  <a:cubicBezTo>
                    <a:pt x="292" y="1872"/>
                    <a:pt x="426" y="1891"/>
                    <a:pt x="578" y="1946"/>
                  </a:cubicBezTo>
                  <a:cubicBezTo>
                    <a:pt x="888" y="2025"/>
                    <a:pt x="1331" y="2103"/>
                    <a:pt x="1849" y="2159"/>
                  </a:cubicBezTo>
                  <a:cubicBezTo>
                    <a:pt x="2288" y="2217"/>
                    <a:pt x="2782" y="2254"/>
                    <a:pt x="3293" y="2254"/>
                  </a:cubicBezTo>
                  <a:cubicBezTo>
                    <a:pt x="3948" y="2254"/>
                    <a:pt x="4630" y="2194"/>
                    <a:pt x="5259" y="2043"/>
                  </a:cubicBezTo>
                  <a:cubicBezTo>
                    <a:pt x="6372" y="1775"/>
                    <a:pt x="6992" y="1526"/>
                    <a:pt x="7338" y="1313"/>
                  </a:cubicBezTo>
                  <a:cubicBezTo>
                    <a:pt x="7685" y="1101"/>
                    <a:pt x="7759" y="948"/>
                    <a:pt x="7782" y="851"/>
                  </a:cubicBezTo>
                  <a:cubicBezTo>
                    <a:pt x="7782" y="694"/>
                    <a:pt x="7782" y="620"/>
                    <a:pt x="7722" y="389"/>
                  </a:cubicBezTo>
                  <a:cubicBezTo>
                    <a:pt x="7643" y="116"/>
                    <a:pt x="7435" y="24"/>
                    <a:pt x="7435" y="24"/>
                  </a:cubicBezTo>
                  <a:lnTo>
                    <a:pt x="7394" y="1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82"/>
            <p:cNvSpPr/>
            <p:nvPr/>
          </p:nvSpPr>
          <p:spPr>
            <a:xfrm>
              <a:off x="6770629" y="3239416"/>
              <a:ext cx="103064" cy="103201"/>
            </a:xfrm>
            <a:custGeom>
              <a:rect b="b" l="l" r="r" t="t"/>
              <a:pathLst>
                <a:path extrusionOk="0" h="755" w="754">
                  <a:moveTo>
                    <a:pt x="388" y="1"/>
                  </a:moveTo>
                  <a:cubicBezTo>
                    <a:pt x="176" y="1"/>
                    <a:pt x="0" y="177"/>
                    <a:pt x="0" y="366"/>
                  </a:cubicBezTo>
                  <a:cubicBezTo>
                    <a:pt x="0" y="579"/>
                    <a:pt x="176" y="754"/>
                    <a:pt x="388" y="754"/>
                  </a:cubicBezTo>
                  <a:cubicBezTo>
                    <a:pt x="578" y="754"/>
                    <a:pt x="753" y="579"/>
                    <a:pt x="753" y="366"/>
                  </a:cubicBezTo>
                  <a:cubicBezTo>
                    <a:pt x="753" y="177"/>
                    <a:pt x="578" y="1"/>
                    <a:pt x="3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82"/>
            <p:cNvSpPr/>
            <p:nvPr/>
          </p:nvSpPr>
          <p:spPr>
            <a:xfrm>
              <a:off x="6765571" y="3231898"/>
              <a:ext cx="115640" cy="115776"/>
            </a:xfrm>
            <a:custGeom>
              <a:rect b="b" l="l" r="r" t="t"/>
              <a:pathLst>
                <a:path extrusionOk="0" h="847" w="846">
                  <a:moveTo>
                    <a:pt x="425" y="116"/>
                  </a:moveTo>
                  <a:cubicBezTo>
                    <a:pt x="596" y="116"/>
                    <a:pt x="730" y="250"/>
                    <a:pt x="730" y="421"/>
                  </a:cubicBezTo>
                  <a:cubicBezTo>
                    <a:pt x="730" y="597"/>
                    <a:pt x="596" y="749"/>
                    <a:pt x="425" y="749"/>
                  </a:cubicBezTo>
                  <a:cubicBezTo>
                    <a:pt x="231" y="749"/>
                    <a:pt x="97" y="597"/>
                    <a:pt x="97" y="421"/>
                  </a:cubicBezTo>
                  <a:cubicBezTo>
                    <a:pt x="97" y="250"/>
                    <a:pt x="231" y="116"/>
                    <a:pt x="425" y="116"/>
                  </a:cubicBezTo>
                  <a:close/>
                  <a:moveTo>
                    <a:pt x="425" y="1"/>
                  </a:moveTo>
                  <a:cubicBezTo>
                    <a:pt x="171" y="1"/>
                    <a:pt x="0" y="190"/>
                    <a:pt x="0" y="421"/>
                  </a:cubicBezTo>
                  <a:cubicBezTo>
                    <a:pt x="0" y="652"/>
                    <a:pt x="171" y="846"/>
                    <a:pt x="425" y="846"/>
                  </a:cubicBezTo>
                  <a:cubicBezTo>
                    <a:pt x="656" y="846"/>
                    <a:pt x="846" y="652"/>
                    <a:pt x="846" y="421"/>
                  </a:cubicBezTo>
                  <a:cubicBezTo>
                    <a:pt x="846" y="190"/>
                    <a:pt x="656" y="1"/>
                    <a:pt x="42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82"/>
            <p:cNvSpPr/>
            <p:nvPr/>
          </p:nvSpPr>
          <p:spPr>
            <a:xfrm>
              <a:off x="6271025" y="3610668"/>
              <a:ext cx="547033" cy="271330"/>
            </a:xfrm>
            <a:custGeom>
              <a:rect b="b" l="l" r="r" t="t"/>
              <a:pathLst>
                <a:path extrusionOk="0" h="1985" w="4002">
                  <a:moveTo>
                    <a:pt x="552" y="0"/>
                  </a:moveTo>
                  <a:cubicBezTo>
                    <a:pt x="201" y="0"/>
                    <a:pt x="0" y="76"/>
                    <a:pt x="0" y="76"/>
                  </a:cubicBezTo>
                  <a:cubicBezTo>
                    <a:pt x="0" y="76"/>
                    <a:pt x="1423" y="233"/>
                    <a:pt x="2117" y="695"/>
                  </a:cubicBezTo>
                  <a:cubicBezTo>
                    <a:pt x="2791" y="1134"/>
                    <a:pt x="4002" y="1984"/>
                    <a:pt x="4002" y="1984"/>
                  </a:cubicBezTo>
                  <a:cubicBezTo>
                    <a:pt x="4002" y="1984"/>
                    <a:pt x="3212" y="1018"/>
                    <a:pt x="2020" y="385"/>
                  </a:cubicBezTo>
                  <a:cubicBezTo>
                    <a:pt x="1412" y="77"/>
                    <a:pt x="906" y="0"/>
                    <a:pt x="5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82"/>
            <p:cNvSpPr/>
            <p:nvPr/>
          </p:nvSpPr>
          <p:spPr>
            <a:xfrm>
              <a:off x="6267882" y="3604115"/>
              <a:ext cx="555918" cy="284452"/>
            </a:xfrm>
            <a:custGeom>
              <a:rect b="b" l="l" r="r" t="t"/>
              <a:pathLst>
                <a:path extrusionOk="0" h="2081" w="4067">
                  <a:moveTo>
                    <a:pt x="578" y="116"/>
                  </a:moveTo>
                  <a:cubicBezTo>
                    <a:pt x="924" y="116"/>
                    <a:pt x="1428" y="176"/>
                    <a:pt x="2006" y="500"/>
                  </a:cubicBezTo>
                  <a:cubicBezTo>
                    <a:pt x="2814" y="906"/>
                    <a:pt x="3313" y="1369"/>
                    <a:pt x="3641" y="1697"/>
                  </a:cubicBezTo>
                  <a:cubicBezTo>
                    <a:pt x="3276" y="1466"/>
                    <a:pt x="2680" y="1059"/>
                    <a:pt x="2158" y="694"/>
                  </a:cubicBezTo>
                  <a:cubicBezTo>
                    <a:pt x="1812" y="463"/>
                    <a:pt x="1271" y="310"/>
                    <a:pt x="832" y="232"/>
                  </a:cubicBezTo>
                  <a:cubicBezTo>
                    <a:pt x="559" y="176"/>
                    <a:pt x="504" y="176"/>
                    <a:pt x="347" y="153"/>
                  </a:cubicBezTo>
                  <a:cubicBezTo>
                    <a:pt x="444" y="135"/>
                    <a:pt x="425" y="116"/>
                    <a:pt x="578" y="116"/>
                  </a:cubicBezTo>
                  <a:close/>
                  <a:moveTo>
                    <a:pt x="578" y="1"/>
                  </a:moveTo>
                  <a:cubicBezTo>
                    <a:pt x="231" y="19"/>
                    <a:pt x="42" y="79"/>
                    <a:pt x="23" y="98"/>
                  </a:cubicBezTo>
                  <a:lnTo>
                    <a:pt x="0" y="98"/>
                  </a:lnTo>
                  <a:lnTo>
                    <a:pt x="23" y="195"/>
                  </a:lnTo>
                  <a:cubicBezTo>
                    <a:pt x="23" y="195"/>
                    <a:pt x="370" y="232"/>
                    <a:pt x="809" y="329"/>
                  </a:cubicBezTo>
                  <a:cubicBezTo>
                    <a:pt x="1252" y="426"/>
                    <a:pt x="1775" y="578"/>
                    <a:pt x="2103" y="791"/>
                  </a:cubicBezTo>
                  <a:cubicBezTo>
                    <a:pt x="2773" y="1235"/>
                    <a:pt x="4006" y="2080"/>
                    <a:pt x="4006" y="2080"/>
                  </a:cubicBezTo>
                  <a:lnTo>
                    <a:pt x="4066" y="2002"/>
                  </a:lnTo>
                  <a:cubicBezTo>
                    <a:pt x="4066" y="2002"/>
                    <a:pt x="3276" y="1040"/>
                    <a:pt x="2061" y="407"/>
                  </a:cubicBezTo>
                  <a:cubicBezTo>
                    <a:pt x="1446" y="79"/>
                    <a:pt x="947" y="1"/>
                    <a:pt x="57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82"/>
            <p:cNvSpPr/>
            <p:nvPr/>
          </p:nvSpPr>
          <p:spPr>
            <a:xfrm>
              <a:off x="6881075" y="3641560"/>
              <a:ext cx="363322" cy="206265"/>
            </a:xfrm>
            <a:custGeom>
              <a:rect b="b" l="l" r="r" t="t"/>
              <a:pathLst>
                <a:path extrusionOk="0" h="1509" w="2658">
                  <a:moveTo>
                    <a:pt x="2547" y="0"/>
                  </a:moveTo>
                  <a:cubicBezTo>
                    <a:pt x="2315" y="0"/>
                    <a:pt x="1734" y="68"/>
                    <a:pt x="985" y="640"/>
                  </a:cubicBezTo>
                  <a:cubicBezTo>
                    <a:pt x="1" y="1393"/>
                    <a:pt x="61" y="1509"/>
                    <a:pt x="61" y="1509"/>
                  </a:cubicBezTo>
                  <a:cubicBezTo>
                    <a:pt x="61" y="1509"/>
                    <a:pt x="426" y="1236"/>
                    <a:pt x="1216" y="700"/>
                  </a:cubicBezTo>
                  <a:cubicBezTo>
                    <a:pt x="1983" y="159"/>
                    <a:pt x="2658" y="7"/>
                    <a:pt x="2658" y="7"/>
                  </a:cubicBezTo>
                  <a:cubicBezTo>
                    <a:pt x="2658" y="7"/>
                    <a:pt x="2619" y="0"/>
                    <a:pt x="25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82"/>
            <p:cNvSpPr/>
            <p:nvPr/>
          </p:nvSpPr>
          <p:spPr>
            <a:xfrm>
              <a:off x="6883672" y="3635281"/>
              <a:ext cx="360725" cy="221711"/>
            </a:xfrm>
            <a:custGeom>
              <a:rect b="b" l="l" r="r" t="t"/>
              <a:pathLst>
                <a:path extrusionOk="0" h="1622" w="2639">
                  <a:moveTo>
                    <a:pt x="2218" y="138"/>
                  </a:moveTo>
                  <a:cubicBezTo>
                    <a:pt x="1946" y="235"/>
                    <a:pt x="1581" y="410"/>
                    <a:pt x="1155" y="715"/>
                  </a:cubicBezTo>
                  <a:cubicBezTo>
                    <a:pt x="656" y="1062"/>
                    <a:pt x="601" y="1104"/>
                    <a:pt x="425" y="1238"/>
                  </a:cubicBezTo>
                  <a:cubicBezTo>
                    <a:pt x="559" y="1104"/>
                    <a:pt x="656" y="988"/>
                    <a:pt x="1003" y="734"/>
                  </a:cubicBezTo>
                  <a:cubicBezTo>
                    <a:pt x="1484" y="369"/>
                    <a:pt x="1890" y="198"/>
                    <a:pt x="2177" y="138"/>
                  </a:cubicBezTo>
                  <a:close/>
                  <a:moveTo>
                    <a:pt x="2533" y="1"/>
                  </a:moveTo>
                  <a:cubicBezTo>
                    <a:pt x="2458" y="1"/>
                    <a:pt x="2333" y="8"/>
                    <a:pt x="2158" y="41"/>
                  </a:cubicBezTo>
                  <a:cubicBezTo>
                    <a:pt x="1849" y="101"/>
                    <a:pt x="1428" y="272"/>
                    <a:pt x="924" y="660"/>
                  </a:cubicBezTo>
                  <a:cubicBezTo>
                    <a:pt x="444" y="1025"/>
                    <a:pt x="213" y="1238"/>
                    <a:pt x="97" y="1372"/>
                  </a:cubicBezTo>
                  <a:cubicBezTo>
                    <a:pt x="42" y="1427"/>
                    <a:pt x="23" y="1469"/>
                    <a:pt x="0" y="1506"/>
                  </a:cubicBezTo>
                  <a:lnTo>
                    <a:pt x="0" y="1542"/>
                  </a:lnTo>
                  <a:lnTo>
                    <a:pt x="0" y="1566"/>
                  </a:lnTo>
                  <a:lnTo>
                    <a:pt x="0" y="1584"/>
                  </a:lnTo>
                  <a:lnTo>
                    <a:pt x="42" y="1621"/>
                  </a:lnTo>
                  <a:lnTo>
                    <a:pt x="79" y="1603"/>
                  </a:lnTo>
                  <a:cubicBezTo>
                    <a:pt x="79" y="1603"/>
                    <a:pt x="444" y="1353"/>
                    <a:pt x="1216" y="794"/>
                  </a:cubicBezTo>
                  <a:cubicBezTo>
                    <a:pt x="1987" y="253"/>
                    <a:pt x="2639" y="101"/>
                    <a:pt x="2639" y="101"/>
                  </a:cubicBezTo>
                  <a:lnTo>
                    <a:pt x="2639" y="4"/>
                  </a:lnTo>
                  <a:lnTo>
                    <a:pt x="2620" y="4"/>
                  </a:lnTo>
                  <a:cubicBezTo>
                    <a:pt x="2613" y="4"/>
                    <a:pt x="2584" y="1"/>
                    <a:pt x="253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82"/>
            <p:cNvSpPr/>
            <p:nvPr/>
          </p:nvSpPr>
          <p:spPr>
            <a:xfrm>
              <a:off x="7155276" y="547702"/>
              <a:ext cx="1065635" cy="936737"/>
            </a:xfrm>
            <a:custGeom>
              <a:rect b="b" l="l" r="r" t="t"/>
              <a:pathLst>
                <a:path extrusionOk="0" h="6853" w="7796">
                  <a:moveTo>
                    <a:pt x="3983" y="0"/>
                  </a:moveTo>
                  <a:cubicBezTo>
                    <a:pt x="1867" y="0"/>
                    <a:pt x="153" y="1386"/>
                    <a:pt x="153" y="3119"/>
                  </a:cubicBezTo>
                  <a:cubicBezTo>
                    <a:pt x="171" y="3849"/>
                    <a:pt x="462" y="4542"/>
                    <a:pt x="1040" y="5101"/>
                  </a:cubicBezTo>
                  <a:lnTo>
                    <a:pt x="0" y="6852"/>
                  </a:lnTo>
                  <a:cubicBezTo>
                    <a:pt x="0" y="6852"/>
                    <a:pt x="2135" y="6640"/>
                    <a:pt x="2865" y="6122"/>
                  </a:cubicBezTo>
                  <a:cubicBezTo>
                    <a:pt x="3235" y="6215"/>
                    <a:pt x="3600" y="6256"/>
                    <a:pt x="3983" y="6256"/>
                  </a:cubicBezTo>
                  <a:cubicBezTo>
                    <a:pt x="6099" y="6256"/>
                    <a:pt x="7795" y="4852"/>
                    <a:pt x="7795" y="3119"/>
                  </a:cubicBezTo>
                  <a:cubicBezTo>
                    <a:pt x="7795" y="1386"/>
                    <a:pt x="6099" y="0"/>
                    <a:pt x="39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82"/>
            <p:cNvSpPr/>
            <p:nvPr/>
          </p:nvSpPr>
          <p:spPr>
            <a:xfrm>
              <a:off x="7142017" y="539501"/>
              <a:ext cx="1087096" cy="952456"/>
            </a:xfrm>
            <a:custGeom>
              <a:rect b="b" l="l" r="r" t="t"/>
              <a:pathLst>
                <a:path extrusionOk="0" h="6968" w="7953">
                  <a:moveTo>
                    <a:pt x="4080" y="97"/>
                  </a:moveTo>
                  <a:cubicBezTo>
                    <a:pt x="6159" y="97"/>
                    <a:pt x="7855" y="1483"/>
                    <a:pt x="7855" y="3179"/>
                  </a:cubicBezTo>
                  <a:cubicBezTo>
                    <a:pt x="7855" y="4870"/>
                    <a:pt x="6159" y="6256"/>
                    <a:pt x="4080" y="6256"/>
                  </a:cubicBezTo>
                  <a:cubicBezTo>
                    <a:pt x="3715" y="6256"/>
                    <a:pt x="3332" y="6219"/>
                    <a:pt x="2985" y="6122"/>
                  </a:cubicBezTo>
                  <a:lnTo>
                    <a:pt x="2943" y="6122"/>
                  </a:lnTo>
                  <a:lnTo>
                    <a:pt x="2925" y="6141"/>
                  </a:lnTo>
                  <a:cubicBezTo>
                    <a:pt x="2578" y="6372"/>
                    <a:pt x="1867" y="6566"/>
                    <a:pt x="1252" y="6681"/>
                  </a:cubicBezTo>
                  <a:cubicBezTo>
                    <a:pt x="693" y="6797"/>
                    <a:pt x="287" y="6834"/>
                    <a:pt x="213" y="6834"/>
                  </a:cubicBezTo>
                  <a:lnTo>
                    <a:pt x="1192" y="5161"/>
                  </a:lnTo>
                  <a:lnTo>
                    <a:pt x="1174" y="5143"/>
                  </a:lnTo>
                  <a:cubicBezTo>
                    <a:pt x="615" y="4584"/>
                    <a:pt x="305" y="3891"/>
                    <a:pt x="305" y="3179"/>
                  </a:cubicBezTo>
                  <a:cubicBezTo>
                    <a:pt x="305" y="1483"/>
                    <a:pt x="2001" y="97"/>
                    <a:pt x="4080" y="97"/>
                  </a:cubicBezTo>
                  <a:close/>
                  <a:moveTo>
                    <a:pt x="4080" y="0"/>
                  </a:moveTo>
                  <a:cubicBezTo>
                    <a:pt x="1945" y="0"/>
                    <a:pt x="213" y="1423"/>
                    <a:pt x="213" y="3179"/>
                  </a:cubicBezTo>
                  <a:cubicBezTo>
                    <a:pt x="213" y="3909"/>
                    <a:pt x="518" y="4602"/>
                    <a:pt x="1058" y="5180"/>
                  </a:cubicBezTo>
                  <a:lnTo>
                    <a:pt x="0" y="6968"/>
                  </a:lnTo>
                  <a:lnTo>
                    <a:pt x="116" y="6949"/>
                  </a:lnTo>
                  <a:cubicBezTo>
                    <a:pt x="116" y="6949"/>
                    <a:pt x="652" y="6912"/>
                    <a:pt x="1271" y="6797"/>
                  </a:cubicBezTo>
                  <a:cubicBezTo>
                    <a:pt x="1885" y="6663"/>
                    <a:pt x="2578" y="6487"/>
                    <a:pt x="2962" y="6238"/>
                  </a:cubicBezTo>
                  <a:cubicBezTo>
                    <a:pt x="3332" y="6316"/>
                    <a:pt x="3697" y="6372"/>
                    <a:pt x="4080" y="6372"/>
                  </a:cubicBezTo>
                  <a:cubicBezTo>
                    <a:pt x="6219" y="6372"/>
                    <a:pt x="7952" y="4949"/>
                    <a:pt x="7952" y="3179"/>
                  </a:cubicBezTo>
                  <a:cubicBezTo>
                    <a:pt x="7952" y="1423"/>
                    <a:pt x="6219" y="0"/>
                    <a:pt x="4080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82"/>
            <p:cNvSpPr/>
            <p:nvPr/>
          </p:nvSpPr>
          <p:spPr>
            <a:xfrm>
              <a:off x="6384068" y="3097394"/>
              <a:ext cx="25971" cy="50029"/>
            </a:xfrm>
            <a:custGeom>
              <a:rect b="b" l="l" r="r" t="t"/>
              <a:pathLst>
                <a:path extrusionOk="0" h="366" w="190">
                  <a:moveTo>
                    <a:pt x="153" y="0"/>
                  </a:moveTo>
                  <a:cubicBezTo>
                    <a:pt x="116" y="0"/>
                    <a:pt x="97" y="19"/>
                    <a:pt x="97" y="37"/>
                  </a:cubicBezTo>
                  <a:lnTo>
                    <a:pt x="97" y="60"/>
                  </a:lnTo>
                  <a:cubicBezTo>
                    <a:pt x="97" y="97"/>
                    <a:pt x="74" y="153"/>
                    <a:pt x="37" y="213"/>
                  </a:cubicBezTo>
                  <a:cubicBezTo>
                    <a:pt x="37" y="250"/>
                    <a:pt x="19" y="268"/>
                    <a:pt x="19" y="291"/>
                  </a:cubicBezTo>
                  <a:cubicBezTo>
                    <a:pt x="0" y="328"/>
                    <a:pt x="19" y="347"/>
                    <a:pt x="37" y="365"/>
                  </a:cubicBezTo>
                  <a:cubicBezTo>
                    <a:pt x="74" y="365"/>
                    <a:pt x="97" y="347"/>
                    <a:pt x="116" y="328"/>
                  </a:cubicBezTo>
                  <a:cubicBezTo>
                    <a:pt x="116" y="310"/>
                    <a:pt x="134" y="291"/>
                    <a:pt x="134" y="250"/>
                  </a:cubicBezTo>
                  <a:cubicBezTo>
                    <a:pt x="171" y="194"/>
                    <a:pt x="190" y="134"/>
                    <a:pt x="190" y="60"/>
                  </a:cubicBezTo>
                  <a:cubicBezTo>
                    <a:pt x="190" y="19"/>
                    <a:pt x="171" y="0"/>
                    <a:pt x="153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82"/>
            <p:cNvSpPr/>
            <p:nvPr/>
          </p:nvSpPr>
          <p:spPr>
            <a:xfrm>
              <a:off x="5883782" y="2218199"/>
              <a:ext cx="418955" cy="1058664"/>
            </a:xfrm>
            <a:custGeom>
              <a:rect b="b" l="l" r="r" t="t"/>
              <a:pathLst>
                <a:path extrusionOk="0" h="7745" w="3065">
                  <a:moveTo>
                    <a:pt x="1734" y="1"/>
                  </a:moveTo>
                  <a:cubicBezTo>
                    <a:pt x="1041" y="195"/>
                    <a:pt x="754" y="675"/>
                    <a:pt x="657" y="1197"/>
                  </a:cubicBezTo>
                  <a:cubicBezTo>
                    <a:pt x="542" y="1733"/>
                    <a:pt x="311" y="5083"/>
                    <a:pt x="153" y="5855"/>
                  </a:cubicBezTo>
                  <a:cubicBezTo>
                    <a:pt x="1" y="6608"/>
                    <a:pt x="384" y="7532"/>
                    <a:pt x="773" y="7685"/>
                  </a:cubicBezTo>
                  <a:cubicBezTo>
                    <a:pt x="881" y="7728"/>
                    <a:pt x="1043" y="7745"/>
                    <a:pt x="1227" y="7745"/>
                  </a:cubicBezTo>
                  <a:cubicBezTo>
                    <a:pt x="1694" y="7745"/>
                    <a:pt x="2302" y="7633"/>
                    <a:pt x="2524" y="7551"/>
                  </a:cubicBezTo>
                  <a:cubicBezTo>
                    <a:pt x="2833" y="7417"/>
                    <a:pt x="2852" y="6913"/>
                    <a:pt x="2926" y="6377"/>
                  </a:cubicBezTo>
                  <a:cubicBezTo>
                    <a:pt x="2986" y="5836"/>
                    <a:pt x="2949" y="4201"/>
                    <a:pt x="3004" y="3429"/>
                  </a:cubicBezTo>
                  <a:cubicBezTo>
                    <a:pt x="3064" y="2680"/>
                    <a:pt x="2852" y="1350"/>
                    <a:pt x="2524" y="717"/>
                  </a:cubicBezTo>
                  <a:cubicBezTo>
                    <a:pt x="2196" y="79"/>
                    <a:pt x="1734" y="1"/>
                    <a:pt x="17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82"/>
            <p:cNvSpPr/>
            <p:nvPr/>
          </p:nvSpPr>
          <p:spPr>
            <a:xfrm>
              <a:off x="5886379" y="2213142"/>
              <a:ext cx="423876" cy="1072060"/>
            </a:xfrm>
            <a:custGeom>
              <a:rect b="b" l="l" r="r" t="t"/>
              <a:pathLst>
                <a:path extrusionOk="0" h="7843" w="3101">
                  <a:moveTo>
                    <a:pt x="1715" y="98"/>
                  </a:moveTo>
                  <a:cubicBezTo>
                    <a:pt x="1733" y="98"/>
                    <a:pt x="1830" y="116"/>
                    <a:pt x="1964" y="213"/>
                  </a:cubicBezTo>
                  <a:cubicBezTo>
                    <a:pt x="2121" y="310"/>
                    <a:pt x="2311" y="463"/>
                    <a:pt x="2468" y="772"/>
                  </a:cubicBezTo>
                  <a:cubicBezTo>
                    <a:pt x="2773" y="1387"/>
                    <a:pt x="2985" y="2717"/>
                    <a:pt x="2930" y="3466"/>
                  </a:cubicBezTo>
                  <a:cubicBezTo>
                    <a:pt x="2907" y="3850"/>
                    <a:pt x="2907" y="4450"/>
                    <a:pt x="2888" y="5028"/>
                  </a:cubicBezTo>
                  <a:cubicBezTo>
                    <a:pt x="2888" y="5605"/>
                    <a:pt x="2888" y="6141"/>
                    <a:pt x="2851" y="6414"/>
                  </a:cubicBezTo>
                  <a:cubicBezTo>
                    <a:pt x="2814" y="6682"/>
                    <a:pt x="2791" y="6931"/>
                    <a:pt x="2754" y="7144"/>
                  </a:cubicBezTo>
                  <a:cubicBezTo>
                    <a:pt x="2699" y="7338"/>
                    <a:pt x="2620" y="7491"/>
                    <a:pt x="2486" y="7527"/>
                  </a:cubicBezTo>
                  <a:cubicBezTo>
                    <a:pt x="2352" y="7588"/>
                    <a:pt x="2006" y="7661"/>
                    <a:pt x="1659" y="7703"/>
                  </a:cubicBezTo>
                  <a:cubicBezTo>
                    <a:pt x="1503" y="7720"/>
                    <a:pt x="1343" y="7729"/>
                    <a:pt x="1198" y="7729"/>
                  </a:cubicBezTo>
                  <a:cubicBezTo>
                    <a:pt x="1021" y="7729"/>
                    <a:pt x="866" y="7715"/>
                    <a:pt x="772" y="7685"/>
                  </a:cubicBezTo>
                  <a:cubicBezTo>
                    <a:pt x="596" y="7606"/>
                    <a:pt x="407" y="7357"/>
                    <a:pt x="292" y="7010"/>
                  </a:cubicBezTo>
                  <a:cubicBezTo>
                    <a:pt x="176" y="6682"/>
                    <a:pt x="116" y="6257"/>
                    <a:pt x="176" y="5892"/>
                  </a:cubicBezTo>
                  <a:cubicBezTo>
                    <a:pt x="273" y="5508"/>
                    <a:pt x="365" y="4487"/>
                    <a:pt x="444" y="3484"/>
                  </a:cubicBezTo>
                  <a:cubicBezTo>
                    <a:pt x="504" y="2985"/>
                    <a:pt x="541" y="2486"/>
                    <a:pt x="578" y="2080"/>
                  </a:cubicBezTo>
                  <a:cubicBezTo>
                    <a:pt x="620" y="1678"/>
                    <a:pt x="657" y="1368"/>
                    <a:pt x="675" y="1253"/>
                  </a:cubicBezTo>
                  <a:cubicBezTo>
                    <a:pt x="791" y="731"/>
                    <a:pt x="1040" y="292"/>
                    <a:pt x="1715" y="98"/>
                  </a:cubicBezTo>
                  <a:close/>
                  <a:moveTo>
                    <a:pt x="1715" y="1"/>
                  </a:moveTo>
                  <a:cubicBezTo>
                    <a:pt x="985" y="176"/>
                    <a:pt x="675" y="675"/>
                    <a:pt x="578" y="1234"/>
                  </a:cubicBezTo>
                  <a:cubicBezTo>
                    <a:pt x="560" y="1368"/>
                    <a:pt x="523" y="1678"/>
                    <a:pt x="481" y="2080"/>
                  </a:cubicBezTo>
                  <a:cubicBezTo>
                    <a:pt x="444" y="2486"/>
                    <a:pt x="389" y="2967"/>
                    <a:pt x="347" y="3466"/>
                  </a:cubicBezTo>
                  <a:cubicBezTo>
                    <a:pt x="250" y="4469"/>
                    <a:pt x="158" y="5508"/>
                    <a:pt x="79" y="5873"/>
                  </a:cubicBezTo>
                  <a:cubicBezTo>
                    <a:pt x="0" y="6257"/>
                    <a:pt x="61" y="6700"/>
                    <a:pt x="194" y="7047"/>
                  </a:cubicBezTo>
                  <a:cubicBezTo>
                    <a:pt x="328" y="7393"/>
                    <a:pt x="523" y="7685"/>
                    <a:pt x="735" y="7777"/>
                  </a:cubicBezTo>
                  <a:cubicBezTo>
                    <a:pt x="858" y="7824"/>
                    <a:pt x="1039" y="7843"/>
                    <a:pt x="1241" y="7843"/>
                  </a:cubicBezTo>
                  <a:cubicBezTo>
                    <a:pt x="1380" y="7843"/>
                    <a:pt x="1529" y="7834"/>
                    <a:pt x="1678" y="7819"/>
                  </a:cubicBezTo>
                  <a:cubicBezTo>
                    <a:pt x="2024" y="7777"/>
                    <a:pt x="2371" y="7703"/>
                    <a:pt x="2523" y="7625"/>
                  </a:cubicBezTo>
                  <a:cubicBezTo>
                    <a:pt x="2699" y="7569"/>
                    <a:pt x="2791" y="7375"/>
                    <a:pt x="2851" y="7162"/>
                  </a:cubicBezTo>
                  <a:cubicBezTo>
                    <a:pt x="2907" y="6950"/>
                    <a:pt x="2930" y="6682"/>
                    <a:pt x="2948" y="6414"/>
                  </a:cubicBezTo>
                  <a:cubicBezTo>
                    <a:pt x="2985" y="6141"/>
                    <a:pt x="2985" y="5605"/>
                    <a:pt x="3004" y="5028"/>
                  </a:cubicBezTo>
                  <a:cubicBezTo>
                    <a:pt x="3004" y="4450"/>
                    <a:pt x="3004" y="3850"/>
                    <a:pt x="3045" y="3466"/>
                  </a:cubicBezTo>
                  <a:cubicBezTo>
                    <a:pt x="3101" y="2694"/>
                    <a:pt x="2888" y="1387"/>
                    <a:pt x="2560" y="731"/>
                  </a:cubicBezTo>
                  <a:cubicBezTo>
                    <a:pt x="2389" y="407"/>
                    <a:pt x="2177" y="232"/>
                    <a:pt x="2024" y="116"/>
                  </a:cubicBezTo>
                  <a:cubicBezTo>
                    <a:pt x="1849" y="19"/>
                    <a:pt x="1733" y="1"/>
                    <a:pt x="173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82"/>
            <p:cNvSpPr/>
            <p:nvPr/>
          </p:nvSpPr>
          <p:spPr>
            <a:xfrm>
              <a:off x="5641976" y="2668595"/>
              <a:ext cx="641760" cy="743594"/>
            </a:xfrm>
            <a:custGeom>
              <a:rect b="b" l="l" r="r" t="t"/>
              <a:pathLst>
                <a:path extrusionOk="0" h="5440" w="4695">
                  <a:moveTo>
                    <a:pt x="2944" y="0"/>
                  </a:moveTo>
                  <a:lnTo>
                    <a:pt x="0" y="1058"/>
                  </a:lnTo>
                  <a:cubicBezTo>
                    <a:pt x="0" y="1058"/>
                    <a:pt x="213" y="1964"/>
                    <a:pt x="213" y="2657"/>
                  </a:cubicBezTo>
                  <a:cubicBezTo>
                    <a:pt x="213" y="3368"/>
                    <a:pt x="384" y="3909"/>
                    <a:pt x="846" y="4256"/>
                  </a:cubicBezTo>
                  <a:cubicBezTo>
                    <a:pt x="1289" y="4584"/>
                    <a:pt x="1405" y="4967"/>
                    <a:pt x="1830" y="5198"/>
                  </a:cubicBezTo>
                  <a:cubicBezTo>
                    <a:pt x="2090" y="5341"/>
                    <a:pt x="2389" y="5440"/>
                    <a:pt x="2688" y="5440"/>
                  </a:cubicBezTo>
                  <a:cubicBezTo>
                    <a:pt x="2873" y="5440"/>
                    <a:pt x="3058" y="5402"/>
                    <a:pt x="3235" y="5314"/>
                  </a:cubicBezTo>
                  <a:cubicBezTo>
                    <a:pt x="3678" y="5064"/>
                    <a:pt x="4080" y="5004"/>
                    <a:pt x="4274" y="4658"/>
                  </a:cubicBezTo>
                  <a:cubicBezTo>
                    <a:pt x="4487" y="4311"/>
                    <a:pt x="4621" y="3544"/>
                    <a:pt x="4621" y="3544"/>
                  </a:cubicBezTo>
                  <a:cubicBezTo>
                    <a:pt x="4695" y="2541"/>
                    <a:pt x="4445" y="1904"/>
                    <a:pt x="4177" y="1617"/>
                  </a:cubicBezTo>
                  <a:cubicBezTo>
                    <a:pt x="3909" y="1326"/>
                    <a:pt x="3447" y="1058"/>
                    <a:pt x="3332" y="712"/>
                  </a:cubicBezTo>
                  <a:cubicBezTo>
                    <a:pt x="3216" y="384"/>
                    <a:pt x="2944" y="0"/>
                    <a:pt x="29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82"/>
            <p:cNvSpPr/>
            <p:nvPr/>
          </p:nvSpPr>
          <p:spPr>
            <a:xfrm>
              <a:off x="5633775" y="2660257"/>
              <a:ext cx="658162" cy="758766"/>
            </a:xfrm>
            <a:custGeom>
              <a:rect b="b" l="l" r="r" t="t"/>
              <a:pathLst>
                <a:path extrusionOk="0" h="5551" w="4815">
                  <a:moveTo>
                    <a:pt x="2985" y="116"/>
                  </a:moveTo>
                  <a:cubicBezTo>
                    <a:pt x="3004" y="158"/>
                    <a:pt x="3235" y="505"/>
                    <a:pt x="3350" y="791"/>
                  </a:cubicBezTo>
                  <a:cubicBezTo>
                    <a:pt x="3410" y="985"/>
                    <a:pt x="3563" y="1138"/>
                    <a:pt x="3715" y="1272"/>
                  </a:cubicBezTo>
                  <a:cubicBezTo>
                    <a:pt x="3891" y="1429"/>
                    <a:pt x="4062" y="1563"/>
                    <a:pt x="4200" y="1715"/>
                  </a:cubicBezTo>
                  <a:cubicBezTo>
                    <a:pt x="4450" y="1988"/>
                    <a:pt x="4699" y="2602"/>
                    <a:pt x="4639" y="3605"/>
                  </a:cubicBezTo>
                  <a:cubicBezTo>
                    <a:pt x="4621" y="3605"/>
                    <a:pt x="4602" y="3776"/>
                    <a:pt x="4524" y="4007"/>
                  </a:cubicBezTo>
                  <a:cubicBezTo>
                    <a:pt x="4468" y="4238"/>
                    <a:pt x="4390" y="4529"/>
                    <a:pt x="4293" y="4700"/>
                  </a:cubicBezTo>
                  <a:cubicBezTo>
                    <a:pt x="4200" y="4853"/>
                    <a:pt x="4062" y="4950"/>
                    <a:pt x="3891" y="5047"/>
                  </a:cubicBezTo>
                  <a:cubicBezTo>
                    <a:pt x="3715" y="5125"/>
                    <a:pt x="3507" y="5199"/>
                    <a:pt x="3253" y="5315"/>
                  </a:cubicBezTo>
                  <a:cubicBezTo>
                    <a:pt x="3083" y="5408"/>
                    <a:pt x="2900" y="5448"/>
                    <a:pt x="2715" y="5448"/>
                  </a:cubicBezTo>
                  <a:cubicBezTo>
                    <a:pt x="2443" y="5448"/>
                    <a:pt x="2167" y="5360"/>
                    <a:pt x="1927" y="5222"/>
                  </a:cubicBezTo>
                  <a:cubicBezTo>
                    <a:pt x="1714" y="5107"/>
                    <a:pt x="1580" y="4950"/>
                    <a:pt x="1446" y="4779"/>
                  </a:cubicBezTo>
                  <a:cubicBezTo>
                    <a:pt x="1312" y="4621"/>
                    <a:pt x="1174" y="4432"/>
                    <a:pt x="943" y="4256"/>
                  </a:cubicBezTo>
                  <a:cubicBezTo>
                    <a:pt x="504" y="3952"/>
                    <a:pt x="328" y="3411"/>
                    <a:pt x="328" y="2718"/>
                  </a:cubicBezTo>
                  <a:cubicBezTo>
                    <a:pt x="328" y="2025"/>
                    <a:pt x="134" y="1198"/>
                    <a:pt x="116" y="1156"/>
                  </a:cubicBezTo>
                  <a:lnTo>
                    <a:pt x="2985" y="116"/>
                  </a:lnTo>
                  <a:close/>
                  <a:moveTo>
                    <a:pt x="3022" y="1"/>
                  </a:moveTo>
                  <a:lnTo>
                    <a:pt x="0" y="1082"/>
                  </a:lnTo>
                  <a:lnTo>
                    <a:pt x="19" y="1119"/>
                  </a:lnTo>
                  <a:cubicBezTo>
                    <a:pt x="19" y="1119"/>
                    <a:pt x="213" y="2025"/>
                    <a:pt x="213" y="2718"/>
                  </a:cubicBezTo>
                  <a:cubicBezTo>
                    <a:pt x="213" y="3429"/>
                    <a:pt x="407" y="4007"/>
                    <a:pt x="869" y="4354"/>
                  </a:cubicBezTo>
                  <a:cubicBezTo>
                    <a:pt x="1100" y="4506"/>
                    <a:pt x="1234" y="4682"/>
                    <a:pt x="1368" y="4853"/>
                  </a:cubicBezTo>
                  <a:cubicBezTo>
                    <a:pt x="1502" y="5028"/>
                    <a:pt x="1636" y="5181"/>
                    <a:pt x="1867" y="5296"/>
                  </a:cubicBezTo>
                  <a:cubicBezTo>
                    <a:pt x="2138" y="5448"/>
                    <a:pt x="2437" y="5551"/>
                    <a:pt x="2739" y="5551"/>
                  </a:cubicBezTo>
                  <a:cubicBezTo>
                    <a:pt x="2932" y="5551"/>
                    <a:pt x="3126" y="5509"/>
                    <a:pt x="3313" y="5412"/>
                  </a:cubicBezTo>
                  <a:cubicBezTo>
                    <a:pt x="3544" y="5296"/>
                    <a:pt x="3757" y="5222"/>
                    <a:pt x="3928" y="5125"/>
                  </a:cubicBezTo>
                  <a:cubicBezTo>
                    <a:pt x="4122" y="5047"/>
                    <a:pt x="4274" y="4931"/>
                    <a:pt x="4371" y="4737"/>
                  </a:cubicBezTo>
                  <a:cubicBezTo>
                    <a:pt x="4487" y="4566"/>
                    <a:pt x="4565" y="4275"/>
                    <a:pt x="4639" y="4044"/>
                  </a:cubicBezTo>
                  <a:cubicBezTo>
                    <a:pt x="4699" y="3813"/>
                    <a:pt x="4736" y="3623"/>
                    <a:pt x="4736" y="3623"/>
                  </a:cubicBezTo>
                  <a:lnTo>
                    <a:pt x="4736" y="3605"/>
                  </a:lnTo>
                  <a:cubicBezTo>
                    <a:pt x="4815" y="2584"/>
                    <a:pt x="4565" y="1946"/>
                    <a:pt x="4274" y="1641"/>
                  </a:cubicBezTo>
                  <a:cubicBezTo>
                    <a:pt x="4140" y="1484"/>
                    <a:pt x="3946" y="1350"/>
                    <a:pt x="3794" y="1198"/>
                  </a:cubicBezTo>
                  <a:cubicBezTo>
                    <a:pt x="3641" y="1064"/>
                    <a:pt x="3507" y="907"/>
                    <a:pt x="3447" y="773"/>
                  </a:cubicBezTo>
                  <a:cubicBezTo>
                    <a:pt x="3332" y="426"/>
                    <a:pt x="3064" y="24"/>
                    <a:pt x="3064" y="24"/>
                  </a:cubicBezTo>
                  <a:lnTo>
                    <a:pt x="3022" y="1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82"/>
            <p:cNvSpPr/>
            <p:nvPr/>
          </p:nvSpPr>
          <p:spPr>
            <a:xfrm>
              <a:off x="5562969" y="2497048"/>
              <a:ext cx="521199" cy="381912"/>
            </a:xfrm>
            <a:custGeom>
              <a:rect b="b" l="l" r="r" t="t"/>
              <a:pathLst>
                <a:path extrusionOk="0" h="2794" w="3813">
                  <a:moveTo>
                    <a:pt x="3031" y="1"/>
                  </a:moveTo>
                  <a:cubicBezTo>
                    <a:pt x="3022" y="1"/>
                    <a:pt x="3013" y="1"/>
                    <a:pt x="3004" y="3"/>
                  </a:cubicBezTo>
                  <a:lnTo>
                    <a:pt x="2962" y="155"/>
                  </a:lnTo>
                  <a:cubicBezTo>
                    <a:pt x="2962" y="155"/>
                    <a:pt x="2847" y="368"/>
                    <a:pt x="1673" y="927"/>
                  </a:cubicBezTo>
                  <a:cubicBezTo>
                    <a:pt x="1065" y="1227"/>
                    <a:pt x="714" y="1299"/>
                    <a:pt x="518" y="1299"/>
                  </a:cubicBezTo>
                  <a:cubicBezTo>
                    <a:pt x="336" y="1299"/>
                    <a:pt x="287" y="1237"/>
                    <a:pt x="287" y="1237"/>
                  </a:cubicBezTo>
                  <a:lnTo>
                    <a:pt x="213" y="1061"/>
                  </a:lnTo>
                  <a:cubicBezTo>
                    <a:pt x="213" y="1061"/>
                    <a:pt x="116" y="1061"/>
                    <a:pt x="56" y="1195"/>
                  </a:cubicBezTo>
                  <a:cubicBezTo>
                    <a:pt x="1" y="1334"/>
                    <a:pt x="38" y="1449"/>
                    <a:pt x="172" y="1888"/>
                  </a:cubicBezTo>
                  <a:cubicBezTo>
                    <a:pt x="329" y="2332"/>
                    <a:pt x="463" y="2641"/>
                    <a:pt x="597" y="2738"/>
                  </a:cubicBezTo>
                  <a:cubicBezTo>
                    <a:pt x="649" y="2767"/>
                    <a:pt x="731" y="2794"/>
                    <a:pt x="879" y="2794"/>
                  </a:cubicBezTo>
                  <a:cubicBezTo>
                    <a:pt x="1109" y="2794"/>
                    <a:pt x="1497" y="2729"/>
                    <a:pt x="2177" y="2507"/>
                  </a:cubicBezTo>
                  <a:cubicBezTo>
                    <a:pt x="3291" y="2142"/>
                    <a:pt x="3813" y="1699"/>
                    <a:pt x="3813" y="1565"/>
                  </a:cubicBezTo>
                  <a:cubicBezTo>
                    <a:pt x="3813" y="1407"/>
                    <a:pt x="3656" y="987"/>
                    <a:pt x="3522" y="714"/>
                  </a:cubicBezTo>
                  <a:cubicBezTo>
                    <a:pt x="3392" y="456"/>
                    <a:pt x="3263" y="1"/>
                    <a:pt x="30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82"/>
            <p:cNvSpPr/>
            <p:nvPr/>
          </p:nvSpPr>
          <p:spPr>
            <a:xfrm>
              <a:off x="5560509" y="2489804"/>
              <a:ext cx="531314" cy="396811"/>
            </a:xfrm>
            <a:custGeom>
              <a:rect b="b" l="l" r="r" t="t"/>
              <a:pathLst>
                <a:path extrusionOk="0" h="2903" w="3887">
                  <a:moveTo>
                    <a:pt x="3059" y="116"/>
                  </a:moveTo>
                  <a:cubicBezTo>
                    <a:pt x="3096" y="116"/>
                    <a:pt x="3119" y="134"/>
                    <a:pt x="3156" y="153"/>
                  </a:cubicBezTo>
                  <a:cubicBezTo>
                    <a:pt x="3193" y="190"/>
                    <a:pt x="3235" y="250"/>
                    <a:pt x="3272" y="324"/>
                  </a:cubicBezTo>
                  <a:cubicBezTo>
                    <a:pt x="3369" y="462"/>
                    <a:pt x="3424" y="652"/>
                    <a:pt x="3503" y="786"/>
                  </a:cubicBezTo>
                  <a:cubicBezTo>
                    <a:pt x="3558" y="924"/>
                    <a:pt x="3637" y="1095"/>
                    <a:pt x="3674" y="1248"/>
                  </a:cubicBezTo>
                  <a:cubicBezTo>
                    <a:pt x="3734" y="1405"/>
                    <a:pt x="3771" y="1558"/>
                    <a:pt x="3771" y="1618"/>
                  </a:cubicBezTo>
                  <a:cubicBezTo>
                    <a:pt x="3771" y="1618"/>
                    <a:pt x="3752" y="1673"/>
                    <a:pt x="3697" y="1733"/>
                  </a:cubicBezTo>
                  <a:cubicBezTo>
                    <a:pt x="3637" y="1789"/>
                    <a:pt x="3540" y="1867"/>
                    <a:pt x="3406" y="1964"/>
                  </a:cubicBezTo>
                  <a:cubicBezTo>
                    <a:pt x="3138" y="2117"/>
                    <a:pt x="2731" y="2329"/>
                    <a:pt x="2172" y="2500"/>
                  </a:cubicBezTo>
                  <a:cubicBezTo>
                    <a:pt x="1636" y="2694"/>
                    <a:pt x="1271" y="2773"/>
                    <a:pt x="1040" y="2791"/>
                  </a:cubicBezTo>
                  <a:cubicBezTo>
                    <a:pt x="998" y="2795"/>
                    <a:pt x="960" y="2796"/>
                    <a:pt x="927" y="2796"/>
                  </a:cubicBezTo>
                  <a:cubicBezTo>
                    <a:pt x="775" y="2796"/>
                    <a:pt x="701" y="2765"/>
                    <a:pt x="652" y="2731"/>
                  </a:cubicBezTo>
                  <a:cubicBezTo>
                    <a:pt x="596" y="2713"/>
                    <a:pt x="518" y="2616"/>
                    <a:pt x="462" y="2482"/>
                  </a:cubicBezTo>
                  <a:cubicBezTo>
                    <a:pt x="384" y="2329"/>
                    <a:pt x="324" y="2154"/>
                    <a:pt x="250" y="1941"/>
                  </a:cubicBezTo>
                  <a:cubicBezTo>
                    <a:pt x="171" y="1710"/>
                    <a:pt x="134" y="1576"/>
                    <a:pt x="116" y="1479"/>
                  </a:cubicBezTo>
                  <a:cubicBezTo>
                    <a:pt x="93" y="1363"/>
                    <a:pt x="93" y="1326"/>
                    <a:pt x="134" y="1271"/>
                  </a:cubicBezTo>
                  <a:cubicBezTo>
                    <a:pt x="153" y="1211"/>
                    <a:pt x="171" y="1192"/>
                    <a:pt x="190" y="1174"/>
                  </a:cubicBezTo>
                  <a:lnTo>
                    <a:pt x="268" y="1308"/>
                  </a:lnTo>
                  <a:lnTo>
                    <a:pt x="268" y="1326"/>
                  </a:lnTo>
                  <a:cubicBezTo>
                    <a:pt x="268" y="1326"/>
                    <a:pt x="287" y="1326"/>
                    <a:pt x="287" y="1345"/>
                  </a:cubicBezTo>
                  <a:cubicBezTo>
                    <a:pt x="305" y="1345"/>
                    <a:pt x="324" y="1363"/>
                    <a:pt x="347" y="1363"/>
                  </a:cubicBezTo>
                  <a:cubicBezTo>
                    <a:pt x="384" y="1387"/>
                    <a:pt x="462" y="1405"/>
                    <a:pt x="555" y="1405"/>
                  </a:cubicBezTo>
                  <a:cubicBezTo>
                    <a:pt x="767" y="1405"/>
                    <a:pt x="1114" y="1326"/>
                    <a:pt x="1710" y="1040"/>
                  </a:cubicBezTo>
                  <a:cubicBezTo>
                    <a:pt x="2287" y="749"/>
                    <a:pt x="2615" y="555"/>
                    <a:pt x="2810" y="421"/>
                  </a:cubicBezTo>
                  <a:cubicBezTo>
                    <a:pt x="2888" y="365"/>
                    <a:pt x="2944" y="324"/>
                    <a:pt x="2980" y="287"/>
                  </a:cubicBezTo>
                  <a:cubicBezTo>
                    <a:pt x="3004" y="250"/>
                    <a:pt x="3022" y="231"/>
                    <a:pt x="3022" y="231"/>
                  </a:cubicBezTo>
                  <a:lnTo>
                    <a:pt x="3059" y="116"/>
                  </a:lnTo>
                  <a:close/>
                  <a:moveTo>
                    <a:pt x="3022" y="0"/>
                  </a:moveTo>
                  <a:lnTo>
                    <a:pt x="2980" y="19"/>
                  </a:lnTo>
                  <a:lnTo>
                    <a:pt x="2962" y="37"/>
                  </a:lnTo>
                  <a:lnTo>
                    <a:pt x="2925" y="190"/>
                  </a:lnTo>
                  <a:lnTo>
                    <a:pt x="2907" y="208"/>
                  </a:lnTo>
                  <a:cubicBezTo>
                    <a:pt x="2888" y="250"/>
                    <a:pt x="2828" y="287"/>
                    <a:pt x="2749" y="347"/>
                  </a:cubicBezTo>
                  <a:cubicBezTo>
                    <a:pt x="2578" y="462"/>
                    <a:pt x="2250" y="652"/>
                    <a:pt x="1673" y="943"/>
                  </a:cubicBezTo>
                  <a:cubicBezTo>
                    <a:pt x="1077" y="1211"/>
                    <a:pt x="749" y="1290"/>
                    <a:pt x="555" y="1290"/>
                  </a:cubicBezTo>
                  <a:cubicBezTo>
                    <a:pt x="528" y="1295"/>
                    <a:pt x="505" y="1297"/>
                    <a:pt x="485" y="1297"/>
                  </a:cubicBezTo>
                  <a:cubicBezTo>
                    <a:pt x="438" y="1297"/>
                    <a:pt x="410" y="1284"/>
                    <a:pt x="384" y="1271"/>
                  </a:cubicBezTo>
                  <a:cubicBezTo>
                    <a:pt x="365" y="1271"/>
                    <a:pt x="365" y="1271"/>
                    <a:pt x="365" y="1248"/>
                  </a:cubicBezTo>
                  <a:lnTo>
                    <a:pt x="250" y="1058"/>
                  </a:lnTo>
                  <a:lnTo>
                    <a:pt x="231" y="1058"/>
                  </a:lnTo>
                  <a:cubicBezTo>
                    <a:pt x="231" y="1058"/>
                    <a:pt x="190" y="1058"/>
                    <a:pt x="153" y="1077"/>
                  </a:cubicBezTo>
                  <a:cubicBezTo>
                    <a:pt x="116" y="1114"/>
                    <a:pt x="56" y="1156"/>
                    <a:pt x="37" y="1229"/>
                  </a:cubicBezTo>
                  <a:cubicBezTo>
                    <a:pt x="0" y="1308"/>
                    <a:pt x="0" y="1387"/>
                    <a:pt x="19" y="1502"/>
                  </a:cubicBezTo>
                  <a:cubicBezTo>
                    <a:pt x="37" y="1594"/>
                    <a:pt x="74" y="1752"/>
                    <a:pt x="153" y="1964"/>
                  </a:cubicBezTo>
                  <a:cubicBezTo>
                    <a:pt x="208" y="2195"/>
                    <a:pt x="287" y="2366"/>
                    <a:pt x="365" y="2519"/>
                  </a:cubicBezTo>
                  <a:cubicBezTo>
                    <a:pt x="439" y="2676"/>
                    <a:pt x="499" y="2773"/>
                    <a:pt x="596" y="2828"/>
                  </a:cubicBezTo>
                  <a:cubicBezTo>
                    <a:pt x="650" y="2872"/>
                    <a:pt x="737" y="2903"/>
                    <a:pt x="869" y="2903"/>
                  </a:cubicBezTo>
                  <a:cubicBezTo>
                    <a:pt x="919" y="2903"/>
                    <a:pt x="976" y="2898"/>
                    <a:pt x="1040" y="2888"/>
                  </a:cubicBezTo>
                  <a:cubicBezTo>
                    <a:pt x="1289" y="2865"/>
                    <a:pt x="1654" y="2791"/>
                    <a:pt x="2213" y="2616"/>
                  </a:cubicBezTo>
                  <a:cubicBezTo>
                    <a:pt x="2773" y="2426"/>
                    <a:pt x="3193" y="2214"/>
                    <a:pt x="3466" y="2038"/>
                  </a:cubicBezTo>
                  <a:cubicBezTo>
                    <a:pt x="3600" y="1964"/>
                    <a:pt x="3697" y="1867"/>
                    <a:pt x="3771" y="1807"/>
                  </a:cubicBezTo>
                  <a:cubicBezTo>
                    <a:pt x="3849" y="1733"/>
                    <a:pt x="3886" y="1673"/>
                    <a:pt x="3886" y="1618"/>
                  </a:cubicBezTo>
                  <a:cubicBezTo>
                    <a:pt x="3886" y="1521"/>
                    <a:pt x="3831" y="1387"/>
                    <a:pt x="3789" y="1211"/>
                  </a:cubicBezTo>
                  <a:cubicBezTo>
                    <a:pt x="3734" y="1058"/>
                    <a:pt x="3655" y="883"/>
                    <a:pt x="3600" y="749"/>
                  </a:cubicBezTo>
                  <a:cubicBezTo>
                    <a:pt x="3521" y="615"/>
                    <a:pt x="3466" y="421"/>
                    <a:pt x="3369" y="268"/>
                  </a:cubicBezTo>
                  <a:cubicBezTo>
                    <a:pt x="3327" y="190"/>
                    <a:pt x="3272" y="116"/>
                    <a:pt x="3212" y="74"/>
                  </a:cubicBezTo>
                  <a:cubicBezTo>
                    <a:pt x="3156" y="19"/>
                    <a:pt x="3096" y="0"/>
                    <a:pt x="302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82"/>
            <p:cNvSpPr/>
            <p:nvPr/>
          </p:nvSpPr>
          <p:spPr>
            <a:xfrm>
              <a:off x="5131028" y="2001818"/>
              <a:ext cx="373984" cy="354164"/>
            </a:xfrm>
            <a:custGeom>
              <a:rect b="b" l="l" r="r" t="t"/>
              <a:pathLst>
                <a:path extrusionOk="0" h="2591" w="2736">
                  <a:moveTo>
                    <a:pt x="619" y="0"/>
                  </a:moveTo>
                  <a:cubicBezTo>
                    <a:pt x="363" y="0"/>
                    <a:pt x="146" y="227"/>
                    <a:pt x="79" y="507"/>
                  </a:cubicBezTo>
                  <a:cubicBezTo>
                    <a:pt x="0" y="890"/>
                    <a:pt x="444" y="1450"/>
                    <a:pt x="1003" y="1972"/>
                  </a:cubicBezTo>
                  <a:cubicBezTo>
                    <a:pt x="1433" y="2383"/>
                    <a:pt x="1740" y="2590"/>
                    <a:pt x="1955" y="2590"/>
                  </a:cubicBezTo>
                  <a:cubicBezTo>
                    <a:pt x="2010" y="2590"/>
                    <a:pt x="2059" y="2577"/>
                    <a:pt x="2103" y="2549"/>
                  </a:cubicBezTo>
                  <a:cubicBezTo>
                    <a:pt x="2292" y="2434"/>
                    <a:pt x="2736" y="1875"/>
                    <a:pt x="2736" y="1875"/>
                  </a:cubicBezTo>
                  <a:cubicBezTo>
                    <a:pt x="2736" y="1875"/>
                    <a:pt x="2177" y="1584"/>
                    <a:pt x="1830" y="1316"/>
                  </a:cubicBezTo>
                  <a:cubicBezTo>
                    <a:pt x="1502" y="1048"/>
                    <a:pt x="1331" y="451"/>
                    <a:pt x="966" y="142"/>
                  </a:cubicBezTo>
                  <a:cubicBezTo>
                    <a:pt x="849" y="43"/>
                    <a:pt x="730" y="0"/>
                    <a:pt x="619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82"/>
            <p:cNvSpPr/>
            <p:nvPr/>
          </p:nvSpPr>
          <p:spPr>
            <a:xfrm>
              <a:off x="5128430" y="1994573"/>
              <a:ext cx="387379" cy="345006"/>
            </a:xfrm>
            <a:custGeom>
              <a:rect b="b" l="l" r="r" t="t"/>
              <a:pathLst>
                <a:path extrusionOk="0" h="2524" w="2834">
                  <a:moveTo>
                    <a:pt x="638" y="1"/>
                  </a:moveTo>
                  <a:cubicBezTo>
                    <a:pt x="560" y="1"/>
                    <a:pt x="481" y="19"/>
                    <a:pt x="407" y="61"/>
                  </a:cubicBezTo>
                  <a:cubicBezTo>
                    <a:pt x="232" y="158"/>
                    <a:pt x="98" y="329"/>
                    <a:pt x="61" y="541"/>
                  </a:cubicBezTo>
                  <a:cubicBezTo>
                    <a:pt x="1" y="772"/>
                    <a:pt x="98" y="1022"/>
                    <a:pt x="273" y="1272"/>
                  </a:cubicBezTo>
                  <a:cubicBezTo>
                    <a:pt x="444" y="1544"/>
                    <a:pt x="694" y="1812"/>
                    <a:pt x="985" y="2062"/>
                  </a:cubicBezTo>
                  <a:cubicBezTo>
                    <a:pt x="1197" y="2256"/>
                    <a:pt x="1368" y="2408"/>
                    <a:pt x="1521" y="2524"/>
                  </a:cubicBezTo>
                  <a:cubicBezTo>
                    <a:pt x="1544" y="2487"/>
                    <a:pt x="1581" y="2468"/>
                    <a:pt x="1599" y="2427"/>
                  </a:cubicBezTo>
                  <a:cubicBezTo>
                    <a:pt x="1447" y="2330"/>
                    <a:pt x="1271" y="2177"/>
                    <a:pt x="1040" y="1983"/>
                  </a:cubicBezTo>
                  <a:cubicBezTo>
                    <a:pt x="772" y="1734"/>
                    <a:pt x="523" y="1466"/>
                    <a:pt x="366" y="1216"/>
                  </a:cubicBezTo>
                  <a:cubicBezTo>
                    <a:pt x="195" y="967"/>
                    <a:pt x="116" y="736"/>
                    <a:pt x="158" y="560"/>
                  </a:cubicBezTo>
                  <a:cubicBezTo>
                    <a:pt x="195" y="389"/>
                    <a:pt x="310" y="232"/>
                    <a:pt x="444" y="158"/>
                  </a:cubicBezTo>
                  <a:cubicBezTo>
                    <a:pt x="523" y="116"/>
                    <a:pt x="597" y="98"/>
                    <a:pt x="694" y="98"/>
                  </a:cubicBezTo>
                  <a:cubicBezTo>
                    <a:pt x="772" y="116"/>
                    <a:pt x="851" y="158"/>
                    <a:pt x="943" y="232"/>
                  </a:cubicBezTo>
                  <a:cubicBezTo>
                    <a:pt x="1119" y="389"/>
                    <a:pt x="1253" y="597"/>
                    <a:pt x="1387" y="828"/>
                  </a:cubicBezTo>
                  <a:cubicBezTo>
                    <a:pt x="1521" y="1040"/>
                    <a:pt x="1636" y="1253"/>
                    <a:pt x="1830" y="1406"/>
                  </a:cubicBezTo>
                  <a:cubicBezTo>
                    <a:pt x="2006" y="1563"/>
                    <a:pt x="2237" y="1697"/>
                    <a:pt x="2408" y="1794"/>
                  </a:cubicBezTo>
                  <a:cubicBezTo>
                    <a:pt x="2505" y="1812"/>
                    <a:pt x="2621" y="1868"/>
                    <a:pt x="2815" y="1909"/>
                  </a:cubicBezTo>
                  <a:lnTo>
                    <a:pt x="2833" y="1909"/>
                  </a:lnTo>
                  <a:lnTo>
                    <a:pt x="2773" y="1868"/>
                  </a:lnTo>
                  <a:cubicBezTo>
                    <a:pt x="2773" y="1868"/>
                    <a:pt x="2214" y="1600"/>
                    <a:pt x="1891" y="1332"/>
                  </a:cubicBezTo>
                  <a:cubicBezTo>
                    <a:pt x="1733" y="1198"/>
                    <a:pt x="1599" y="985"/>
                    <a:pt x="1484" y="772"/>
                  </a:cubicBezTo>
                  <a:cubicBezTo>
                    <a:pt x="1350" y="541"/>
                    <a:pt x="1216" y="310"/>
                    <a:pt x="1003" y="158"/>
                  </a:cubicBezTo>
                  <a:cubicBezTo>
                    <a:pt x="906" y="61"/>
                    <a:pt x="809" y="19"/>
                    <a:pt x="69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82"/>
            <p:cNvSpPr/>
            <p:nvPr/>
          </p:nvSpPr>
          <p:spPr>
            <a:xfrm>
              <a:off x="5223157" y="2246494"/>
              <a:ext cx="753025" cy="439185"/>
            </a:xfrm>
            <a:custGeom>
              <a:rect b="b" l="l" r="r" t="t"/>
              <a:pathLst>
                <a:path extrusionOk="0" h="3213" w="5509">
                  <a:moveTo>
                    <a:pt x="3835" y="0"/>
                  </a:moveTo>
                  <a:cubicBezTo>
                    <a:pt x="3460" y="0"/>
                    <a:pt x="3043" y="82"/>
                    <a:pt x="2773" y="103"/>
                  </a:cubicBezTo>
                  <a:cubicBezTo>
                    <a:pt x="2720" y="107"/>
                    <a:pt x="2668" y="109"/>
                    <a:pt x="2618" y="109"/>
                  </a:cubicBezTo>
                  <a:cubicBezTo>
                    <a:pt x="2287" y="109"/>
                    <a:pt x="2014" y="33"/>
                    <a:pt x="1839" y="33"/>
                  </a:cubicBezTo>
                  <a:cubicBezTo>
                    <a:pt x="1798" y="33"/>
                    <a:pt x="1763" y="38"/>
                    <a:pt x="1734" y="48"/>
                  </a:cubicBezTo>
                  <a:cubicBezTo>
                    <a:pt x="1544" y="103"/>
                    <a:pt x="426" y="1143"/>
                    <a:pt x="213" y="1434"/>
                  </a:cubicBezTo>
                  <a:cubicBezTo>
                    <a:pt x="1" y="1702"/>
                    <a:pt x="135" y="2127"/>
                    <a:pt x="329" y="2242"/>
                  </a:cubicBezTo>
                  <a:cubicBezTo>
                    <a:pt x="523" y="2358"/>
                    <a:pt x="1752" y="2279"/>
                    <a:pt x="2080" y="2335"/>
                  </a:cubicBezTo>
                  <a:cubicBezTo>
                    <a:pt x="2427" y="2395"/>
                    <a:pt x="2427" y="2395"/>
                    <a:pt x="2487" y="2510"/>
                  </a:cubicBezTo>
                  <a:cubicBezTo>
                    <a:pt x="2542" y="2607"/>
                    <a:pt x="2815" y="3088"/>
                    <a:pt x="2815" y="3088"/>
                  </a:cubicBezTo>
                  <a:cubicBezTo>
                    <a:pt x="2815" y="3088"/>
                    <a:pt x="2815" y="3213"/>
                    <a:pt x="3041" y="3213"/>
                  </a:cubicBezTo>
                  <a:cubicBezTo>
                    <a:pt x="3146" y="3213"/>
                    <a:pt x="3300" y="3186"/>
                    <a:pt x="3526" y="3106"/>
                  </a:cubicBezTo>
                  <a:cubicBezTo>
                    <a:pt x="4256" y="2857"/>
                    <a:pt x="4852" y="2450"/>
                    <a:pt x="5102" y="2376"/>
                  </a:cubicBezTo>
                  <a:cubicBezTo>
                    <a:pt x="5356" y="2316"/>
                    <a:pt x="5509" y="2011"/>
                    <a:pt x="5509" y="2011"/>
                  </a:cubicBezTo>
                  <a:lnTo>
                    <a:pt x="5010" y="1277"/>
                  </a:lnTo>
                  <a:cubicBezTo>
                    <a:pt x="5010" y="1277"/>
                    <a:pt x="4894" y="584"/>
                    <a:pt x="4547" y="219"/>
                  </a:cubicBezTo>
                  <a:cubicBezTo>
                    <a:pt x="4395" y="50"/>
                    <a:pt x="4128" y="0"/>
                    <a:pt x="3835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82"/>
            <p:cNvSpPr/>
            <p:nvPr/>
          </p:nvSpPr>
          <p:spPr>
            <a:xfrm>
              <a:off x="5228898" y="2239660"/>
              <a:ext cx="754802" cy="453127"/>
            </a:xfrm>
            <a:custGeom>
              <a:rect b="b" l="l" r="r" t="t"/>
              <a:pathLst>
                <a:path extrusionOk="0" h="3315" w="5522">
                  <a:moveTo>
                    <a:pt x="3674" y="1"/>
                  </a:moveTo>
                  <a:cubicBezTo>
                    <a:pt x="3327" y="19"/>
                    <a:pt x="2962" y="75"/>
                    <a:pt x="2731" y="98"/>
                  </a:cubicBezTo>
                  <a:cubicBezTo>
                    <a:pt x="2670" y="103"/>
                    <a:pt x="2611" y="105"/>
                    <a:pt x="2553" y="105"/>
                  </a:cubicBezTo>
                  <a:cubicBezTo>
                    <a:pt x="2391" y="105"/>
                    <a:pt x="2243" y="87"/>
                    <a:pt x="2117" y="56"/>
                  </a:cubicBezTo>
                  <a:cubicBezTo>
                    <a:pt x="2022" y="43"/>
                    <a:pt x="1936" y="30"/>
                    <a:pt x="1860" y="30"/>
                  </a:cubicBezTo>
                  <a:cubicBezTo>
                    <a:pt x="1829" y="30"/>
                    <a:pt x="1799" y="32"/>
                    <a:pt x="1770" y="38"/>
                  </a:cubicBezTo>
                  <a:cubicBezTo>
                    <a:pt x="1867" y="56"/>
                    <a:pt x="1983" y="116"/>
                    <a:pt x="2154" y="135"/>
                  </a:cubicBezTo>
                  <a:lnTo>
                    <a:pt x="2154" y="172"/>
                  </a:lnTo>
                  <a:cubicBezTo>
                    <a:pt x="2277" y="185"/>
                    <a:pt x="2406" y="200"/>
                    <a:pt x="2553" y="200"/>
                  </a:cubicBezTo>
                  <a:cubicBezTo>
                    <a:pt x="2615" y="200"/>
                    <a:pt x="2681" y="197"/>
                    <a:pt x="2750" y="190"/>
                  </a:cubicBezTo>
                  <a:cubicBezTo>
                    <a:pt x="2981" y="172"/>
                    <a:pt x="3350" y="116"/>
                    <a:pt x="3674" y="98"/>
                  </a:cubicBezTo>
                  <a:cubicBezTo>
                    <a:pt x="4002" y="98"/>
                    <a:pt x="4311" y="135"/>
                    <a:pt x="4464" y="287"/>
                  </a:cubicBezTo>
                  <a:cubicBezTo>
                    <a:pt x="4792" y="652"/>
                    <a:pt x="4926" y="1327"/>
                    <a:pt x="4926" y="1327"/>
                  </a:cubicBezTo>
                  <a:lnTo>
                    <a:pt x="4926" y="1345"/>
                  </a:lnTo>
                  <a:lnTo>
                    <a:pt x="5406" y="2061"/>
                  </a:lnTo>
                  <a:cubicBezTo>
                    <a:pt x="5388" y="2080"/>
                    <a:pt x="5254" y="2329"/>
                    <a:pt x="5041" y="2385"/>
                  </a:cubicBezTo>
                  <a:cubicBezTo>
                    <a:pt x="4907" y="2426"/>
                    <a:pt x="4695" y="2542"/>
                    <a:pt x="4427" y="2676"/>
                  </a:cubicBezTo>
                  <a:cubicBezTo>
                    <a:pt x="4159" y="2828"/>
                    <a:pt x="3831" y="2986"/>
                    <a:pt x="3466" y="3101"/>
                  </a:cubicBezTo>
                  <a:cubicBezTo>
                    <a:pt x="3246" y="3186"/>
                    <a:pt x="3095" y="3210"/>
                    <a:pt x="2994" y="3210"/>
                  </a:cubicBezTo>
                  <a:cubicBezTo>
                    <a:pt x="2936" y="3210"/>
                    <a:pt x="2894" y="3202"/>
                    <a:pt x="2865" y="3193"/>
                  </a:cubicBezTo>
                  <a:cubicBezTo>
                    <a:pt x="2847" y="3175"/>
                    <a:pt x="2828" y="3156"/>
                    <a:pt x="2828" y="3138"/>
                  </a:cubicBezTo>
                  <a:lnTo>
                    <a:pt x="2810" y="3138"/>
                  </a:lnTo>
                  <a:lnTo>
                    <a:pt x="2810" y="3120"/>
                  </a:lnTo>
                  <a:lnTo>
                    <a:pt x="2810" y="3101"/>
                  </a:lnTo>
                  <a:cubicBezTo>
                    <a:pt x="2810" y="3101"/>
                    <a:pt x="2750" y="2986"/>
                    <a:pt x="2676" y="2847"/>
                  </a:cubicBezTo>
                  <a:cubicBezTo>
                    <a:pt x="2597" y="2713"/>
                    <a:pt x="2519" y="2579"/>
                    <a:pt x="2482" y="2523"/>
                  </a:cubicBezTo>
                  <a:cubicBezTo>
                    <a:pt x="2463" y="2482"/>
                    <a:pt x="2426" y="2426"/>
                    <a:pt x="2366" y="2408"/>
                  </a:cubicBezTo>
                  <a:cubicBezTo>
                    <a:pt x="2311" y="2366"/>
                    <a:pt x="2214" y="2366"/>
                    <a:pt x="2057" y="2329"/>
                  </a:cubicBezTo>
                  <a:cubicBezTo>
                    <a:pt x="1867" y="2311"/>
                    <a:pt x="1479" y="2311"/>
                    <a:pt x="1114" y="2311"/>
                  </a:cubicBezTo>
                  <a:cubicBezTo>
                    <a:pt x="925" y="2311"/>
                    <a:pt x="749" y="2311"/>
                    <a:pt x="596" y="2292"/>
                  </a:cubicBezTo>
                  <a:lnTo>
                    <a:pt x="536" y="2292"/>
                  </a:lnTo>
                  <a:cubicBezTo>
                    <a:pt x="524" y="2294"/>
                    <a:pt x="512" y="2294"/>
                    <a:pt x="499" y="2294"/>
                  </a:cubicBezTo>
                  <a:cubicBezTo>
                    <a:pt x="331" y="2294"/>
                    <a:pt x="119" y="2186"/>
                    <a:pt x="153" y="2061"/>
                  </a:cubicBezTo>
                  <a:lnTo>
                    <a:pt x="153" y="2038"/>
                  </a:lnTo>
                  <a:cubicBezTo>
                    <a:pt x="153" y="2001"/>
                    <a:pt x="134" y="1964"/>
                    <a:pt x="134" y="1923"/>
                  </a:cubicBezTo>
                  <a:cubicBezTo>
                    <a:pt x="93" y="1789"/>
                    <a:pt x="116" y="1636"/>
                    <a:pt x="208" y="1502"/>
                  </a:cubicBezTo>
                  <a:cubicBezTo>
                    <a:pt x="268" y="1442"/>
                    <a:pt x="402" y="1290"/>
                    <a:pt x="555" y="1137"/>
                  </a:cubicBezTo>
                  <a:cubicBezTo>
                    <a:pt x="596" y="1059"/>
                    <a:pt x="633" y="962"/>
                    <a:pt x="670" y="906"/>
                  </a:cubicBezTo>
                  <a:cubicBezTo>
                    <a:pt x="694" y="883"/>
                    <a:pt x="694" y="865"/>
                    <a:pt x="712" y="846"/>
                  </a:cubicBezTo>
                  <a:lnTo>
                    <a:pt x="712" y="846"/>
                  </a:lnTo>
                  <a:cubicBezTo>
                    <a:pt x="439" y="1096"/>
                    <a:pt x="231" y="1327"/>
                    <a:pt x="134" y="1442"/>
                  </a:cubicBezTo>
                  <a:cubicBezTo>
                    <a:pt x="19" y="1599"/>
                    <a:pt x="0" y="1789"/>
                    <a:pt x="19" y="1964"/>
                  </a:cubicBezTo>
                  <a:cubicBezTo>
                    <a:pt x="56" y="2117"/>
                    <a:pt x="153" y="2269"/>
                    <a:pt x="268" y="2329"/>
                  </a:cubicBezTo>
                  <a:cubicBezTo>
                    <a:pt x="324" y="2366"/>
                    <a:pt x="439" y="2385"/>
                    <a:pt x="596" y="2385"/>
                  </a:cubicBezTo>
                  <a:cubicBezTo>
                    <a:pt x="749" y="2408"/>
                    <a:pt x="925" y="2408"/>
                    <a:pt x="1114" y="2408"/>
                  </a:cubicBezTo>
                  <a:cubicBezTo>
                    <a:pt x="1479" y="2408"/>
                    <a:pt x="1886" y="2408"/>
                    <a:pt x="2038" y="2426"/>
                  </a:cubicBezTo>
                  <a:cubicBezTo>
                    <a:pt x="2195" y="2463"/>
                    <a:pt x="2288" y="2482"/>
                    <a:pt x="2329" y="2500"/>
                  </a:cubicBezTo>
                  <a:cubicBezTo>
                    <a:pt x="2366" y="2523"/>
                    <a:pt x="2366" y="2523"/>
                    <a:pt x="2403" y="2579"/>
                  </a:cubicBezTo>
                  <a:cubicBezTo>
                    <a:pt x="2426" y="2616"/>
                    <a:pt x="2519" y="2773"/>
                    <a:pt x="2579" y="2907"/>
                  </a:cubicBezTo>
                  <a:cubicBezTo>
                    <a:pt x="2657" y="3041"/>
                    <a:pt x="2713" y="3156"/>
                    <a:pt x="2713" y="3156"/>
                  </a:cubicBezTo>
                  <a:cubicBezTo>
                    <a:pt x="2713" y="3156"/>
                    <a:pt x="2713" y="3175"/>
                    <a:pt x="2731" y="3193"/>
                  </a:cubicBezTo>
                  <a:cubicBezTo>
                    <a:pt x="2750" y="3217"/>
                    <a:pt x="2791" y="3254"/>
                    <a:pt x="2828" y="3290"/>
                  </a:cubicBezTo>
                  <a:cubicBezTo>
                    <a:pt x="2869" y="3305"/>
                    <a:pt x="2920" y="3315"/>
                    <a:pt x="2984" y="3315"/>
                  </a:cubicBezTo>
                  <a:cubicBezTo>
                    <a:pt x="3102" y="3315"/>
                    <a:pt x="3267" y="3283"/>
                    <a:pt x="3503" y="3193"/>
                  </a:cubicBezTo>
                  <a:cubicBezTo>
                    <a:pt x="3868" y="3078"/>
                    <a:pt x="4214" y="2907"/>
                    <a:pt x="4482" y="2773"/>
                  </a:cubicBezTo>
                  <a:cubicBezTo>
                    <a:pt x="4755" y="2639"/>
                    <a:pt x="4968" y="2523"/>
                    <a:pt x="5083" y="2482"/>
                  </a:cubicBezTo>
                  <a:cubicBezTo>
                    <a:pt x="5351" y="2408"/>
                    <a:pt x="5522" y="2080"/>
                    <a:pt x="5522" y="2080"/>
                  </a:cubicBezTo>
                  <a:lnTo>
                    <a:pt x="5522" y="2061"/>
                  </a:lnTo>
                  <a:lnTo>
                    <a:pt x="5522" y="2038"/>
                  </a:lnTo>
                  <a:lnTo>
                    <a:pt x="5023" y="1308"/>
                  </a:lnTo>
                  <a:cubicBezTo>
                    <a:pt x="5023" y="1271"/>
                    <a:pt x="4907" y="615"/>
                    <a:pt x="4542" y="232"/>
                  </a:cubicBezTo>
                  <a:cubicBezTo>
                    <a:pt x="4367" y="38"/>
                    <a:pt x="4099" y="1"/>
                    <a:pt x="378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82"/>
            <p:cNvSpPr/>
            <p:nvPr/>
          </p:nvSpPr>
          <p:spPr>
            <a:xfrm>
              <a:off x="5023179" y="2011796"/>
              <a:ext cx="423739" cy="388610"/>
            </a:xfrm>
            <a:custGeom>
              <a:rect b="b" l="l" r="r" t="t"/>
              <a:pathLst>
                <a:path extrusionOk="0" h="2843" w="3100">
                  <a:moveTo>
                    <a:pt x="912" y="1"/>
                  </a:moveTo>
                  <a:cubicBezTo>
                    <a:pt x="613" y="1"/>
                    <a:pt x="1" y="662"/>
                    <a:pt x="600" y="1474"/>
                  </a:cubicBezTo>
                  <a:cubicBezTo>
                    <a:pt x="1251" y="2342"/>
                    <a:pt x="2217" y="2823"/>
                    <a:pt x="2369" y="2841"/>
                  </a:cubicBezTo>
                  <a:cubicBezTo>
                    <a:pt x="2376" y="2842"/>
                    <a:pt x="2383" y="2842"/>
                    <a:pt x="2391" y="2842"/>
                  </a:cubicBezTo>
                  <a:cubicBezTo>
                    <a:pt x="2551" y="2842"/>
                    <a:pt x="2856" y="2655"/>
                    <a:pt x="2984" y="2416"/>
                  </a:cubicBezTo>
                  <a:cubicBezTo>
                    <a:pt x="3100" y="2167"/>
                    <a:pt x="3081" y="1899"/>
                    <a:pt x="3081" y="1899"/>
                  </a:cubicBezTo>
                  <a:cubicBezTo>
                    <a:pt x="3081" y="1899"/>
                    <a:pt x="2406" y="1626"/>
                    <a:pt x="1944" y="1164"/>
                  </a:cubicBezTo>
                  <a:cubicBezTo>
                    <a:pt x="1482" y="702"/>
                    <a:pt x="1251" y="106"/>
                    <a:pt x="965" y="9"/>
                  </a:cubicBezTo>
                  <a:cubicBezTo>
                    <a:pt x="949" y="3"/>
                    <a:pt x="931" y="1"/>
                    <a:pt x="912" y="1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82"/>
            <p:cNvSpPr/>
            <p:nvPr/>
          </p:nvSpPr>
          <p:spPr>
            <a:xfrm>
              <a:off x="5055164" y="2002775"/>
              <a:ext cx="368380" cy="389293"/>
            </a:xfrm>
            <a:custGeom>
              <a:rect b="b" l="l" r="r" t="t"/>
              <a:pathLst>
                <a:path extrusionOk="0" h="2848" w="2695">
                  <a:moveTo>
                    <a:pt x="671" y="1"/>
                  </a:moveTo>
                  <a:cubicBezTo>
                    <a:pt x="615" y="1"/>
                    <a:pt x="518" y="38"/>
                    <a:pt x="440" y="98"/>
                  </a:cubicBezTo>
                  <a:cubicBezTo>
                    <a:pt x="347" y="172"/>
                    <a:pt x="232" y="269"/>
                    <a:pt x="153" y="421"/>
                  </a:cubicBezTo>
                  <a:cubicBezTo>
                    <a:pt x="19" y="712"/>
                    <a:pt x="1" y="1114"/>
                    <a:pt x="324" y="1558"/>
                  </a:cubicBezTo>
                  <a:cubicBezTo>
                    <a:pt x="652" y="2002"/>
                    <a:pt x="1059" y="2348"/>
                    <a:pt x="1405" y="2579"/>
                  </a:cubicBezTo>
                  <a:cubicBezTo>
                    <a:pt x="1576" y="2695"/>
                    <a:pt x="1710" y="2792"/>
                    <a:pt x="1849" y="2847"/>
                  </a:cubicBezTo>
                  <a:cubicBezTo>
                    <a:pt x="1849" y="2810"/>
                    <a:pt x="1867" y="2773"/>
                    <a:pt x="1886" y="2755"/>
                  </a:cubicBezTo>
                  <a:cubicBezTo>
                    <a:pt x="1770" y="2695"/>
                    <a:pt x="1618" y="2598"/>
                    <a:pt x="1461" y="2501"/>
                  </a:cubicBezTo>
                  <a:cubicBezTo>
                    <a:pt x="1133" y="2270"/>
                    <a:pt x="731" y="1923"/>
                    <a:pt x="403" y="1503"/>
                  </a:cubicBezTo>
                  <a:cubicBezTo>
                    <a:pt x="93" y="1096"/>
                    <a:pt x="135" y="731"/>
                    <a:pt x="250" y="463"/>
                  </a:cubicBezTo>
                  <a:cubicBezTo>
                    <a:pt x="324" y="347"/>
                    <a:pt x="403" y="232"/>
                    <a:pt x="500" y="172"/>
                  </a:cubicBezTo>
                  <a:cubicBezTo>
                    <a:pt x="573" y="130"/>
                    <a:pt x="632" y="110"/>
                    <a:pt x="675" y="110"/>
                  </a:cubicBezTo>
                  <a:cubicBezTo>
                    <a:pt x="690" y="110"/>
                    <a:pt x="702" y="112"/>
                    <a:pt x="712" y="116"/>
                  </a:cubicBezTo>
                  <a:cubicBezTo>
                    <a:pt x="828" y="153"/>
                    <a:pt x="962" y="329"/>
                    <a:pt x="1114" y="537"/>
                  </a:cubicBezTo>
                  <a:cubicBezTo>
                    <a:pt x="1271" y="768"/>
                    <a:pt x="1442" y="1041"/>
                    <a:pt x="1673" y="1272"/>
                  </a:cubicBezTo>
                  <a:cubicBezTo>
                    <a:pt x="2001" y="1600"/>
                    <a:pt x="2385" y="1808"/>
                    <a:pt x="2598" y="1905"/>
                  </a:cubicBezTo>
                  <a:cubicBezTo>
                    <a:pt x="2634" y="1886"/>
                    <a:pt x="2676" y="1868"/>
                    <a:pt x="2695" y="1849"/>
                  </a:cubicBezTo>
                  <a:cubicBezTo>
                    <a:pt x="2464" y="1734"/>
                    <a:pt x="2057" y="1521"/>
                    <a:pt x="1752" y="1193"/>
                  </a:cubicBezTo>
                  <a:cubicBezTo>
                    <a:pt x="1521" y="962"/>
                    <a:pt x="1345" y="712"/>
                    <a:pt x="1193" y="481"/>
                  </a:cubicBezTo>
                  <a:cubicBezTo>
                    <a:pt x="1059" y="269"/>
                    <a:pt x="925" y="75"/>
                    <a:pt x="749" y="19"/>
                  </a:cubicBezTo>
                  <a:cubicBezTo>
                    <a:pt x="731" y="19"/>
                    <a:pt x="712" y="1"/>
                    <a:pt x="67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82"/>
            <p:cNvSpPr/>
            <p:nvPr/>
          </p:nvSpPr>
          <p:spPr>
            <a:xfrm>
              <a:off x="5486696" y="1889185"/>
              <a:ext cx="392164" cy="451624"/>
            </a:xfrm>
            <a:custGeom>
              <a:rect b="b" l="l" r="r" t="t"/>
              <a:pathLst>
                <a:path extrusionOk="0" h="3304" w="2869">
                  <a:moveTo>
                    <a:pt x="391" y="1"/>
                  </a:moveTo>
                  <a:cubicBezTo>
                    <a:pt x="219" y="1"/>
                    <a:pt x="1" y="287"/>
                    <a:pt x="18" y="772"/>
                  </a:cubicBezTo>
                  <a:cubicBezTo>
                    <a:pt x="55" y="1312"/>
                    <a:pt x="425" y="1696"/>
                    <a:pt x="559" y="1811"/>
                  </a:cubicBezTo>
                  <a:cubicBezTo>
                    <a:pt x="711" y="1945"/>
                    <a:pt x="711" y="2024"/>
                    <a:pt x="693" y="2218"/>
                  </a:cubicBezTo>
                  <a:cubicBezTo>
                    <a:pt x="674" y="2408"/>
                    <a:pt x="480" y="2662"/>
                    <a:pt x="134" y="2699"/>
                  </a:cubicBezTo>
                  <a:cubicBezTo>
                    <a:pt x="134" y="2699"/>
                    <a:pt x="1748" y="3304"/>
                    <a:pt x="2321" y="3304"/>
                  </a:cubicBezTo>
                  <a:cubicBezTo>
                    <a:pt x="2361" y="3304"/>
                    <a:pt x="2396" y="3301"/>
                    <a:pt x="2425" y="3295"/>
                  </a:cubicBezTo>
                  <a:cubicBezTo>
                    <a:pt x="2869" y="3198"/>
                    <a:pt x="2735" y="3064"/>
                    <a:pt x="2578" y="2662"/>
                  </a:cubicBezTo>
                  <a:cubicBezTo>
                    <a:pt x="2407" y="2237"/>
                    <a:pt x="2097" y="1945"/>
                    <a:pt x="1811" y="1677"/>
                  </a:cubicBezTo>
                  <a:cubicBezTo>
                    <a:pt x="1501" y="1391"/>
                    <a:pt x="1349" y="1275"/>
                    <a:pt x="1058" y="887"/>
                  </a:cubicBezTo>
                  <a:cubicBezTo>
                    <a:pt x="771" y="485"/>
                    <a:pt x="596" y="60"/>
                    <a:pt x="425" y="5"/>
                  </a:cubicBezTo>
                  <a:cubicBezTo>
                    <a:pt x="414" y="2"/>
                    <a:pt x="402" y="1"/>
                    <a:pt x="391" y="1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82"/>
            <p:cNvSpPr/>
            <p:nvPr/>
          </p:nvSpPr>
          <p:spPr>
            <a:xfrm>
              <a:off x="5481502" y="1883034"/>
              <a:ext cx="386696" cy="433171"/>
            </a:xfrm>
            <a:custGeom>
              <a:rect b="b" l="l" r="r" t="t"/>
              <a:pathLst>
                <a:path extrusionOk="0" h="3169" w="2829">
                  <a:moveTo>
                    <a:pt x="441" y="0"/>
                  </a:moveTo>
                  <a:cubicBezTo>
                    <a:pt x="434" y="0"/>
                    <a:pt x="427" y="2"/>
                    <a:pt x="421" y="8"/>
                  </a:cubicBezTo>
                  <a:cubicBezTo>
                    <a:pt x="366" y="8"/>
                    <a:pt x="324" y="8"/>
                    <a:pt x="287" y="27"/>
                  </a:cubicBezTo>
                  <a:cubicBezTo>
                    <a:pt x="232" y="68"/>
                    <a:pt x="190" y="124"/>
                    <a:pt x="135" y="202"/>
                  </a:cubicBezTo>
                  <a:cubicBezTo>
                    <a:pt x="56" y="336"/>
                    <a:pt x="1" y="549"/>
                    <a:pt x="19" y="817"/>
                  </a:cubicBezTo>
                  <a:cubicBezTo>
                    <a:pt x="38" y="1376"/>
                    <a:pt x="421" y="1783"/>
                    <a:pt x="578" y="1898"/>
                  </a:cubicBezTo>
                  <a:cubicBezTo>
                    <a:pt x="634" y="1954"/>
                    <a:pt x="652" y="2014"/>
                    <a:pt x="671" y="2051"/>
                  </a:cubicBezTo>
                  <a:cubicBezTo>
                    <a:pt x="694" y="2106"/>
                    <a:pt x="694" y="2166"/>
                    <a:pt x="671" y="2263"/>
                  </a:cubicBezTo>
                  <a:cubicBezTo>
                    <a:pt x="652" y="2434"/>
                    <a:pt x="500" y="2665"/>
                    <a:pt x="153" y="2707"/>
                  </a:cubicBezTo>
                  <a:lnTo>
                    <a:pt x="153" y="2725"/>
                  </a:lnTo>
                  <a:cubicBezTo>
                    <a:pt x="190" y="2725"/>
                    <a:pt x="306" y="2744"/>
                    <a:pt x="306" y="2744"/>
                  </a:cubicBezTo>
                  <a:cubicBezTo>
                    <a:pt x="578" y="2647"/>
                    <a:pt x="749" y="2453"/>
                    <a:pt x="768" y="2282"/>
                  </a:cubicBezTo>
                  <a:cubicBezTo>
                    <a:pt x="786" y="2185"/>
                    <a:pt x="786" y="2106"/>
                    <a:pt x="768" y="2032"/>
                  </a:cubicBezTo>
                  <a:cubicBezTo>
                    <a:pt x="749" y="1954"/>
                    <a:pt x="712" y="1898"/>
                    <a:pt x="634" y="1820"/>
                  </a:cubicBezTo>
                  <a:cubicBezTo>
                    <a:pt x="500" y="1722"/>
                    <a:pt x="135" y="1320"/>
                    <a:pt x="116" y="817"/>
                  </a:cubicBezTo>
                  <a:cubicBezTo>
                    <a:pt x="116" y="567"/>
                    <a:pt x="153" y="373"/>
                    <a:pt x="232" y="258"/>
                  </a:cubicBezTo>
                  <a:cubicBezTo>
                    <a:pt x="269" y="184"/>
                    <a:pt x="306" y="142"/>
                    <a:pt x="347" y="124"/>
                  </a:cubicBezTo>
                  <a:cubicBezTo>
                    <a:pt x="384" y="105"/>
                    <a:pt x="421" y="105"/>
                    <a:pt x="440" y="105"/>
                  </a:cubicBezTo>
                  <a:cubicBezTo>
                    <a:pt x="500" y="124"/>
                    <a:pt x="597" y="221"/>
                    <a:pt x="694" y="396"/>
                  </a:cubicBezTo>
                  <a:cubicBezTo>
                    <a:pt x="786" y="549"/>
                    <a:pt x="902" y="761"/>
                    <a:pt x="1059" y="951"/>
                  </a:cubicBezTo>
                  <a:cubicBezTo>
                    <a:pt x="1345" y="1357"/>
                    <a:pt x="1521" y="1473"/>
                    <a:pt x="1807" y="1759"/>
                  </a:cubicBezTo>
                  <a:cubicBezTo>
                    <a:pt x="2098" y="2032"/>
                    <a:pt x="2403" y="2319"/>
                    <a:pt x="2560" y="2725"/>
                  </a:cubicBezTo>
                  <a:cubicBezTo>
                    <a:pt x="2579" y="2762"/>
                    <a:pt x="2597" y="2822"/>
                    <a:pt x="2616" y="2859"/>
                  </a:cubicBezTo>
                  <a:cubicBezTo>
                    <a:pt x="2694" y="2938"/>
                    <a:pt x="2773" y="3072"/>
                    <a:pt x="2810" y="3169"/>
                  </a:cubicBezTo>
                  <a:cubicBezTo>
                    <a:pt x="2828" y="3169"/>
                    <a:pt x="2828" y="3146"/>
                    <a:pt x="2828" y="3146"/>
                  </a:cubicBezTo>
                  <a:cubicBezTo>
                    <a:pt x="2828" y="3012"/>
                    <a:pt x="2731" y="2878"/>
                    <a:pt x="2657" y="2684"/>
                  </a:cubicBezTo>
                  <a:cubicBezTo>
                    <a:pt x="2482" y="2263"/>
                    <a:pt x="2172" y="1954"/>
                    <a:pt x="1867" y="1686"/>
                  </a:cubicBezTo>
                  <a:cubicBezTo>
                    <a:pt x="1576" y="1394"/>
                    <a:pt x="1424" y="1297"/>
                    <a:pt x="1156" y="895"/>
                  </a:cubicBezTo>
                  <a:cubicBezTo>
                    <a:pt x="999" y="701"/>
                    <a:pt x="883" y="489"/>
                    <a:pt x="786" y="336"/>
                  </a:cubicBezTo>
                  <a:cubicBezTo>
                    <a:pt x="671" y="165"/>
                    <a:pt x="597" y="50"/>
                    <a:pt x="481" y="8"/>
                  </a:cubicBezTo>
                  <a:cubicBezTo>
                    <a:pt x="469" y="8"/>
                    <a:pt x="454" y="0"/>
                    <a:pt x="44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82"/>
            <p:cNvSpPr/>
            <p:nvPr/>
          </p:nvSpPr>
          <p:spPr>
            <a:xfrm>
              <a:off x="4962625" y="2021775"/>
              <a:ext cx="440142" cy="433991"/>
            </a:xfrm>
            <a:custGeom>
              <a:rect b="b" l="l" r="r" t="t"/>
              <a:pathLst>
                <a:path extrusionOk="0" h="3175" w="3220">
                  <a:moveTo>
                    <a:pt x="780" y="0"/>
                  </a:moveTo>
                  <a:cubicBezTo>
                    <a:pt x="422" y="0"/>
                    <a:pt x="0" y="605"/>
                    <a:pt x="350" y="1170"/>
                  </a:cubicBezTo>
                  <a:cubicBezTo>
                    <a:pt x="733" y="1826"/>
                    <a:pt x="1579" y="2616"/>
                    <a:pt x="2022" y="2939"/>
                  </a:cubicBezTo>
                  <a:cubicBezTo>
                    <a:pt x="2235" y="3105"/>
                    <a:pt x="2429" y="3175"/>
                    <a:pt x="2595" y="3175"/>
                  </a:cubicBezTo>
                  <a:cubicBezTo>
                    <a:pt x="2776" y="3175"/>
                    <a:pt x="2924" y="3092"/>
                    <a:pt x="3025" y="2962"/>
                  </a:cubicBezTo>
                  <a:cubicBezTo>
                    <a:pt x="3219" y="2690"/>
                    <a:pt x="3196" y="2172"/>
                    <a:pt x="3196" y="2172"/>
                  </a:cubicBezTo>
                  <a:lnTo>
                    <a:pt x="3196" y="2112"/>
                  </a:lnTo>
                  <a:cubicBezTo>
                    <a:pt x="3196" y="2112"/>
                    <a:pt x="2563" y="1844"/>
                    <a:pt x="1967" y="1285"/>
                  </a:cubicBezTo>
                  <a:cubicBezTo>
                    <a:pt x="1371" y="707"/>
                    <a:pt x="1311" y="305"/>
                    <a:pt x="946" y="51"/>
                  </a:cubicBezTo>
                  <a:cubicBezTo>
                    <a:pt x="895" y="16"/>
                    <a:pt x="838" y="0"/>
                    <a:pt x="780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82"/>
            <p:cNvSpPr/>
            <p:nvPr/>
          </p:nvSpPr>
          <p:spPr>
            <a:xfrm>
              <a:off x="4976294" y="2016034"/>
              <a:ext cx="402415" cy="439185"/>
            </a:xfrm>
            <a:custGeom>
              <a:rect b="b" l="l" r="r" t="t"/>
              <a:pathLst>
                <a:path extrusionOk="0" h="3213" w="2944">
                  <a:moveTo>
                    <a:pt x="693" y="1"/>
                  </a:moveTo>
                  <a:cubicBezTo>
                    <a:pt x="633" y="1"/>
                    <a:pt x="578" y="19"/>
                    <a:pt x="518" y="38"/>
                  </a:cubicBezTo>
                  <a:cubicBezTo>
                    <a:pt x="402" y="75"/>
                    <a:pt x="305" y="172"/>
                    <a:pt x="231" y="287"/>
                  </a:cubicBezTo>
                  <a:cubicBezTo>
                    <a:pt x="56" y="518"/>
                    <a:pt x="0" y="883"/>
                    <a:pt x="190" y="1230"/>
                  </a:cubicBezTo>
                  <a:cubicBezTo>
                    <a:pt x="596" y="1905"/>
                    <a:pt x="1442" y="2695"/>
                    <a:pt x="1885" y="3023"/>
                  </a:cubicBezTo>
                  <a:cubicBezTo>
                    <a:pt x="2001" y="3120"/>
                    <a:pt x="2098" y="3175"/>
                    <a:pt x="2195" y="3212"/>
                  </a:cubicBezTo>
                  <a:cubicBezTo>
                    <a:pt x="2213" y="3175"/>
                    <a:pt x="2232" y="3138"/>
                    <a:pt x="2250" y="3120"/>
                  </a:cubicBezTo>
                  <a:cubicBezTo>
                    <a:pt x="2153" y="3078"/>
                    <a:pt x="2056" y="3023"/>
                    <a:pt x="1941" y="2944"/>
                  </a:cubicBezTo>
                  <a:cubicBezTo>
                    <a:pt x="1520" y="2616"/>
                    <a:pt x="670" y="1826"/>
                    <a:pt x="287" y="1175"/>
                  </a:cubicBezTo>
                  <a:cubicBezTo>
                    <a:pt x="93" y="865"/>
                    <a:pt x="171" y="555"/>
                    <a:pt x="305" y="347"/>
                  </a:cubicBezTo>
                  <a:cubicBezTo>
                    <a:pt x="384" y="232"/>
                    <a:pt x="481" y="153"/>
                    <a:pt x="555" y="135"/>
                  </a:cubicBezTo>
                  <a:cubicBezTo>
                    <a:pt x="599" y="116"/>
                    <a:pt x="643" y="106"/>
                    <a:pt x="685" y="106"/>
                  </a:cubicBezTo>
                  <a:cubicBezTo>
                    <a:pt x="736" y="106"/>
                    <a:pt x="784" y="121"/>
                    <a:pt x="827" y="153"/>
                  </a:cubicBezTo>
                  <a:cubicBezTo>
                    <a:pt x="980" y="269"/>
                    <a:pt x="1095" y="421"/>
                    <a:pt x="1229" y="615"/>
                  </a:cubicBezTo>
                  <a:cubicBezTo>
                    <a:pt x="1363" y="828"/>
                    <a:pt x="1539" y="1078"/>
                    <a:pt x="1825" y="1364"/>
                  </a:cubicBezTo>
                  <a:cubicBezTo>
                    <a:pt x="2232" y="1752"/>
                    <a:pt x="2657" y="1983"/>
                    <a:pt x="2865" y="2099"/>
                  </a:cubicBezTo>
                  <a:cubicBezTo>
                    <a:pt x="2907" y="2080"/>
                    <a:pt x="2925" y="2057"/>
                    <a:pt x="2943" y="2020"/>
                  </a:cubicBezTo>
                  <a:cubicBezTo>
                    <a:pt x="2712" y="1905"/>
                    <a:pt x="2310" y="1674"/>
                    <a:pt x="1904" y="1290"/>
                  </a:cubicBezTo>
                  <a:cubicBezTo>
                    <a:pt x="1617" y="999"/>
                    <a:pt x="1442" y="768"/>
                    <a:pt x="1308" y="555"/>
                  </a:cubicBezTo>
                  <a:cubicBezTo>
                    <a:pt x="1174" y="366"/>
                    <a:pt x="1077" y="190"/>
                    <a:pt x="883" y="56"/>
                  </a:cubicBezTo>
                  <a:cubicBezTo>
                    <a:pt x="827" y="19"/>
                    <a:pt x="749" y="1"/>
                    <a:pt x="69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82"/>
            <p:cNvSpPr/>
            <p:nvPr/>
          </p:nvSpPr>
          <p:spPr>
            <a:xfrm>
              <a:off x="5002129" y="2150811"/>
              <a:ext cx="358264" cy="402279"/>
            </a:xfrm>
            <a:custGeom>
              <a:rect b="b" l="l" r="r" t="t"/>
              <a:pathLst>
                <a:path extrusionOk="0" h="2943" w="2621">
                  <a:moveTo>
                    <a:pt x="341" y="1"/>
                  </a:moveTo>
                  <a:cubicBezTo>
                    <a:pt x="211" y="1"/>
                    <a:pt x="111" y="113"/>
                    <a:pt x="79" y="304"/>
                  </a:cubicBezTo>
                  <a:cubicBezTo>
                    <a:pt x="1" y="632"/>
                    <a:pt x="158" y="1418"/>
                    <a:pt x="754" y="2134"/>
                  </a:cubicBezTo>
                  <a:cubicBezTo>
                    <a:pt x="1368" y="2827"/>
                    <a:pt x="1983" y="2942"/>
                    <a:pt x="1983" y="2942"/>
                  </a:cubicBezTo>
                  <a:cubicBezTo>
                    <a:pt x="1983" y="2942"/>
                    <a:pt x="2445" y="2711"/>
                    <a:pt x="2505" y="2457"/>
                  </a:cubicBezTo>
                  <a:cubicBezTo>
                    <a:pt x="2584" y="2226"/>
                    <a:pt x="2620" y="2037"/>
                    <a:pt x="2505" y="1843"/>
                  </a:cubicBezTo>
                  <a:cubicBezTo>
                    <a:pt x="2371" y="1630"/>
                    <a:pt x="2195" y="1672"/>
                    <a:pt x="1599" y="1210"/>
                  </a:cubicBezTo>
                  <a:cubicBezTo>
                    <a:pt x="1003" y="748"/>
                    <a:pt x="943" y="494"/>
                    <a:pt x="657" y="189"/>
                  </a:cubicBezTo>
                  <a:cubicBezTo>
                    <a:pt x="545" y="59"/>
                    <a:pt x="435" y="1"/>
                    <a:pt x="341" y="1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82"/>
            <p:cNvSpPr/>
            <p:nvPr/>
          </p:nvSpPr>
          <p:spPr>
            <a:xfrm>
              <a:off x="4999668" y="2144933"/>
              <a:ext cx="318351" cy="415674"/>
            </a:xfrm>
            <a:custGeom>
              <a:rect b="b" l="l" r="r" t="t"/>
              <a:pathLst>
                <a:path extrusionOk="0" h="3041" w="2329">
                  <a:moveTo>
                    <a:pt x="291" y="1"/>
                  </a:moveTo>
                  <a:cubicBezTo>
                    <a:pt x="153" y="38"/>
                    <a:pt x="79" y="172"/>
                    <a:pt x="37" y="347"/>
                  </a:cubicBezTo>
                  <a:cubicBezTo>
                    <a:pt x="0" y="518"/>
                    <a:pt x="19" y="809"/>
                    <a:pt x="134" y="1137"/>
                  </a:cubicBezTo>
                  <a:cubicBezTo>
                    <a:pt x="231" y="1461"/>
                    <a:pt x="425" y="1849"/>
                    <a:pt x="730" y="2195"/>
                  </a:cubicBezTo>
                  <a:cubicBezTo>
                    <a:pt x="1349" y="2907"/>
                    <a:pt x="1982" y="3041"/>
                    <a:pt x="1982" y="3041"/>
                  </a:cubicBezTo>
                  <a:lnTo>
                    <a:pt x="2024" y="3041"/>
                  </a:lnTo>
                  <a:cubicBezTo>
                    <a:pt x="2024" y="3041"/>
                    <a:pt x="2061" y="3004"/>
                    <a:pt x="2116" y="2985"/>
                  </a:cubicBezTo>
                  <a:cubicBezTo>
                    <a:pt x="2042" y="2962"/>
                    <a:pt x="1964" y="2944"/>
                    <a:pt x="1908" y="2907"/>
                  </a:cubicBezTo>
                  <a:cubicBezTo>
                    <a:pt x="1733" y="2847"/>
                    <a:pt x="1271" y="2676"/>
                    <a:pt x="809" y="2135"/>
                  </a:cubicBezTo>
                  <a:cubicBezTo>
                    <a:pt x="522" y="1789"/>
                    <a:pt x="328" y="1424"/>
                    <a:pt x="231" y="1096"/>
                  </a:cubicBezTo>
                  <a:cubicBezTo>
                    <a:pt x="134" y="791"/>
                    <a:pt x="116" y="518"/>
                    <a:pt x="134" y="366"/>
                  </a:cubicBezTo>
                  <a:cubicBezTo>
                    <a:pt x="176" y="213"/>
                    <a:pt x="231" y="116"/>
                    <a:pt x="328" y="98"/>
                  </a:cubicBezTo>
                  <a:cubicBezTo>
                    <a:pt x="341" y="94"/>
                    <a:pt x="355" y="92"/>
                    <a:pt x="369" y="92"/>
                  </a:cubicBezTo>
                  <a:cubicBezTo>
                    <a:pt x="439" y="92"/>
                    <a:pt x="523" y="142"/>
                    <a:pt x="638" y="269"/>
                  </a:cubicBezTo>
                  <a:cubicBezTo>
                    <a:pt x="906" y="560"/>
                    <a:pt x="984" y="828"/>
                    <a:pt x="1599" y="1290"/>
                  </a:cubicBezTo>
                  <a:cubicBezTo>
                    <a:pt x="1885" y="1521"/>
                    <a:pt x="2079" y="1636"/>
                    <a:pt x="2213" y="1692"/>
                  </a:cubicBezTo>
                  <a:cubicBezTo>
                    <a:pt x="2232" y="1715"/>
                    <a:pt x="2255" y="1733"/>
                    <a:pt x="2273" y="1733"/>
                  </a:cubicBezTo>
                  <a:cubicBezTo>
                    <a:pt x="2292" y="1715"/>
                    <a:pt x="2310" y="1673"/>
                    <a:pt x="2329" y="1636"/>
                  </a:cubicBezTo>
                  <a:cubicBezTo>
                    <a:pt x="2310" y="1636"/>
                    <a:pt x="2292" y="1618"/>
                    <a:pt x="2273" y="1618"/>
                  </a:cubicBezTo>
                  <a:cubicBezTo>
                    <a:pt x="2139" y="1539"/>
                    <a:pt x="1945" y="1424"/>
                    <a:pt x="1654" y="1211"/>
                  </a:cubicBezTo>
                  <a:cubicBezTo>
                    <a:pt x="1058" y="749"/>
                    <a:pt x="1003" y="500"/>
                    <a:pt x="712" y="190"/>
                  </a:cubicBezTo>
                  <a:cubicBezTo>
                    <a:pt x="596" y="56"/>
                    <a:pt x="481" y="1"/>
                    <a:pt x="36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82"/>
            <p:cNvSpPr/>
            <p:nvPr/>
          </p:nvSpPr>
          <p:spPr>
            <a:xfrm>
              <a:off x="6790722" y="1138889"/>
              <a:ext cx="282538" cy="281855"/>
            </a:xfrm>
            <a:custGeom>
              <a:rect b="b" l="l" r="r" t="t"/>
              <a:pathLst>
                <a:path extrusionOk="0" h="2062" w="2067">
                  <a:moveTo>
                    <a:pt x="1103" y="1"/>
                  </a:moveTo>
                  <a:cubicBezTo>
                    <a:pt x="802" y="1"/>
                    <a:pt x="528" y="65"/>
                    <a:pt x="528" y="65"/>
                  </a:cubicBezTo>
                  <a:cubicBezTo>
                    <a:pt x="528" y="65"/>
                    <a:pt x="144" y="139"/>
                    <a:pt x="66" y="448"/>
                  </a:cubicBezTo>
                  <a:cubicBezTo>
                    <a:pt x="1" y="705"/>
                    <a:pt x="257" y="2062"/>
                    <a:pt x="444" y="2062"/>
                  </a:cubicBezTo>
                  <a:cubicBezTo>
                    <a:pt x="482" y="2062"/>
                    <a:pt x="517" y="2005"/>
                    <a:pt x="546" y="1871"/>
                  </a:cubicBezTo>
                  <a:cubicBezTo>
                    <a:pt x="722" y="1081"/>
                    <a:pt x="1683" y="1104"/>
                    <a:pt x="1798" y="892"/>
                  </a:cubicBezTo>
                  <a:cubicBezTo>
                    <a:pt x="1932" y="661"/>
                    <a:pt x="2066" y="351"/>
                    <a:pt x="1664" y="120"/>
                  </a:cubicBezTo>
                  <a:cubicBezTo>
                    <a:pt x="1512" y="28"/>
                    <a:pt x="1302" y="1"/>
                    <a:pt x="1103" y="1"/>
                  </a:cubicBezTo>
                  <a:close/>
                </a:path>
              </a:pathLst>
            </a:custGeom>
            <a:solidFill>
              <a:srgbClr val="AA2C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82"/>
            <p:cNvSpPr/>
            <p:nvPr/>
          </p:nvSpPr>
          <p:spPr>
            <a:xfrm>
              <a:off x="6792089" y="1130825"/>
              <a:ext cx="268596" cy="296481"/>
            </a:xfrm>
            <a:custGeom>
              <a:rect b="b" l="l" r="r" t="t"/>
              <a:pathLst>
                <a:path extrusionOk="0" h="2169" w="1965">
                  <a:moveTo>
                    <a:pt x="943" y="101"/>
                  </a:moveTo>
                  <a:cubicBezTo>
                    <a:pt x="1174" y="101"/>
                    <a:pt x="1460" y="124"/>
                    <a:pt x="1636" y="216"/>
                  </a:cubicBezTo>
                  <a:cubicBezTo>
                    <a:pt x="1825" y="332"/>
                    <a:pt x="1867" y="447"/>
                    <a:pt x="1867" y="563"/>
                  </a:cubicBezTo>
                  <a:cubicBezTo>
                    <a:pt x="1867" y="678"/>
                    <a:pt x="1807" y="794"/>
                    <a:pt x="1752" y="909"/>
                  </a:cubicBezTo>
                  <a:cubicBezTo>
                    <a:pt x="1733" y="951"/>
                    <a:pt x="1654" y="988"/>
                    <a:pt x="1557" y="1025"/>
                  </a:cubicBezTo>
                  <a:cubicBezTo>
                    <a:pt x="1442" y="1085"/>
                    <a:pt x="1308" y="1122"/>
                    <a:pt x="1174" y="1182"/>
                  </a:cubicBezTo>
                  <a:cubicBezTo>
                    <a:pt x="883" y="1297"/>
                    <a:pt x="578" y="1510"/>
                    <a:pt x="499" y="1912"/>
                  </a:cubicBezTo>
                  <a:cubicBezTo>
                    <a:pt x="481" y="2009"/>
                    <a:pt x="439" y="2064"/>
                    <a:pt x="439" y="2064"/>
                  </a:cubicBezTo>
                  <a:lnTo>
                    <a:pt x="421" y="2046"/>
                  </a:lnTo>
                  <a:cubicBezTo>
                    <a:pt x="384" y="1990"/>
                    <a:pt x="305" y="1815"/>
                    <a:pt x="250" y="1625"/>
                  </a:cubicBezTo>
                  <a:cubicBezTo>
                    <a:pt x="208" y="1413"/>
                    <a:pt x="153" y="1182"/>
                    <a:pt x="134" y="969"/>
                  </a:cubicBezTo>
                  <a:cubicBezTo>
                    <a:pt x="116" y="854"/>
                    <a:pt x="93" y="757"/>
                    <a:pt x="93" y="678"/>
                  </a:cubicBezTo>
                  <a:cubicBezTo>
                    <a:pt x="93" y="604"/>
                    <a:pt x="93" y="544"/>
                    <a:pt x="116" y="526"/>
                  </a:cubicBezTo>
                  <a:cubicBezTo>
                    <a:pt x="171" y="258"/>
                    <a:pt x="536" y="161"/>
                    <a:pt x="536" y="161"/>
                  </a:cubicBezTo>
                  <a:cubicBezTo>
                    <a:pt x="536" y="161"/>
                    <a:pt x="712" y="124"/>
                    <a:pt x="943" y="101"/>
                  </a:cubicBezTo>
                  <a:close/>
                  <a:moveTo>
                    <a:pt x="1102" y="0"/>
                  </a:moveTo>
                  <a:cubicBezTo>
                    <a:pt x="1047" y="0"/>
                    <a:pt x="993" y="3"/>
                    <a:pt x="943" y="8"/>
                  </a:cubicBezTo>
                  <a:cubicBezTo>
                    <a:pt x="693" y="27"/>
                    <a:pt x="499" y="64"/>
                    <a:pt x="499" y="64"/>
                  </a:cubicBezTo>
                  <a:cubicBezTo>
                    <a:pt x="499" y="64"/>
                    <a:pt x="93" y="161"/>
                    <a:pt x="0" y="489"/>
                  </a:cubicBezTo>
                  <a:lnTo>
                    <a:pt x="0" y="701"/>
                  </a:lnTo>
                  <a:cubicBezTo>
                    <a:pt x="0" y="775"/>
                    <a:pt x="19" y="872"/>
                    <a:pt x="19" y="969"/>
                  </a:cubicBezTo>
                  <a:cubicBezTo>
                    <a:pt x="56" y="1182"/>
                    <a:pt x="93" y="1431"/>
                    <a:pt x="153" y="1644"/>
                  </a:cubicBezTo>
                  <a:cubicBezTo>
                    <a:pt x="208" y="1856"/>
                    <a:pt x="268" y="2027"/>
                    <a:pt x="347" y="2124"/>
                  </a:cubicBezTo>
                  <a:cubicBezTo>
                    <a:pt x="365" y="2143"/>
                    <a:pt x="384" y="2161"/>
                    <a:pt x="421" y="2161"/>
                  </a:cubicBezTo>
                  <a:cubicBezTo>
                    <a:pt x="426" y="2167"/>
                    <a:pt x="434" y="2169"/>
                    <a:pt x="442" y="2169"/>
                  </a:cubicBezTo>
                  <a:cubicBezTo>
                    <a:pt x="462" y="2169"/>
                    <a:pt x="486" y="2156"/>
                    <a:pt x="499" y="2143"/>
                  </a:cubicBezTo>
                  <a:cubicBezTo>
                    <a:pt x="555" y="2106"/>
                    <a:pt x="578" y="2046"/>
                    <a:pt x="596" y="1949"/>
                  </a:cubicBezTo>
                  <a:cubicBezTo>
                    <a:pt x="670" y="1565"/>
                    <a:pt x="943" y="1394"/>
                    <a:pt x="1211" y="1279"/>
                  </a:cubicBezTo>
                  <a:cubicBezTo>
                    <a:pt x="1345" y="1219"/>
                    <a:pt x="1479" y="1182"/>
                    <a:pt x="1594" y="1122"/>
                  </a:cubicBezTo>
                  <a:cubicBezTo>
                    <a:pt x="1710" y="1085"/>
                    <a:pt x="1807" y="1048"/>
                    <a:pt x="1849" y="969"/>
                  </a:cubicBezTo>
                  <a:cubicBezTo>
                    <a:pt x="1904" y="854"/>
                    <a:pt x="1964" y="720"/>
                    <a:pt x="1964" y="563"/>
                  </a:cubicBezTo>
                  <a:cubicBezTo>
                    <a:pt x="1964" y="410"/>
                    <a:pt x="1886" y="258"/>
                    <a:pt x="1691" y="142"/>
                  </a:cubicBezTo>
                  <a:cubicBezTo>
                    <a:pt x="1525" y="37"/>
                    <a:pt x="1302" y="0"/>
                    <a:pt x="110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82"/>
            <p:cNvSpPr/>
            <p:nvPr/>
          </p:nvSpPr>
          <p:spPr>
            <a:xfrm>
              <a:off x="5915357" y="865098"/>
              <a:ext cx="439732" cy="569451"/>
            </a:xfrm>
            <a:custGeom>
              <a:rect b="b" l="l" r="r" t="t"/>
              <a:pathLst>
                <a:path extrusionOk="0" h="4166" w="3217">
                  <a:moveTo>
                    <a:pt x="2719" y="0"/>
                  </a:moveTo>
                  <a:cubicBezTo>
                    <a:pt x="2078" y="0"/>
                    <a:pt x="819" y="24"/>
                    <a:pt x="731" y="81"/>
                  </a:cubicBezTo>
                  <a:cubicBezTo>
                    <a:pt x="616" y="159"/>
                    <a:pt x="1" y="950"/>
                    <a:pt x="250" y="2202"/>
                  </a:cubicBezTo>
                  <a:cubicBezTo>
                    <a:pt x="482" y="3472"/>
                    <a:pt x="907" y="4165"/>
                    <a:pt x="907" y="4165"/>
                  </a:cubicBezTo>
                  <a:lnTo>
                    <a:pt x="1849" y="4050"/>
                  </a:lnTo>
                  <a:cubicBezTo>
                    <a:pt x="1849" y="4050"/>
                    <a:pt x="1655" y="2950"/>
                    <a:pt x="2002" y="1837"/>
                  </a:cubicBezTo>
                  <a:cubicBezTo>
                    <a:pt x="2371" y="737"/>
                    <a:pt x="2926" y="196"/>
                    <a:pt x="3004" y="159"/>
                  </a:cubicBezTo>
                  <a:cubicBezTo>
                    <a:pt x="3044" y="141"/>
                    <a:pt x="3092" y="136"/>
                    <a:pt x="3131" y="136"/>
                  </a:cubicBezTo>
                  <a:cubicBezTo>
                    <a:pt x="3170" y="136"/>
                    <a:pt x="3198" y="141"/>
                    <a:pt x="3198" y="141"/>
                  </a:cubicBezTo>
                  <a:cubicBezTo>
                    <a:pt x="3198" y="141"/>
                    <a:pt x="3217" y="44"/>
                    <a:pt x="3083" y="7"/>
                  </a:cubicBezTo>
                  <a:cubicBezTo>
                    <a:pt x="3056" y="3"/>
                    <a:pt x="2917" y="0"/>
                    <a:pt x="27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82"/>
            <p:cNvSpPr/>
            <p:nvPr/>
          </p:nvSpPr>
          <p:spPr>
            <a:xfrm>
              <a:off x="5926156" y="857717"/>
              <a:ext cx="433991" cy="584350"/>
            </a:xfrm>
            <a:custGeom>
              <a:rect b="b" l="l" r="r" t="t"/>
              <a:pathLst>
                <a:path extrusionOk="0" h="4275" w="3175">
                  <a:moveTo>
                    <a:pt x="2597" y="98"/>
                  </a:moveTo>
                  <a:cubicBezTo>
                    <a:pt x="2713" y="116"/>
                    <a:pt x="2810" y="116"/>
                    <a:pt x="2870" y="116"/>
                  </a:cubicBezTo>
                  <a:lnTo>
                    <a:pt x="3004" y="116"/>
                  </a:lnTo>
                  <a:cubicBezTo>
                    <a:pt x="3041" y="135"/>
                    <a:pt x="3041" y="135"/>
                    <a:pt x="3041" y="158"/>
                  </a:cubicBezTo>
                  <a:cubicBezTo>
                    <a:pt x="3016" y="158"/>
                    <a:pt x="2990" y="148"/>
                    <a:pt x="2958" y="148"/>
                  </a:cubicBezTo>
                  <a:cubicBezTo>
                    <a:pt x="2942" y="148"/>
                    <a:pt x="2925" y="150"/>
                    <a:pt x="2907" y="158"/>
                  </a:cubicBezTo>
                  <a:cubicBezTo>
                    <a:pt x="2888" y="176"/>
                    <a:pt x="2870" y="195"/>
                    <a:pt x="2847" y="213"/>
                  </a:cubicBezTo>
                  <a:cubicBezTo>
                    <a:pt x="2810" y="232"/>
                    <a:pt x="2791" y="250"/>
                    <a:pt x="2754" y="292"/>
                  </a:cubicBezTo>
                  <a:cubicBezTo>
                    <a:pt x="2676" y="366"/>
                    <a:pt x="2579" y="481"/>
                    <a:pt x="2482" y="620"/>
                  </a:cubicBezTo>
                  <a:cubicBezTo>
                    <a:pt x="2292" y="906"/>
                    <a:pt x="2061" y="1313"/>
                    <a:pt x="1886" y="1868"/>
                  </a:cubicBezTo>
                  <a:cubicBezTo>
                    <a:pt x="1539" y="2949"/>
                    <a:pt x="1715" y="3970"/>
                    <a:pt x="1715" y="4044"/>
                  </a:cubicBezTo>
                  <a:lnTo>
                    <a:pt x="865" y="4159"/>
                  </a:lnTo>
                  <a:cubicBezTo>
                    <a:pt x="828" y="4122"/>
                    <a:pt x="444" y="3466"/>
                    <a:pt x="213" y="2256"/>
                  </a:cubicBezTo>
                  <a:cubicBezTo>
                    <a:pt x="98" y="1637"/>
                    <a:pt x="190" y="1137"/>
                    <a:pt x="329" y="772"/>
                  </a:cubicBezTo>
                  <a:cubicBezTo>
                    <a:pt x="384" y="597"/>
                    <a:pt x="463" y="463"/>
                    <a:pt x="537" y="347"/>
                  </a:cubicBezTo>
                  <a:cubicBezTo>
                    <a:pt x="597" y="250"/>
                    <a:pt x="675" y="195"/>
                    <a:pt x="675" y="176"/>
                  </a:cubicBezTo>
                  <a:cubicBezTo>
                    <a:pt x="675" y="183"/>
                    <a:pt x="677" y="185"/>
                    <a:pt x="681" y="185"/>
                  </a:cubicBezTo>
                  <a:cubicBezTo>
                    <a:pt x="687" y="185"/>
                    <a:pt x="700" y="176"/>
                    <a:pt x="712" y="176"/>
                  </a:cubicBezTo>
                  <a:cubicBezTo>
                    <a:pt x="731" y="176"/>
                    <a:pt x="749" y="176"/>
                    <a:pt x="791" y="158"/>
                  </a:cubicBezTo>
                  <a:cubicBezTo>
                    <a:pt x="846" y="158"/>
                    <a:pt x="943" y="158"/>
                    <a:pt x="1059" y="135"/>
                  </a:cubicBezTo>
                  <a:cubicBezTo>
                    <a:pt x="1271" y="135"/>
                    <a:pt x="1558" y="116"/>
                    <a:pt x="1830" y="116"/>
                  </a:cubicBezTo>
                  <a:cubicBezTo>
                    <a:pt x="2117" y="116"/>
                    <a:pt x="2385" y="98"/>
                    <a:pt x="2597" y="98"/>
                  </a:cubicBezTo>
                  <a:close/>
                  <a:moveTo>
                    <a:pt x="1830" y="1"/>
                  </a:moveTo>
                  <a:cubicBezTo>
                    <a:pt x="1539" y="19"/>
                    <a:pt x="1271" y="19"/>
                    <a:pt x="1059" y="42"/>
                  </a:cubicBezTo>
                  <a:cubicBezTo>
                    <a:pt x="943" y="42"/>
                    <a:pt x="846" y="61"/>
                    <a:pt x="768" y="61"/>
                  </a:cubicBezTo>
                  <a:cubicBezTo>
                    <a:pt x="731" y="61"/>
                    <a:pt x="712" y="61"/>
                    <a:pt x="694" y="79"/>
                  </a:cubicBezTo>
                  <a:cubicBezTo>
                    <a:pt x="652" y="79"/>
                    <a:pt x="634" y="79"/>
                    <a:pt x="615" y="98"/>
                  </a:cubicBezTo>
                  <a:cubicBezTo>
                    <a:pt x="578" y="116"/>
                    <a:pt x="518" y="195"/>
                    <a:pt x="444" y="292"/>
                  </a:cubicBezTo>
                  <a:cubicBezTo>
                    <a:pt x="366" y="407"/>
                    <a:pt x="287" y="560"/>
                    <a:pt x="232" y="736"/>
                  </a:cubicBezTo>
                  <a:cubicBezTo>
                    <a:pt x="74" y="1101"/>
                    <a:pt x="1" y="1637"/>
                    <a:pt x="116" y="2274"/>
                  </a:cubicBezTo>
                  <a:cubicBezTo>
                    <a:pt x="366" y="3545"/>
                    <a:pt x="791" y="4256"/>
                    <a:pt x="791" y="4256"/>
                  </a:cubicBezTo>
                  <a:lnTo>
                    <a:pt x="809" y="4275"/>
                  </a:lnTo>
                  <a:lnTo>
                    <a:pt x="1830" y="4141"/>
                  </a:lnTo>
                  <a:lnTo>
                    <a:pt x="1830" y="4085"/>
                  </a:lnTo>
                  <a:cubicBezTo>
                    <a:pt x="1830" y="4085"/>
                    <a:pt x="1636" y="3004"/>
                    <a:pt x="1983" y="1909"/>
                  </a:cubicBezTo>
                  <a:cubicBezTo>
                    <a:pt x="2154" y="1350"/>
                    <a:pt x="2385" y="943"/>
                    <a:pt x="2579" y="675"/>
                  </a:cubicBezTo>
                  <a:cubicBezTo>
                    <a:pt x="2676" y="541"/>
                    <a:pt x="2754" y="444"/>
                    <a:pt x="2828" y="366"/>
                  </a:cubicBezTo>
                  <a:lnTo>
                    <a:pt x="2907" y="292"/>
                  </a:lnTo>
                  <a:lnTo>
                    <a:pt x="2944" y="250"/>
                  </a:lnTo>
                  <a:cubicBezTo>
                    <a:pt x="2970" y="244"/>
                    <a:pt x="2996" y="242"/>
                    <a:pt x="3019" y="242"/>
                  </a:cubicBezTo>
                  <a:cubicBezTo>
                    <a:pt x="3066" y="242"/>
                    <a:pt x="3101" y="250"/>
                    <a:pt x="3101" y="250"/>
                  </a:cubicBezTo>
                  <a:lnTo>
                    <a:pt x="3156" y="250"/>
                  </a:lnTo>
                  <a:lnTo>
                    <a:pt x="3156" y="213"/>
                  </a:lnTo>
                  <a:cubicBezTo>
                    <a:pt x="3156" y="213"/>
                    <a:pt x="3175" y="176"/>
                    <a:pt x="3156" y="116"/>
                  </a:cubicBezTo>
                  <a:cubicBezTo>
                    <a:pt x="3138" y="79"/>
                    <a:pt x="3101" y="42"/>
                    <a:pt x="3022" y="19"/>
                  </a:cubicBezTo>
                  <a:lnTo>
                    <a:pt x="2962" y="19"/>
                  </a:lnTo>
                  <a:cubicBezTo>
                    <a:pt x="2944" y="1"/>
                    <a:pt x="2907" y="1"/>
                    <a:pt x="288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82"/>
            <p:cNvSpPr/>
            <p:nvPr/>
          </p:nvSpPr>
          <p:spPr>
            <a:xfrm>
              <a:off x="5944472" y="1118659"/>
              <a:ext cx="976513" cy="732658"/>
            </a:xfrm>
            <a:custGeom>
              <a:rect b="b" l="l" r="r" t="t"/>
              <a:pathLst>
                <a:path extrusionOk="0" h="5360" w="7144">
                  <a:moveTo>
                    <a:pt x="2657" y="0"/>
                  </a:moveTo>
                  <a:cubicBezTo>
                    <a:pt x="2657" y="0"/>
                    <a:pt x="2870" y="1174"/>
                    <a:pt x="2542" y="1654"/>
                  </a:cubicBezTo>
                  <a:cubicBezTo>
                    <a:pt x="2195" y="2135"/>
                    <a:pt x="1521" y="2153"/>
                    <a:pt x="1521" y="2153"/>
                  </a:cubicBezTo>
                  <a:cubicBezTo>
                    <a:pt x="1521" y="2153"/>
                    <a:pt x="1318" y="1886"/>
                    <a:pt x="975" y="1886"/>
                  </a:cubicBezTo>
                  <a:cubicBezTo>
                    <a:pt x="858" y="1886"/>
                    <a:pt x="725" y="1917"/>
                    <a:pt x="578" y="2001"/>
                  </a:cubicBezTo>
                  <a:cubicBezTo>
                    <a:pt x="1" y="2329"/>
                    <a:pt x="135" y="3156"/>
                    <a:pt x="541" y="3387"/>
                  </a:cubicBezTo>
                  <a:cubicBezTo>
                    <a:pt x="661" y="3447"/>
                    <a:pt x="777" y="3469"/>
                    <a:pt x="883" y="3469"/>
                  </a:cubicBezTo>
                  <a:cubicBezTo>
                    <a:pt x="1151" y="3469"/>
                    <a:pt x="1350" y="3332"/>
                    <a:pt x="1350" y="3332"/>
                  </a:cubicBezTo>
                  <a:lnTo>
                    <a:pt x="1350" y="3332"/>
                  </a:lnTo>
                  <a:cubicBezTo>
                    <a:pt x="1350" y="3332"/>
                    <a:pt x="1211" y="3812"/>
                    <a:pt x="1812" y="4427"/>
                  </a:cubicBezTo>
                  <a:cubicBezTo>
                    <a:pt x="2272" y="4886"/>
                    <a:pt x="3065" y="5359"/>
                    <a:pt x="4122" y="5359"/>
                  </a:cubicBezTo>
                  <a:cubicBezTo>
                    <a:pt x="4478" y="5359"/>
                    <a:pt x="4864" y="5305"/>
                    <a:pt x="5277" y="5180"/>
                  </a:cubicBezTo>
                  <a:cubicBezTo>
                    <a:pt x="6931" y="4676"/>
                    <a:pt x="7144" y="3174"/>
                    <a:pt x="6950" y="2213"/>
                  </a:cubicBezTo>
                  <a:cubicBezTo>
                    <a:pt x="6779" y="1252"/>
                    <a:pt x="6719" y="213"/>
                    <a:pt x="6719" y="213"/>
                  </a:cubicBezTo>
                  <a:cubicBezTo>
                    <a:pt x="6719" y="213"/>
                    <a:pt x="6336" y="157"/>
                    <a:pt x="5789" y="157"/>
                  </a:cubicBezTo>
                  <a:cubicBezTo>
                    <a:pt x="5420" y="157"/>
                    <a:pt x="4975" y="182"/>
                    <a:pt x="4524" y="268"/>
                  </a:cubicBezTo>
                  <a:cubicBezTo>
                    <a:pt x="4330" y="302"/>
                    <a:pt x="4147" y="316"/>
                    <a:pt x="3977" y="316"/>
                  </a:cubicBezTo>
                  <a:cubicBezTo>
                    <a:pt x="3169" y="316"/>
                    <a:pt x="2657" y="0"/>
                    <a:pt x="2657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82"/>
            <p:cNvSpPr/>
            <p:nvPr/>
          </p:nvSpPr>
          <p:spPr>
            <a:xfrm>
              <a:off x="5960328" y="1105400"/>
              <a:ext cx="955053" cy="753435"/>
            </a:xfrm>
            <a:custGeom>
              <a:rect b="b" l="l" r="r" t="t"/>
              <a:pathLst>
                <a:path extrusionOk="0" h="5512" w="6987">
                  <a:moveTo>
                    <a:pt x="2597" y="171"/>
                  </a:moveTo>
                  <a:lnTo>
                    <a:pt x="2597" y="171"/>
                  </a:lnTo>
                  <a:cubicBezTo>
                    <a:pt x="2688" y="219"/>
                    <a:pt x="3121" y="458"/>
                    <a:pt x="3814" y="458"/>
                  </a:cubicBezTo>
                  <a:cubicBezTo>
                    <a:pt x="3995" y="458"/>
                    <a:pt x="4193" y="442"/>
                    <a:pt x="4408" y="402"/>
                  </a:cubicBezTo>
                  <a:cubicBezTo>
                    <a:pt x="4854" y="324"/>
                    <a:pt x="5287" y="301"/>
                    <a:pt x="5647" y="301"/>
                  </a:cubicBezTo>
                  <a:cubicBezTo>
                    <a:pt x="6157" y="301"/>
                    <a:pt x="6520" y="347"/>
                    <a:pt x="6566" y="347"/>
                  </a:cubicBezTo>
                  <a:cubicBezTo>
                    <a:pt x="6566" y="402"/>
                    <a:pt x="6603" y="1386"/>
                    <a:pt x="6797" y="2310"/>
                  </a:cubicBezTo>
                  <a:cubicBezTo>
                    <a:pt x="6871" y="2791"/>
                    <a:pt x="6871" y="3387"/>
                    <a:pt x="6640" y="3946"/>
                  </a:cubicBezTo>
                  <a:cubicBezTo>
                    <a:pt x="6409" y="4487"/>
                    <a:pt x="5970" y="4967"/>
                    <a:pt x="5161" y="5217"/>
                  </a:cubicBezTo>
                  <a:cubicBezTo>
                    <a:pt x="4736" y="5352"/>
                    <a:pt x="4340" y="5410"/>
                    <a:pt x="3978" y="5410"/>
                  </a:cubicBezTo>
                  <a:cubicBezTo>
                    <a:pt x="2943" y="5410"/>
                    <a:pt x="2174" y="4942"/>
                    <a:pt x="1733" y="4487"/>
                  </a:cubicBezTo>
                  <a:cubicBezTo>
                    <a:pt x="1442" y="4196"/>
                    <a:pt x="1326" y="3928"/>
                    <a:pt x="1289" y="3734"/>
                  </a:cubicBezTo>
                  <a:cubicBezTo>
                    <a:pt x="1252" y="3544"/>
                    <a:pt x="1289" y="3429"/>
                    <a:pt x="1289" y="3429"/>
                  </a:cubicBezTo>
                  <a:lnTo>
                    <a:pt x="1326" y="3290"/>
                  </a:lnTo>
                  <a:lnTo>
                    <a:pt x="1211" y="3368"/>
                  </a:lnTo>
                  <a:cubicBezTo>
                    <a:pt x="1211" y="3368"/>
                    <a:pt x="1021" y="3508"/>
                    <a:pt x="772" y="3508"/>
                  </a:cubicBezTo>
                  <a:cubicBezTo>
                    <a:pt x="675" y="3508"/>
                    <a:pt x="569" y="3487"/>
                    <a:pt x="462" y="3429"/>
                  </a:cubicBezTo>
                  <a:cubicBezTo>
                    <a:pt x="268" y="3332"/>
                    <a:pt x="134" y="3082"/>
                    <a:pt x="116" y="2828"/>
                  </a:cubicBezTo>
                  <a:cubicBezTo>
                    <a:pt x="116" y="2560"/>
                    <a:pt x="213" y="2292"/>
                    <a:pt x="481" y="2135"/>
                  </a:cubicBezTo>
                  <a:cubicBezTo>
                    <a:pt x="615" y="2059"/>
                    <a:pt x="735" y="2030"/>
                    <a:pt x="841" y="2030"/>
                  </a:cubicBezTo>
                  <a:cubicBezTo>
                    <a:pt x="947" y="2030"/>
                    <a:pt x="1040" y="2059"/>
                    <a:pt x="1118" y="2098"/>
                  </a:cubicBezTo>
                  <a:cubicBezTo>
                    <a:pt x="1271" y="2176"/>
                    <a:pt x="1368" y="2273"/>
                    <a:pt x="1368" y="2273"/>
                  </a:cubicBezTo>
                  <a:lnTo>
                    <a:pt x="1386" y="2292"/>
                  </a:lnTo>
                  <a:lnTo>
                    <a:pt x="1405" y="2292"/>
                  </a:lnTo>
                  <a:cubicBezTo>
                    <a:pt x="1405" y="2292"/>
                    <a:pt x="2098" y="2292"/>
                    <a:pt x="2463" y="1788"/>
                  </a:cubicBezTo>
                  <a:cubicBezTo>
                    <a:pt x="2638" y="1520"/>
                    <a:pt x="2675" y="1095"/>
                    <a:pt x="2657" y="749"/>
                  </a:cubicBezTo>
                  <a:cubicBezTo>
                    <a:pt x="2657" y="444"/>
                    <a:pt x="2620" y="250"/>
                    <a:pt x="2597" y="171"/>
                  </a:cubicBezTo>
                  <a:close/>
                  <a:moveTo>
                    <a:pt x="2463" y="0"/>
                  </a:moveTo>
                  <a:lnTo>
                    <a:pt x="2481" y="116"/>
                  </a:lnTo>
                  <a:cubicBezTo>
                    <a:pt x="2481" y="116"/>
                    <a:pt x="2541" y="402"/>
                    <a:pt x="2560" y="749"/>
                  </a:cubicBezTo>
                  <a:cubicBezTo>
                    <a:pt x="2560" y="1095"/>
                    <a:pt x="2541" y="1502"/>
                    <a:pt x="2366" y="1733"/>
                  </a:cubicBezTo>
                  <a:cubicBezTo>
                    <a:pt x="2061" y="2176"/>
                    <a:pt x="1442" y="2195"/>
                    <a:pt x="1405" y="2195"/>
                  </a:cubicBezTo>
                  <a:cubicBezTo>
                    <a:pt x="1386" y="2176"/>
                    <a:pt x="1326" y="2079"/>
                    <a:pt x="1174" y="2001"/>
                  </a:cubicBezTo>
                  <a:cubicBezTo>
                    <a:pt x="1077" y="1964"/>
                    <a:pt x="966" y="1935"/>
                    <a:pt x="841" y="1935"/>
                  </a:cubicBezTo>
                  <a:cubicBezTo>
                    <a:pt x="716" y="1935"/>
                    <a:pt x="578" y="1964"/>
                    <a:pt x="425" y="2042"/>
                  </a:cubicBezTo>
                  <a:cubicBezTo>
                    <a:pt x="116" y="2213"/>
                    <a:pt x="0" y="2541"/>
                    <a:pt x="19" y="2828"/>
                  </a:cubicBezTo>
                  <a:cubicBezTo>
                    <a:pt x="37" y="3119"/>
                    <a:pt x="171" y="3405"/>
                    <a:pt x="402" y="3521"/>
                  </a:cubicBezTo>
                  <a:cubicBezTo>
                    <a:pt x="543" y="3592"/>
                    <a:pt x="673" y="3616"/>
                    <a:pt x="787" y="3616"/>
                  </a:cubicBezTo>
                  <a:cubicBezTo>
                    <a:pt x="985" y="3616"/>
                    <a:pt x="1130" y="3541"/>
                    <a:pt x="1192" y="3502"/>
                  </a:cubicBezTo>
                  <a:lnTo>
                    <a:pt x="1192" y="3502"/>
                  </a:lnTo>
                  <a:cubicBezTo>
                    <a:pt x="1174" y="3544"/>
                    <a:pt x="1155" y="3600"/>
                    <a:pt x="1192" y="3752"/>
                  </a:cubicBezTo>
                  <a:cubicBezTo>
                    <a:pt x="1234" y="3965"/>
                    <a:pt x="1368" y="4256"/>
                    <a:pt x="1673" y="4561"/>
                  </a:cubicBezTo>
                  <a:cubicBezTo>
                    <a:pt x="2122" y="5038"/>
                    <a:pt x="2933" y="5512"/>
                    <a:pt x="4008" y="5512"/>
                  </a:cubicBezTo>
                  <a:cubicBezTo>
                    <a:pt x="4370" y="5512"/>
                    <a:pt x="4762" y="5458"/>
                    <a:pt x="5180" y="5332"/>
                  </a:cubicBezTo>
                  <a:cubicBezTo>
                    <a:pt x="6025" y="5064"/>
                    <a:pt x="6506" y="4542"/>
                    <a:pt x="6737" y="3983"/>
                  </a:cubicBezTo>
                  <a:cubicBezTo>
                    <a:pt x="6986" y="3405"/>
                    <a:pt x="6986" y="2791"/>
                    <a:pt x="6894" y="2292"/>
                  </a:cubicBezTo>
                  <a:cubicBezTo>
                    <a:pt x="6700" y="1349"/>
                    <a:pt x="6663" y="310"/>
                    <a:pt x="6663" y="310"/>
                  </a:cubicBezTo>
                  <a:lnTo>
                    <a:pt x="6663" y="250"/>
                  </a:lnTo>
                  <a:lnTo>
                    <a:pt x="6603" y="250"/>
                  </a:lnTo>
                  <a:cubicBezTo>
                    <a:pt x="6603" y="250"/>
                    <a:pt x="6241" y="205"/>
                    <a:pt x="5715" y="205"/>
                  </a:cubicBezTo>
                  <a:cubicBezTo>
                    <a:pt x="5334" y="205"/>
                    <a:pt x="4867" y="228"/>
                    <a:pt x="4390" y="310"/>
                  </a:cubicBezTo>
                  <a:cubicBezTo>
                    <a:pt x="4196" y="343"/>
                    <a:pt x="4014" y="357"/>
                    <a:pt x="3845" y="357"/>
                  </a:cubicBezTo>
                  <a:cubicBezTo>
                    <a:pt x="3056" y="357"/>
                    <a:pt x="2560" y="56"/>
                    <a:pt x="2560" y="56"/>
                  </a:cubicBezTo>
                  <a:lnTo>
                    <a:pt x="2463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82"/>
            <p:cNvSpPr/>
            <p:nvPr/>
          </p:nvSpPr>
          <p:spPr>
            <a:xfrm>
              <a:off x="6015278" y="1428674"/>
              <a:ext cx="110582" cy="110719"/>
            </a:xfrm>
            <a:custGeom>
              <a:rect b="b" l="l" r="r" t="t"/>
              <a:pathLst>
                <a:path extrusionOk="0" h="810" w="809">
                  <a:moveTo>
                    <a:pt x="407" y="1"/>
                  </a:moveTo>
                  <a:cubicBezTo>
                    <a:pt x="176" y="1"/>
                    <a:pt x="0" y="195"/>
                    <a:pt x="0" y="407"/>
                  </a:cubicBezTo>
                  <a:cubicBezTo>
                    <a:pt x="0" y="638"/>
                    <a:pt x="176" y="809"/>
                    <a:pt x="407" y="809"/>
                  </a:cubicBezTo>
                  <a:cubicBezTo>
                    <a:pt x="619" y="809"/>
                    <a:pt x="809" y="638"/>
                    <a:pt x="809" y="407"/>
                  </a:cubicBezTo>
                  <a:cubicBezTo>
                    <a:pt x="809" y="195"/>
                    <a:pt x="619" y="1"/>
                    <a:pt x="407" y="1"/>
                  </a:cubicBezTo>
                  <a:close/>
                </a:path>
              </a:pathLst>
            </a:custGeom>
            <a:solidFill>
              <a:srgbClr val="FFCB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82"/>
            <p:cNvSpPr/>
            <p:nvPr/>
          </p:nvSpPr>
          <p:spPr>
            <a:xfrm>
              <a:off x="6007623" y="1423616"/>
              <a:ext cx="123978" cy="123978"/>
            </a:xfrm>
            <a:custGeom>
              <a:rect b="b" l="l" r="r" t="t"/>
              <a:pathLst>
                <a:path extrusionOk="0" h="907" w="907">
                  <a:moveTo>
                    <a:pt x="463" y="98"/>
                  </a:moveTo>
                  <a:cubicBezTo>
                    <a:pt x="657" y="98"/>
                    <a:pt x="809" y="250"/>
                    <a:pt x="809" y="444"/>
                  </a:cubicBezTo>
                  <a:cubicBezTo>
                    <a:pt x="809" y="639"/>
                    <a:pt x="657" y="791"/>
                    <a:pt x="463" y="791"/>
                  </a:cubicBezTo>
                  <a:cubicBezTo>
                    <a:pt x="269" y="791"/>
                    <a:pt x="116" y="639"/>
                    <a:pt x="116" y="444"/>
                  </a:cubicBezTo>
                  <a:cubicBezTo>
                    <a:pt x="116" y="250"/>
                    <a:pt x="269" y="98"/>
                    <a:pt x="463" y="98"/>
                  </a:cubicBezTo>
                  <a:close/>
                  <a:moveTo>
                    <a:pt x="463" y="1"/>
                  </a:moveTo>
                  <a:cubicBezTo>
                    <a:pt x="213" y="1"/>
                    <a:pt x="1" y="195"/>
                    <a:pt x="1" y="444"/>
                  </a:cubicBezTo>
                  <a:cubicBezTo>
                    <a:pt x="1" y="694"/>
                    <a:pt x="213" y="906"/>
                    <a:pt x="463" y="906"/>
                  </a:cubicBezTo>
                  <a:cubicBezTo>
                    <a:pt x="712" y="906"/>
                    <a:pt x="906" y="694"/>
                    <a:pt x="906" y="444"/>
                  </a:cubicBezTo>
                  <a:cubicBezTo>
                    <a:pt x="906" y="195"/>
                    <a:pt x="712" y="1"/>
                    <a:pt x="46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82"/>
            <p:cNvSpPr/>
            <p:nvPr/>
          </p:nvSpPr>
          <p:spPr>
            <a:xfrm>
              <a:off x="6420701" y="1352947"/>
              <a:ext cx="47431" cy="91719"/>
            </a:xfrm>
            <a:custGeom>
              <a:rect b="b" l="l" r="r" t="t"/>
              <a:pathLst>
                <a:path extrusionOk="0" h="671" w="347">
                  <a:moveTo>
                    <a:pt x="176" y="0"/>
                  </a:moveTo>
                  <a:cubicBezTo>
                    <a:pt x="79" y="0"/>
                    <a:pt x="0" y="153"/>
                    <a:pt x="0" y="324"/>
                  </a:cubicBezTo>
                  <a:cubicBezTo>
                    <a:pt x="0" y="518"/>
                    <a:pt x="79" y="670"/>
                    <a:pt x="176" y="670"/>
                  </a:cubicBezTo>
                  <a:cubicBezTo>
                    <a:pt x="268" y="670"/>
                    <a:pt x="347" y="518"/>
                    <a:pt x="347" y="324"/>
                  </a:cubicBezTo>
                  <a:cubicBezTo>
                    <a:pt x="347" y="153"/>
                    <a:pt x="268" y="0"/>
                    <a:pt x="17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82"/>
            <p:cNvSpPr/>
            <p:nvPr/>
          </p:nvSpPr>
          <p:spPr>
            <a:xfrm>
              <a:off x="6749715" y="1352947"/>
              <a:ext cx="50029" cy="91719"/>
            </a:xfrm>
            <a:custGeom>
              <a:rect b="b" l="l" r="r" t="t"/>
              <a:pathLst>
                <a:path extrusionOk="0" h="671" w="366">
                  <a:moveTo>
                    <a:pt x="195" y="0"/>
                  </a:moveTo>
                  <a:cubicBezTo>
                    <a:pt x="98" y="0"/>
                    <a:pt x="1" y="153"/>
                    <a:pt x="1" y="324"/>
                  </a:cubicBezTo>
                  <a:cubicBezTo>
                    <a:pt x="1" y="518"/>
                    <a:pt x="98" y="670"/>
                    <a:pt x="195" y="670"/>
                  </a:cubicBezTo>
                  <a:cubicBezTo>
                    <a:pt x="287" y="670"/>
                    <a:pt x="366" y="518"/>
                    <a:pt x="366" y="324"/>
                  </a:cubicBezTo>
                  <a:cubicBezTo>
                    <a:pt x="366" y="153"/>
                    <a:pt x="287" y="0"/>
                    <a:pt x="1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82"/>
            <p:cNvSpPr/>
            <p:nvPr/>
          </p:nvSpPr>
          <p:spPr>
            <a:xfrm>
              <a:off x="6662643" y="1423616"/>
              <a:ext cx="55633" cy="75180"/>
            </a:xfrm>
            <a:custGeom>
              <a:rect b="b" l="l" r="r" t="t"/>
              <a:pathLst>
                <a:path extrusionOk="0" h="550" w="407">
                  <a:moveTo>
                    <a:pt x="97" y="1"/>
                  </a:moveTo>
                  <a:cubicBezTo>
                    <a:pt x="79" y="1"/>
                    <a:pt x="42" y="19"/>
                    <a:pt x="42" y="38"/>
                  </a:cubicBezTo>
                  <a:cubicBezTo>
                    <a:pt x="42" y="79"/>
                    <a:pt x="60" y="98"/>
                    <a:pt x="97" y="98"/>
                  </a:cubicBezTo>
                  <a:cubicBezTo>
                    <a:pt x="97" y="98"/>
                    <a:pt x="139" y="98"/>
                    <a:pt x="194" y="135"/>
                  </a:cubicBezTo>
                  <a:cubicBezTo>
                    <a:pt x="254" y="153"/>
                    <a:pt x="291" y="213"/>
                    <a:pt x="291" y="310"/>
                  </a:cubicBezTo>
                  <a:cubicBezTo>
                    <a:pt x="291" y="347"/>
                    <a:pt x="273" y="384"/>
                    <a:pt x="254" y="407"/>
                  </a:cubicBezTo>
                  <a:cubicBezTo>
                    <a:pt x="231" y="426"/>
                    <a:pt x="213" y="444"/>
                    <a:pt x="176" y="444"/>
                  </a:cubicBezTo>
                  <a:cubicBezTo>
                    <a:pt x="163" y="451"/>
                    <a:pt x="148" y="453"/>
                    <a:pt x="134" y="453"/>
                  </a:cubicBezTo>
                  <a:cubicBezTo>
                    <a:pt x="105" y="453"/>
                    <a:pt x="79" y="444"/>
                    <a:pt x="79" y="444"/>
                  </a:cubicBezTo>
                  <a:cubicBezTo>
                    <a:pt x="42" y="444"/>
                    <a:pt x="23" y="463"/>
                    <a:pt x="23" y="481"/>
                  </a:cubicBezTo>
                  <a:cubicBezTo>
                    <a:pt x="0" y="523"/>
                    <a:pt x="23" y="541"/>
                    <a:pt x="60" y="541"/>
                  </a:cubicBezTo>
                  <a:cubicBezTo>
                    <a:pt x="60" y="541"/>
                    <a:pt x="95" y="550"/>
                    <a:pt x="140" y="550"/>
                  </a:cubicBezTo>
                  <a:cubicBezTo>
                    <a:pt x="163" y="550"/>
                    <a:pt x="188" y="548"/>
                    <a:pt x="213" y="541"/>
                  </a:cubicBezTo>
                  <a:cubicBezTo>
                    <a:pt x="254" y="541"/>
                    <a:pt x="291" y="523"/>
                    <a:pt x="328" y="481"/>
                  </a:cubicBezTo>
                  <a:cubicBezTo>
                    <a:pt x="370" y="444"/>
                    <a:pt x="388" y="384"/>
                    <a:pt x="388" y="310"/>
                  </a:cubicBezTo>
                  <a:cubicBezTo>
                    <a:pt x="407" y="176"/>
                    <a:pt x="328" y="79"/>
                    <a:pt x="254" y="38"/>
                  </a:cubicBezTo>
                  <a:cubicBezTo>
                    <a:pt x="176" y="1"/>
                    <a:pt x="97" y="1"/>
                    <a:pt x="97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82"/>
            <p:cNvSpPr/>
            <p:nvPr/>
          </p:nvSpPr>
          <p:spPr>
            <a:xfrm>
              <a:off x="6458701" y="1497293"/>
              <a:ext cx="282948" cy="180567"/>
            </a:xfrm>
            <a:custGeom>
              <a:rect b="b" l="l" r="r" t="t"/>
              <a:pathLst>
                <a:path extrusionOk="0" h="1321" w="2070">
                  <a:moveTo>
                    <a:pt x="206" y="1"/>
                  </a:moveTo>
                  <a:cubicBezTo>
                    <a:pt x="47" y="1"/>
                    <a:pt x="0" y="610"/>
                    <a:pt x="300" y="964"/>
                  </a:cubicBezTo>
                  <a:cubicBezTo>
                    <a:pt x="499" y="1213"/>
                    <a:pt x="795" y="1320"/>
                    <a:pt x="1079" y="1320"/>
                  </a:cubicBezTo>
                  <a:cubicBezTo>
                    <a:pt x="1211" y="1320"/>
                    <a:pt x="1340" y="1297"/>
                    <a:pt x="1455" y="1255"/>
                  </a:cubicBezTo>
                  <a:cubicBezTo>
                    <a:pt x="1820" y="1116"/>
                    <a:pt x="1996" y="885"/>
                    <a:pt x="2033" y="696"/>
                  </a:cubicBezTo>
                  <a:cubicBezTo>
                    <a:pt x="2070" y="501"/>
                    <a:pt x="1977" y="483"/>
                    <a:pt x="1839" y="446"/>
                  </a:cubicBezTo>
                  <a:cubicBezTo>
                    <a:pt x="1705" y="404"/>
                    <a:pt x="1187" y="289"/>
                    <a:pt x="1187" y="289"/>
                  </a:cubicBezTo>
                  <a:cubicBezTo>
                    <a:pt x="744" y="192"/>
                    <a:pt x="379" y="21"/>
                    <a:pt x="221" y="2"/>
                  </a:cubicBezTo>
                  <a:cubicBezTo>
                    <a:pt x="216" y="1"/>
                    <a:pt x="211" y="1"/>
                    <a:pt x="206" y="1"/>
                  </a:cubicBezTo>
                  <a:close/>
                </a:path>
              </a:pathLst>
            </a:custGeom>
            <a:solidFill>
              <a:srgbClr val="C5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82"/>
            <p:cNvSpPr/>
            <p:nvPr/>
          </p:nvSpPr>
          <p:spPr>
            <a:xfrm>
              <a:off x="6463075" y="1489364"/>
              <a:ext cx="284315" cy="195603"/>
            </a:xfrm>
            <a:custGeom>
              <a:rect b="b" l="l" r="r" t="t"/>
              <a:pathLst>
                <a:path extrusionOk="0" h="1431" w="2080">
                  <a:moveTo>
                    <a:pt x="171" y="97"/>
                  </a:moveTo>
                  <a:cubicBezTo>
                    <a:pt x="250" y="116"/>
                    <a:pt x="384" y="176"/>
                    <a:pt x="559" y="231"/>
                  </a:cubicBezTo>
                  <a:cubicBezTo>
                    <a:pt x="712" y="291"/>
                    <a:pt x="924" y="347"/>
                    <a:pt x="1137" y="407"/>
                  </a:cubicBezTo>
                  <a:cubicBezTo>
                    <a:pt x="1137" y="407"/>
                    <a:pt x="1271" y="425"/>
                    <a:pt x="1405" y="462"/>
                  </a:cubicBezTo>
                  <a:cubicBezTo>
                    <a:pt x="1557" y="504"/>
                    <a:pt x="1733" y="541"/>
                    <a:pt x="1788" y="559"/>
                  </a:cubicBezTo>
                  <a:cubicBezTo>
                    <a:pt x="1848" y="578"/>
                    <a:pt x="1904" y="596"/>
                    <a:pt x="1922" y="620"/>
                  </a:cubicBezTo>
                  <a:cubicBezTo>
                    <a:pt x="1964" y="638"/>
                    <a:pt x="1964" y="657"/>
                    <a:pt x="1945" y="754"/>
                  </a:cubicBezTo>
                  <a:cubicBezTo>
                    <a:pt x="1922" y="906"/>
                    <a:pt x="1751" y="1137"/>
                    <a:pt x="1405" y="1271"/>
                  </a:cubicBezTo>
                  <a:cubicBezTo>
                    <a:pt x="1299" y="1306"/>
                    <a:pt x="1182" y="1326"/>
                    <a:pt x="1063" y="1326"/>
                  </a:cubicBezTo>
                  <a:cubicBezTo>
                    <a:pt x="792" y="1326"/>
                    <a:pt x="507" y="1225"/>
                    <a:pt x="305" y="985"/>
                  </a:cubicBezTo>
                  <a:cubicBezTo>
                    <a:pt x="152" y="827"/>
                    <a:pt x="97" y="578"/>
                    <a:pt x="97" y="389"/>
                  </a:cubicBezTo>
                  <a:cubicBezTo>
                    <a:pt x="97" y="291"/>
                    <a:pt x="116" y="213"/>
                    <a:pt x="134" y="158"/>
                  </a:cubicBezTo>
                  <a:cubicBezTo>
                    <a:pt x="134" y="134"/>
                    <a:pt x="152" y="116"/>
                    <a:pt x="171" y="116"/>
                  </a:cubicBezTo>
                  <a:lnTo>
                    <a:pt x="171" y="97"/>
                  </a:lnTo>
                  <a:close/>
                  <a:moveTo>
                    <a:pt x="189" y="0"/>
                  </a:moveTo>
                  <a:cubicBezTo>
                    <a:pt x="152" y="0"/>
                    <a:pt x="116" y="0"/>
                    <a:pt x="97" y="42"/>
                  </a:cubicBezTo>
                  <a:cubicBezTo>
                    <a:pt x="74" y="60"/>
                    <a:pt x="55" y="79"/>
                    <a:pt x="37" y="116"/>
                  </a:cubicBezTo>
                  <a:cubicBezTo>
                    <a:pt x="0" y="194"/>
                    <a:pt x="0" y="291"/>
                    <a:pt x="0" y="389"/>
                  </a:cubicBezTo>
                  <a:cubicBezTo>
                    <a:pt x="0" y="596"/>
                    <a:pt x="55" y="869"/>
                    <a:pt x="213" y="1059"/>
                  </a:cubicBezTo>
                  <a:cubicBezTo>
                    <a:pt x="438" y="1316"/>
                    <a:pt x="760" y="1430"/>
                    <a:pt x="1064" y="1430"/>
                  </a:cubicBezTo>
                  <a:cubicBezTo>
                    <a:pt x="1197" y="1430"/>
                    <a:pt x="1325" y="1409"/>
                    <a:pt x="1442" y="1368"/>
                  </a:cubicBezTo>
                  <a:cubicBezTo>
                    <a:pt x="1830" y="1216"/>
                    <a:pt x="2019" y="985"/>
                    <a:pt x="2061" y="772"/>
                  </a:cubicBezTo>
                  <a:cubicBezTo>
                    <a:pt x="2079" y="657"/>
                    <a:pt x="2061" y="578"/>
                    <a:pt x="2001" y="541"/>
                  </a:cubicBezTo>
                  <a:cubicBezTo>
                    <a:pt x="1945" y="481"/>
                    <a:pt x="1885" y="481"/>
                    <a:pt x="1830" y="444"/>
                  </a:cubicBezTo>
                  <a:cubicBezTo>
                    <a:pt x="1751" y="425"/>
                    <a:pt x="1576" y="389"/>
                    <a:pt x="1442" y="365"/>
                  </a:cubicBezTo>
                  <a:cubicBezTo>
                    <a:pt x="1289" y="328"/>
                    <a:pt x="1155" y="291"/>
                    <a:pt x="1155" y="291"/>
                  </a:cubicBezTo>
                  <a:cubicBezTo>
                    <a:pt x="943" y="250"/>
                    <a:pt x="749" y="176"/>
                    <a:pt x="578" y="116"/>
                  </a:cubicBezTo>
                  <a:cubicBezTo>
                    <a:pt x="420" y="79"/>
                    <a:pt x="286" y="19"/>
                    <a:pt x="18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82"/>
            <p:cNvSpPr/>
            <p:nvPr/>
          </p:nvSpPr>
          <p:spPr>
            <a:xfrm>
              <a:off x="6492054" y="1500026"/>
              <a:ext cx="242078" cy="100057"/>
            </a:xfrm>
            <a:custGeom>
              <a:rect b="b" l="l" r="r" t="t"/>
              <a:pathLst>
                <a:path extrusionOk="0" h="732" w="1771">
                  <a:moveTo>
                    <a:pt x="56" y="1"/>
                  </a:moveTo>
                  <a:lnTo>
                    <a:pt x="56" y="1"/>
                  </a:lnTo>
                  <a:cubicBezTo>
                    <a:pt x="19" y="80"/>
                    <a:pt x="1" y="213"/>
                    <a:pt x="74" y="269"/>
                  </a:cubicBezTo>
                  <a:cubicBezTo>
                    <a:pt x="205" y="382"/>
                    <a:pt x="1382" y="732"/>
                    <a:pt x="1581" y="732"/>
                  </a:cubicBezTo>
                  <a:cubicBezTo>
                    <a:pt x="1587" y="732"/>
                    <a:pt x="1591" y="731"/>
                    <a:pt x="1595" y="731"/>
                  </a:cubicBezTo>
                  <a:cubicBezTo>
                    <a:pt x="1673" y="731"/>
                    <a:pt x="1733" y="615"/>
                    <a:pt x="1770" y="518"/>
                  </a:cubicBezTo>
                  <a:cubicBezTo>
                    <a:pt x="1733" y="463"/>
                    <a:pt x="1673" y="445"/>
                    <a:pt x="1595" y="426"/>
                  </a:cubicBezTo>
                  <a:cubicBezTo>
                    <a:pt x="1461" y="384"/>
                    <a:pt x="943" y="269"/>
                    <a:pt x="943" y="269"/>
                  </a:cubicBezTo>
                  <a:cubicBezTo>
                    <a:pt x="555" y="172"/>
                    <a:pt x="232" y="56"/>
                    <a:pt x="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82"/>
            <p:cNvSpPr/>
            <p:nvPr/>
          </p:nvSpPr>
          <p:spPr>
            <a:xfrm>
              <a:off x="6488910" y="1489364"/>
              <a:ext cx="252740" cy="118920"/>
            </a:xfrm>
            <a:custGeom>
              <a:rect b="b" l="l" r="r" t="t"/>
              <a:pathLst>
                <a:path extrusionOk="0" h="870" w="1849">
                  <a:moveTo>
                    <a:pt x="116" y="134"/>
                  </a:moveTo>
                  <a:cubicBezTo>
                    <a:pt x="310" y="194"/>
                    <a:pt x="601" y="310"/>
                    <a:pt x="948" y="407"/>
                  </a:cubicBezTo>
                  <a:cubicBezTo>
                    <a:pt x="948" y="407"/>
                    <a:pt x="1082" y="425"/>
                    <a:pt x="1216" y="462"/>
                  </a:cubicBezTo>
                  <a:cubicBezTo>
                    <a:pt x="1368" y="504"/>
                    <a:pt x="1544" y="541"/>
                    <a:pt x="1599" y="559"/>
                  </a:cubicBezTo>
                  <a:cubicBezTo>
                    <a:pt x="1659" y="578"/>
                    <a:pt x="1696" y="596"/>
                    <a:pt x="1733" y="620"/>
                  </a:cubicBezTo>
                  <a:cubicBezTo>
                    <a:pt x="1715" y="638"/>
                    <a:pt x="1696" y="675"/>
                    <a:pt x="1678" y="712"/>
                  </a:cubicBezTo>
                  <a:cubicBezTo>
                    <a:pt x="1659" y="735"/>
                    <a:pt x="1641" y="754"/>
                    <a:pt x="1618" y="772"/>
                  </a:cubicBezTo>
                  <a:cubicBezTo>
                    <a:pt x="1599" y="772"/>
                    <a:pt x="1562" y="772"/>
                    <a:pt x="1525" y="754"/>
                  </a:cubicBezTo>
                  <a:cubicBezTo>
                    <a:pt x="1465" y="754"/>
                    <a:pt x="1410" y="735"/>
                    <a:pt x="1350" y="712"/>
                  </a:cubicBezTo>
                  <a:cubicBezTo>
                    <a:pt x="1216" y="693"/>
                    <a:pt x="1040" y="638"/>
                    <a:pt x="869" y="578"/>
                  </a:cubicBezTo>
                  <a:cubicBezTo>
                    <a:pt x="694" y="541"/>
                    <a:pt x="523" y="481"/>
                    <a:pt x="389" y="425"/>
                  </a:cubicBezTo>
                  <a:cubicBezTo>
                    <a:pt x="329" y="407"/>
                    <a:pt x="273" y="389"/>
                    <a:pt x="213" y="365"/>
                  </a:cubicBezTo>
                  <a:cubicBezTo>
                    <a:pt x="176" y="347"/>
                    <a:pt x="139" y="328"/>
                    <a:pt x="139" y="310"/>
                  </a:cubicBezTo>
                  <a:cubicBezTo>
                    <a:pt x="116" y="291"/>
                    <a:pt x="97" y="250"/>
                    <a:pt x="97" y="213"/>
                  </a:cubicBezTo>
                  <a:cubicBezTo>
                    <a:pt x="97" y="194"/>
                    <a:pt x="116" y="176"/>
                    <a:pt x="116" y="134"/>
                  </a:cubicBezTo>
                  <a:close/>
                  <a:moveTo>
                    <a:pt x="42" y="0"/>
                  </a:moveTo>
                  <a:lnTo>
                    <a:pt x="24" y="60"/>
                  </a:lnTo>
                  <a:cubicBezTo>
                    <a:pt x="0" y="97"/>
                    <a:pt x="0" y="158"/>
                    <a:pt x="0" y="213"/>
                  </a:cubicBezTo>
                  <a:cubicBezTo>
                    <a:pt x="0" y="273"/>
                    <a:pt x="24" y="347"/>
                    <a:pt x="61" y="389"/>
                  </a:cubicBezTo>
                  <a:cubicBezTo>
                    <a:pt x="97" y="425"/>
                    <a:pt x="139" y="425"/>
                    <a:pt x="176" y="462"/>
                  </a:cubicBezTo>
                  <a:cubicBezTo>
                    <a:pt x="213" y="481"/>
                    <a:pt x="292" y="504"/>
                    <a:pt x="347" y="523"/>
                  </a:cubicBezTo>
                  <a:cubicBezTo>
                    <a:pt x="486" y="578"/>
                    <a:pt x="657" y="638"/>
                    <a:pt x="832" y="693"/>
                  </a:cubicBezTo>
                  <a:cubicBezTo>
                    <a:pt x="1003" y="735"/>
                    <a:pt x="1179" y="791"/>
                    <a:pt x="1313" y="809"/>
                  </a:cubicBezTo>
                  <a:cubicBezTo>
                    <a:pt x="1387" y="827"/>
                    <a:pt x="1447" y="851"/>
                    <a:pt x="1502" y="851"/>
                  </a:cubicBezTo>
                  <a:cubicBezTo>
                    <a:pt x="1562" y="869"/>
                    <a:pt x="1599" y="869"/>
                    <a:pt x="1618" y="869"/>
                  </a:cubicBezTo>
                  <a:cubicBezTo>
                    <a:pt x="1696" y="851"/>
                    <a:pt x="1733" y="809"/>
                    <a:pt x="1775" y="772"/>
                  </a:cubicBezTo>
                  <a:cubicBezTo>
                    <a:pt x="1812" y="712"/>
                    <a:pt x="1830" y="657"/>
                    <a:pt x="1849" y="620"/>
                  </a:cubicBezTo>
                  <a:lnTo>
                    <a:pt x="1849" y="578"/>
                  </a:lnTo>
                  <a:lnTo>
                    <a:pt x="1830" y="559"/>
                  </a:lnTo>
                  <a:cubicBezTo>
                    <a:pt x="1793" y="504"/>
                    <a:pt x="1715" y="481"/>
                    <a:pt x="1641" y="444"/>
                  </a:cubicBezTo>
                  <a:cubicBezTo>
                    <a:pt x="1562" y="425"/>
                    <a:pt x="1387" y="389"/>
                    <a:pt x="1253" y="365"/>
                  </a:cubicBezTo>
                  <a:cubicBezTo>
                    <a:pt x="1100" y="328"/>
                    <a:pt x="966" y="291"/>
                    <a:pt x="966" y="291"/>
                  </a:cubicBezTo>
                  <a:cubicBezTo>
                    <a:pt x="601" y="213"/>
                    <a:pt x="273" y="79"/>
                    <a:pt x="79" y="19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82"/>
            <p:cNvSpPr/>
            <p:nvPr/>
          </p:nvSpPr>
          <p:spPr>
            <a:xfrm>
              <a:off x="6486313" y="1592293"/>
              <a:ext cx="197927" cy="85568"/>
            </a:xfrm>
            <a:custGeom>
              <a:rect b="b" l="l" r="r" t="t"/>
              <a:pathLst>
                <a:path extrusionOk="0" h="626" w="1448">
                  <a:moveTo>
                    <a:pt x="505" y="1"/>
                  </a:moveTo>
                  <a:cubicBezTo>
                    <a:pt x="274" y="1"/>
                    <a:pt x="98" y="98"/>
                    <a:pt x="1" y="135"/>
                  </a:cubicBezTo>
                  <a:cubicBezTo>
                    <a:pt x="19" y="190"/>
                    <a:pt x="61" y="232"/>
                    <a:pt x="98" y="269"/>
                  </a:cubicBezTo>
                  <a:cubicBezTo>
                    <a:pt x="297" y="518"/>
                    <a:pt x="593" y="625"/>
                    <a:pt x="877" y="625"/>
                  </a:cubicBezTo>
                  <a:cubicBezTo>
                    <a:pt x="1009" y="625"/>
                    <a:pt x="1138" y="602"/>
                    <a:pt x="1253" y="560"/>
                  </a:cubicBezTo>
                  <a:cubicBezTo>
                    <a:pt x="1332" y="537"/>
                    <a:pt x="1387" y="500"/>
                    <a:pt x="1447" y="481"/>
                  </a:cubicBezTo>
                  <a:cubicBezTo>
                    <a:pt x="1369" y="366"/>
                    <a:pt x="1216" y="232"/>
                    <a:pt x="907" y="98"/>
                  </a:cubicBezTo>
                  <a:cubicBezTo>
                    <a:pt x="773" y="19"/>
                    <a:pt x="620" y="1"/>
                    <a:pt x="505" y="1"/>
                  </a:cubicBezTo>
                  <a:close/>
                </a:path>
              </a:pathLst>
            </a:custGeom>
            <a:solidFill>
              <a:srgbClr val="FF79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82"/>
            <p:cNvSpPr/>
            <p:nvPr/>
          </p:nvSpPr>
          <p:spPr>
            <a:xfrm>
              <a:off x="6476334" y="1584091"/>
              <a:ext cx="218021" cy="100877"/>
            </a:xfrm>
            <a:custGeom>
              <a:rect b="b" l="l" r="r" t="t"/>
              <a:pathLst>
                <a:path extrusionOk="0" h="738" w="1595">
                  <a:moveTo>
                    <a:pt x="578" y="116"/>
                  </a:moveTo>
                  <a:cubicBezTo>
                    <a:pt x="693" y="116"/>
                    <a:pt x="827" y="134"/>
                    <a:pt x="961" y="195"/>
                  </a:cubicBezTo>
                  <a:cubicBezTo>
                    <a:pt x="1211" y="310"/>
                    <a:pt x="1345" y="426"/>
                    <a:pt x="1423" y="523"/>
                  </a:cubicBezTo>
                  <a:cubicBezTo>
                    <a:pt x="1386" y="541"/>
                    <a:pt x="1345" y="560"/>
                    <a:pt x="1308" y="578"/>
                  </a:cubicBezTo>
                  <a:cubicBezTo>
                    <a:pt x="1202" y="613"/>
                    <a:pt x="1084" y="633"/>
                    <a:pt x="963" y="633"/>
                  </a:cubicBezTo>
                  <a:cubicBezTo>
                    <a:pt x="687" y="633"/>
                    <a:pt x="397" y="532"/>
                    <a:pt x="208" y="292"/>
                  </a:cubicBezTo>
                  <a:cubicBezTo>
                    <a:pt x="189" y="273"/>
                    <a:pt x="171" y="250"/>
                    <a:pt x="153" y="232"/>
                  </a:cubicBezTo>
                  <a:cubicBezTo>
                    <a:pt x="250" y="176"/>
                    <a:pt x="384" y="116"/>
                    <a:pt x="578" y="116"/>
                  </a:cubicBezTo>
                  <a:close/>
                  <a:moveTo>
                    <a:pt x="578" y="0"/>
                  </a:moveTo>
                  <a:cubicBezTo>
                    <a:pt x="323" y="0"/>
                    <a:pt x="153" y="98"/>
                    <a:pt x="55" y="158"/>
                  </a:cubicBezTo>
                  <a:lnTo>
                    <a:pt x="0" y="195"/>
                  </a:lnTo>
                  <a:lnTo>
                    <a:pt x="37" y="232"/>
                  </a:lnTo>
                  <a:cubicBezTo>
                    <a:pt x="55" y="273"/>
                    <a:pt x="92" y="329"/>
                    <a:pt x="116" y="366"/>
                  </a:cubicBezTo>
                  <a:cubicBezTo>
                    <a:pt x="341" y="623"/>
                    <a:pt x="663" y="737"/>
                    <a:pt x="967" y="737"/>
                  </a:cubicBezTo>
                  <a:cubicBezTo>
                    <a:pt x="1100" y="737"/>
                    <a:pt x="1228" y="716"/>
                    <a:pt x="1345" y="675"/>
                  </a:cubicBezTo>
                  <a:cubicBezTo>
                    <a:pt x="1423" y="638"/>
                    <a:pt x="1479" y="620"/>
                    <a:pt x="1539" y="578"/>
                  </a:cubicBezTo>
                  <a:lnTo>
                    <a:pt x="1594" y="541"/>
                  </a:lnTo>
                  <a:lnTo>
                    <a:pt x="1557" y="504"/>
                  </a:lnTo>
                  <a:cubicBezTo>
                    <a:pt x="1479" y="389"/>
                    <a:pt x="1308" y="232"/>
                    <a:pt x="998" y="98"/>
                  </a:cubicBezTo>
                  <a:cubicBezTo>
                    <a:pt x="846" y="42"/>
                    <a:pt x="712" y="0"/>
                    <a:pt x="57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82"/>
            <p:cNvSpPr/>
            <p:nvPr/>
          </p:nvSpPr>
          <p:spPr>
            <a:xfrm>
              <a:off x="6354953" y="1239084"/>
              <a:ext cx="155553" cy="69575"/>
            </a:xfrm>
            <a:custGeom>
              <a:rect b="b" l="l" r="r" t="t"/>
              <a:pathLst>
                <a:path extrusionOk="0" h="509" w="1138">
                  <a:moveTo>
                    <a:pt x="466" y="0"/>
                  </a:moveTo>
                  <a:cubicBezTo>
                    <a:pt x="445" y="0"/>
                    <a:pt x="424" y="1"/>
                    <a:pt x="403" y="2"/>
                  </a:cubicBezTo>
                  <a:cubicBezTo>
                    <a:pt x="38" y="25"/>
                    <a:pt x="19" y="99"/>
                    <a:pt x="1" y="159"/>
                  </a:cubicBezTo>
                  <a:cubicBezTo>
                    <a:pt x="1" y="214"/>
                    <a:pt x="19" y="348"/>
                    <a:pt x="56" y="427"/>
                  </a:cubicBezTo>
                  <a:cubicBezTo>
                    <a:pt x="73" y="458"/>
                    <a:pt x="91" y="467"/>
                    <a:pt x="108" y="467"/>
                  </a:cubicBezTo>
                  <a:cubicBezTo>
                    <a:pt x="133" y="467"/>
                    <a:pt x="153" y="445"/>
                    <a:pt x="153" y="445"/>
                  </a:cubicBezTo>
                  <a:cubicBezTo>
                    <a:pt x="270" y="365"/>
                    <a:pt x="412" y="333"/>
                    <a:pt x="537" y="333"/>
                  </a:cubicBezTo>
                  <a:cubicBezTo>
                    <a:pt x="620" y="333"/>
                    <a:pt x="696" y="347"/>
                    <a:pt x="749" y="371"/>
                  </a:cubicBezTo>
                  <a:cubicBezTo>
                    <a:pt x="853" y="438"/>
                    <a:pt x="942" y="508"/>
                    <a:pt x="989" y="508"/>
                  </a:cubicBezTo>
                  <a:cubicBezTo>
                    <a:pt x="995" y="508"/>
                    <a:pt x="999" y="507"/>
                    <a:pt x="1004" y="505"/>
                  </a:cubicBezTo>
                  <a:cubicBezTo>
                    <a:pt x="1059" y="464"/>
                    <a:pt x="1138" y="274"/>
                    <a:pt x="1096" y="214"/>
                  </a:cubicBezTo>
                  <a:cubicBezTo>
                    <a:pt x="1079" y="144"/>
                    <a:pt x="822" y="0"/>
                    <a:pt x="466" y="0"/>
                  </a:cubicBezTo>
                  <a:close/>
                </a:path>
              </a:pathLst>
            </a:custGeom>
            <a:solidFill>
              <a:srgbClr val="FF9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82"/>
            <p:cNvSpPr/>
            <p:nvPr/>
          </p:nvSpPr>
          <p:spPr>
            <a:xfrm>
              <a:off x="6346752" y="1231019"/>
              <a:ext cx="166352" cy="84201"/>
            </a:xfrm>
            <a:custGeom>
              <a:rect b="b" l="l" r="r" t="t"/>
              <a:pathLst>
                <a:path extrusionOk="0" h="616" w="1217">
                  <a:moveTo>
                    <a:pt x="578" y="116"/>
                  </a:moveTo>
                  <a:cubicBezTo>
                    <a:pt x="712" y="116"/>
                    <a:pt x="831" y="146"/>
                    <a:pt x="925" y="176"/>
                  </a:cubicBezTo>
                  <a:cubicBezTo>
                    <a:pt x="985" y="199"/>
                    <a:pt x="1022" y="236"/>
                    <a:pt x="1064" y="255"/>
                  </a:cubicBezTo>
                  <a:cubicBezTo>
                    <a:pt x="1101" y="273"/>
                    <a:pt x="1119" y="292"/>
                    <a:pt x="1119" y="292"/>
                  </a:cubicBezTo>
                  <a:lnTo>
                    <a:pt x="1119" y="333"/>
                  </a:lnTo>
                  <a:cubicBezTo>
                    <a:pt x="1119" y="352"/>
                    <a:pt x="1101" y="389"/>
                    <a:pt x="1101" y="407"/>
                  </a:cubicBezTo>
                  <a:cubicBezTo>
                    <a:pt x="1082" y="449"/>
                    <a:pt x="1082" y="467"/>
                    <a:pt x="1064" y="486"/>
                  </a:cubicBezTo>
                  <a:cubicBezTo>
                    <a:pt x="1040" y="504"/>
                    <a:pt x="1040" y="523"/>
                    <a:pt x="1040" y="523"/>
                  </a:cubicBezTo>
                  <a:lnTo>
                    <a:pt x="1040" y="504"/>
                  </a:lnTo>
                  <a:cubicBezTo>
                    <a:pt x="1022" y="504"/>
                    <a:pt x="1022" y="504"/>
                    <a:pt x="985" y="486"/>
                  </a:cubicBezTo>
                  <a:cubicBezTo>
                    <a:pt x="948" y="467"/>
                    <a:pt x="888" y="430"/>
                    <a:pt x="833" y="389"/>
                  </a:cubicBezTo>
                  <a:cubicBezTo>
                    <a:pt x="754" y="352"/>
                    <a:pt x="638" y="333"/>
                    <a:pt x="523" y="333"/>
                  </a:cubicBezTo>
                  <a:cubicBezTo>
                    <a:pt x="407" y="352"/>
                    <a:pt x="292" y="389"/>
                    <a:pt x="176" y="467"/>
                  </a:cubicBezTo>
                  <a:lnTo>
                    <a:pt x="158" y="467"/>
                  </a:lnTo>
                  <a:cubicBezTo>
                    <a:pt x="158" y="430"/>
                    <a:pt x="139" y="389"/>
                    <a:pt x="116" y="333"/>
                  </a:cubicBezTo>
                  <a:lnTo>
                    <a:pt x="116" y="236"/>
                  </a:lnTo>
                  <a:cubicBezTo>
                    <a:pt x="116" y="199"/>
                    <a:pt x="116" y="199"/>
                    <a:pt x="158" y="176"/>
                  </a:cubicBezTo>
                  <a:cubicBezTo>
                    <a:pt x="195" y="139"/>
                    <a:pt x="292" y="121"/>
                    <a:pt x="486" y="121"/>
                  </a:cubicBezTo>
                  <a:cubicBezTo>
                    <a:pt x="517" y="117"/>
                    <a:pt x="548" y="116"/>
                    <a:pt x="578" y="116"/>
                  </a:cubicBezTo>
                  <a:close/>
                  <a:moveTo>
                    <a:pt x="570" y="0"/>
                  </a:moveTo>
                  <a:cubicBezTo>
                    <a:pt x="536" y="0"/>
                    <a:pt x="500" y="2"/>
                    <a:pt x="463" y="5"/>
                  </a:cubicBezTo>
                  <a:cubicBezTo>
                    <a:pt x="273" y="24"/>
                    <a:pt x="176" y="42"/>
                    <a:pt x="116" y="84"/>
                  </a:cubicBezTo>
                  <a:cubicBezTo>
                    <a:pt x="42" y="121"/>
                    <a:pt x="24" y="176"/>
                    <a:pt x="24" y="218"/>
                  </a:cubicBezTo>
                  <a:cubicBezTo>
                    <a:pt x="1" y="255"/>
                    <a:pt x="24" y="315"/>
                    <a:pt x="24" y="352"/>
                  </a:cubicBezTo>
                  <a:cubicBezTo>
                    <a:pt x="42" y="407"/>
                    <a:pt x="42" y="467"/>
                    <a:pt x="79" y="504"/>
                  </a:cubicBezTo>
                  <a:cubicBezTo>
                    <a:pt x="79" y="546"/>
                    <a:pt x="98" y="564"/>
                    <a:pt x="116" y="564"/>
                  </a:cubicBezTo>
                  <a:cubicBezTo>
                    <a:pt x="158" y="583"/>
                    <a:pt x="176" y="583"/>
                    <a:pt x="195" y="583"/>
                  </a:cubicBezTo>
                  <a:cubicBezTo>
                    <a:pt x="232" y="564"/>
                    <a:pt x="255" y="546"/>
                    <a:pt x="255" y="546"/>
                  </a:cubicBezTo>
                  <a:lnTo>
                    <a:pt x="232" y="546"/>
                  </a:lnTo>
                  <a:cubicBezTo>
                    <a:pt x="329" y="486"/>
                    <a:pt x="444" y="449"/>
                    <a:pt x="541" y="449"/>
                  </a:cubicBezTo>
                  <a:cubicBezTo>
                    <a:pt x="570" y="443"/>
                    <a:pt x="598" y="441"/>
                    <a:pt x="625" y="441"/>
                  </a:cubicBezTo>
                  <a:cubicBezTo>
                    <a:pt x="690" y="441"/>
                    <a:pt x="746" y="454"/>
                    <a:pt x="772" y="467"/>
                  </a:cubicBezTo>
                  <a:cubicBezTo>
                    <a:pt x="833" y="504"/>
                    <a:pt x="888" y="546"/>
                    <a:pt x="948" y="583"/>
                  </a:cubicBezTo>
                  <a:cubicBezTo>
                    <a:pt x="967" y="583"/>
                    <a:pt x="985" y="601"/>
                    <a:pt x="1003" y="601"/>
                  </a:cubicBezTo>
                  <a:cubicBezTo>
                    <a:pt x="1022" y="611"/>
                    <a:pt x="1037" y="615"/>
                    <a:pt x="1052" y="615"/>
                  </a:cubicBezTo>
                  <a:cubicBezTo>
                    <a:pt x="1067" y="615"/>
                    <a:pt x="1082" y="611"/>
                    <a:pt x="1101" y="601"/>
                  </a:cubicBezTo>
                  <a:cubicBezTo>
                    <a:pt x="1119" y="583"/>
                    <a:pt x="1137" y="564"/>
                    <a:pt x="1156" y="546"/>
                  </a:cubicBezTo>
                  <a:cubicBezTo>
                    <a:pt x="1179" y="504"/>
                    <a:pt x="1179" y="486"/>
                    <a:pt x="1198" y="449"/>
                  </a:cubicBezTo>
                  <a:cubicBezTo>
                    <a:pt x="1198" y="407"/>
                    <a:pt x="1216" y="370"/>
                    <a:pt x="1216" y="352"/>
                  </a:cubicBezTo>
                  <a:lnTo>
                    <a:pt x="1216" y="255"/>
                  </a:lnTo>
                  <a:cubicBezTo>
                    <a:pt x="1198" y="218"/>
                    <a:pt x="1156" y="199"/>
                    <a:pt x="1119" y="158"/>
                  </a:cubicBezTo>
                  <a:cubicBezTo>
                    <a:pt x="1082" y="139"/>
                    <a:pt x="1022" y="102"/>
                    <a:pt x="967" y="84"/>
                  </a:cubicBezTo>
                  <a:cubicBezTo>
                    <a:pt x="856" y="34"/>
                    <a:pt x="730" y="0"/>
                    <a:pt x="570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82"/>
            <p:cNvSpPr/>
            <p:nvPr/>
          </p:nvSpPr>
          <p:spPr>
            <a:xfrm>
              <a:off x="6684104" y="1218170"/>
              <a:ext cx="142158" cy="69165"/>
            </a:xfrm>
            <a:custGeom>
              <a:rect b="b" l="l" r="r" t="t"/>
              <a:pathLst>
                <a:path extrusionOk="0" h="506" w="1040">
                  <a:moveTo>
                    <a:pt x="454" y="0"/>
                  </a:moveTo>
                  <a:cubicBezTo>
                    <a:pt x="437" y="0"/>
                    <a:pt x="420" y="1"/>
                    <a:pt x="402" y="2"/>
                  </a:cubicBezTo>
                  <a:cubicBezTo>
                    <a:pt x="134" y="2"/>
                    <a:pt x="19" y="136"/>
                    <a:pt x="0" y="196"/>
                  </a:cubicBezTo>
                  <a:cubicBezTo>
                    <a:pt x="0" y="233"/>
                    <a:pt x="19" y="446"/>
                    <a:pt x="97" y="483"/>
                  </a:cubicBezTo>
                  <a:cubicBezTo>
                    <a:pt x="109" y="491"/>
                    <a:pt x="122" y="495"/>
                    <a:pt x="136" y="495"/>
                  </a:cubicBezTo>
                  <a:cubicBezTo>
                    <a:pt x="189" y="495"/>
                    <a:pt x="250" y="446"/>
                    <a:pt x="250" y="446"/>
                  </a:cubicBezTo>
                  <a:cubicBezTo>
                    <a:pt x="322" y="385"/>
                    <a:pt x="434" y="355"/>
                    <a:pt x="535" y="355"/>
                  </a:cubicBezTo>
                  <a:cubicBezTo>
                    <a:pt x="594" y="355"/>
                    <a:pt x="650" y="365"/>
                    <a:pt x="693" y="386"/>
                  </a:cubicBezTo>
                  <a:cubicBezTo>
                    <a:pt x="795" y="438"/>
                    <a:pt x="896" y="505"/>
                    <a:pt x="957" y="505"/>
                  </a:cubicBezTo>
                  <a:cubicBezTo>
                    <a:pt x="965" y="505"/>
                    <a:pt x="973" y="504"/>
                    <a:pt x="980" y="501"/>
                  </a:cubicBezTo>
                  <a:cubicBezTo>
                    <a:pt x="1040" y="483"/>
                    <a:pt x="998" y="252"/>
                    <a:pt x="961" y="178"/>
                  </a:cubicBezTo>
                  <a:cubicBezTo>
                    <a:pt x="944" y="122"/>
                    <a:pt x="708" y="0"/>
                    <a:pt x="454" y="0"/>
                  </a:cubicBezTo>
                  <a:close/>
                </a:path>
              </a:pathLst>
            </a:custGeom>
            <a:solidFill>
              <a:srgbClr val="FF9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82"/>
            <p:cNvSpPr/>
            <p:nvPr/>
          </p:nvSpPr>
          <p:spPr>
            <a:xfrm>
              <a:off x="6675902" y="1210789"/>
              <a:ext cx="152956" cy="84201"/>
            </a:xfrm>
            <a:custGeom>
              <a:rect b="b" l="l" r="r" t="t"/>
              <a:pathLst>
                <a:path extrusionOk="0" h="616" w="1119">
                  <a:moveTo>
                    <a:pt x="462" y="93"/>
                  </a:moveTo>
                  <a:cubicBezTo>
                    <a:pt x="578" y="93"/>
                    <a:pt x="712" y="116"/>
                    <a:pt x="809" y="153"/>
                  </a:cubicBezTo>
                  <a:cubicBezTo>
                    <a:pt x="869" y="172"/>
                    <a:pt x="906" y="209"/>
                    <a:pt x="943" y="232"/>
                  </a:cubicBezTo>
                  <a:cubicBezTo>
                    <a:pt x="966" y="250"/>
                    <a:pt x="984" y="269"/>
                    <a:pt x="984" y="269"/>
                  </a:cubicBezTo>
                  <a:cubicBezTo>
                    <a:pt x="1003" y="269"/>
                    <a:pt x="1003" y="347"/>
                    <a:pt x="1021" y="421"/>
                  </a:cubicBezTo>
                  <a:lnTo>
                    <a:pt x="1021" y="500"/>
                  </a:lnTo>
                  <a:lnTo>
                    <a:pt x="1003" y="500"/>
                  </a:lnTo>
                  <a:cubicBezTo>
                    <a:pt x="984" y="500"/>
                    <a:pt x="966" y="500"/>
                    <a:pt x="943" y="481"/>
                  </a:cubicBezTo>
                  <a:cubicBezTo>
                    <a:pt x="887" y="463"/>
                    <a:pt x="827" y="421"/>
                    <a:pt x="772" y="403"/>
                  </a:cubicBezTo>
                  <a:cubicBezTo>
                    <a:pt x="714" y="376"/>
                    <a:pt x="659" y="359"/>
                    <a:pt x="596" y="359"/>
                  </a:cubicBezTo>
                  <a:cubicBezTo>
                    <a:pt x="573" y="359"/>
                    <a:pt x="548" y="361"/>
                    <a:pt x="522" y="366"/>
                  </a:cubicBezTo>
                  <a:cubicBezTo>
                    <a:pt x="425" y="366"/>
                    <a:pt x="347" y="384"/>
                    <a:pt x="273" y="440"/>
                  </a:cubicBezTo>
                  <a:lnTo>
                    <a:pt x="273" y="463"/>
                  </a:lnTo>
                  <a:cubicBezTo>
                    <a:pt x="273" y="463"/>
                    <a:pt x="250" y="463"/>
                    <a:pt x="231" y="481"/>
                  </a:cubicBezTo>
                  <a:cubicBezTo>
                    <a:pt x="213" y="500"/>
                    <a:pt x="194" y="500"/>
                    <a:pt x="176" y="500"/>
                  </a:cubicBezTo>
                  <a:cubicBezTo>
                    <a:pt x="176" y="481"/>
                    <a:pt x="157" y="481"/>
                    <a:pt x="157" y="463"/>
                  </a:cubicBezTo>
                  <a:cubicBezTo>
                    <a:pt x="134" y="440"/>
                    <a:pt x="134" y="403"/>
                    <a:pt x="134" y="384"/>
                  </a:cubicBezTo>
                  <a:cubicBezTo>
                    <a:pt x="116" y="347"/>
                    <a:pt x="116" y="324"/>
                    <a:pt x="116" y="306"/>
                  </a:cubicBezTo>
                  <a:lnTo>
                    <a:pt x="116" y="250"/>
                  </a:lnTo>
                  <a:lnTo>
                    <a:pt x="134" y="232"/>
                  </a:lnTo>
                  <a:cubicBezTo>
                    <a:pt x="134" y="209"/>
                    <a:pt x="157" y="190"/>
                    <a:pt x="194" y="172"/>
                  </a:cubicBezTo>
                  <a:cubicBezTo>
                    <a:pt x="250" y="153"/>
                    <a:pt x="328" y="116"/>
                    <a:pt x="462" y="93"/>
                  </a:cubicBezTo>
                  <a:close/>
                  <a:moveTo>
                    <a:pt x="462" y="1"/>
                  </a:moveTo>
                  <a:cubicBezTo>
                    <a:pt x="310" y="1"/>
                    <a:pt x="213" y="38"/>
                    <a:pt x="134" y="93"/>
                  </a:cubicBezTo>
                  <a:cubicBezTo>
                    <a:pt x="97" y="116"/>
                    <a:pt x="79" y="135"/>
                    <a:pt x="60" y="153"/>
                  </a:cubicBezTo>
                  <a:cubicBezTo>
                    <a:pt x="42" y="190"/>
                    <a:pt x="19" y="209"/>
                    <a:pt x="19" y="232"/>
                  </a:cubicBezTo>
                  <a:cubicBezTo>
                    <a:pt x="0" y="250"/>
                    <a:pt x="0" y="287"/>
                    <a:pt x="0" y="306"/>
                  </a:cubicBezTo>
                  <a:cubicBezTo>
                    <a:pt x="19" y="347"/>
                    <a:pt x="19" y="366"/>
                    <a:pt x="19" y="403"/>
                  </a:cubicBezTo>
                  <a:cubicBezTo>
                    <a:pt x="42" y="440"/>
                    <a:pt x="42" y="481"/>
                    <a:pt x="60" y="500"/>
                  </a:cubicBezTo>
                  <a:cubicBezTo>
                    <a:pt x="79" y="537"/>
                    <a:pt x="97" y="555"/>
                    <a:pt x="116" y="578"/>
                  </a:cubicBezTo>
                  <a:cubicBezTo>
                    <a:pt x="141" y="594"/>
                    <a:pt x="166" y="600"/>
                    <a:pt x="189" y="600"/>
                  </a:cubicBezTo>
                  <a:cubicBezTo>
                    <a:pt x="220" y="600"/>
                    <a:pt x="249" y="589"/>
                    <a:pt x="273" y="578"/>
                  </a:cubicBezTo>
                  <a:cubicBezTo>
                    <a:pt x="310" y="555"/>
                    <a:pt x="328" y="537"/>
                    <a:pt x="347" y="537"/>
                  </a:cubicBezTo>
                  <a:cubicBezTo>
                    <a:pt x="388" y="500"/>
                    <a:pt x="462" y="463"/>
                    <a:pt x="522" y="463"/>
                  </a:cubicBezTo>
                  <a:cubicBezTo>
                    <a:pt x="596" y="463"/>
                    <a:pt x="675" y="463"/>
                    <a:pt x="735" y="500"/>
                  </a:cubicBezTo>
                  <a:cubicBezTo>
                    <a:pt x="790" y="518"/>
                    <a:pt x="850" y="555"/>
                    <a:pt x="887" y="578"/>
                  </a:cubicBezTo>
                  <a:cubicBezTo>
                    <a:pt x="924" y="597"/>
                    <a:pt x="943" y="597"/>
                    <a:pt x="984" y="615"/>
                  </a:cubicBezTo>
                  <a:lnTo>
                    <a:pt x="1058" y="615"/>
                  </a:lnTo>
                  <a:cubicBezTo>
                    <a:pt x="1081" y="597"/>
                    <a:pt x="1100" y="578"/>
                    <a:pt x="1100" y="555"/>
                  </a:cubicBezTo>
                  <a:cubicBezTo>
                    <a:pt x="1118" y="555"/>
                    <a:pt x="1118" y="537"/>
                    <a:pt x="1118" y="518"/>
                  </a:cubicBezTo>
                  <a:lnTo>
                    <a:pt x="1118" y="403"/>
                  </a:lnTo>
                  <a:cubicBezTo>
                    <a:pt x="1118" y="347"/>
                    <a:pt x="1100" y="269"/>
                    <a:pt x="1081" y="209"/>
                  </a:cubicBezTo>
                  <a:cubicBezTo>
                    <a:pt x="1058" y="172"/>
                    <a:pt x="1021" y="153"/>
                    <a:pt x="984" y="135"/>
                  </a:cubicBezTo>
                  <a:cubicBezTo>
                    <a:pt x="966" y="116"/>
                    <a:pt x="906" y="75"/>
                    <a:pt x="850" y="56"/>
                  </a:cubicBezTo>
                  <a:cubicBezTo>
                    <a:pt x="735" y="19"/>
                    <a:pt x="596" y="1"/>
                    <a:pt x="462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82"/>
            <p:cNvSpPr/>
            <p:nvPr/>
          </p:nvSpPr>
          <p:spPr>
            <a:xfrm>
              <a:off x="6384068" y="1353084"/>
              <a:ext cx="76000" cy="24057"/>
            </a:xfrm>
            <a:custGeom>
              <a:rect b="b" l="l" r="r" t="t"/>
              <a:pathLst>
                <a:path extrusionOk="0" h="176" w="556">
                  <a:moveTo>
                    <a:pt x="391" y="1"/>
                  </a:moveTo>
                  <a:cubicBezTo>
                    <a:pt x="329" y="1"/>
                    <a:pt x="267" y="22"/>
                    <a:pt x="213" y="55"/>
                  </a:cubicBezTo>
                  <a:cubicBezTo>
                    <a:pt x="172" y="80"/>
                    <a:pt x="128" y="87"/>
                    <a:pt x="91" y="87"/>
                  </a:cubicBezTo>
                  <a:cubicBezTo>
                    <a:pt x="39" y="87"/>
                    <a:pt x="0" y="73"/>
                    <a:pt x="0" y="73"/>
                  </a:cubicBezTo>
                  <a:lnTo>
                    <a:pt x="0" y="73"/>
                  </a:lnTo>
                  <a:cubicBezTo>
                    <a:pt x="0" y="73"/>
                    <a:pt x="0" y="133"/>
                    <a:pt x="56" y="170"/>
                  </a:cubicBezTo>
                  <a:cubicBezTo>
                    <a:pt x="71" y="174"/>
                    <a:pt x="85" y="175"/>
                    <a:pt x="99" y="175"/>
                  </a:cubicBezTo>
                  <a:cubicBezTo>
                    <a:pt x="156" y="175"/>
                    <a:pt x="205" y="148"/>
                    <a:pt x="268" y="133"/>
                  </a:cubicBezTo>
                  <a:cubicBezTo>
                    <a:pt x="288" y="130"/>
                    <a:pt x="303" y="128"/>
                    <a:pt x="317" y="128"/>
                  </a:cubicBezTo>
                  <a:cubicBezTo>
                    <a:pt x="369" y="128"/>
                    <a:pt x="385" y="152"/>
                    <a:pt x="463" y="152"/>
                  </a:cubicBezTo>
                  <a:cubicBezTo>
                    <a:pt x="469" y="153"/>
                    <a:pt x="475" y="154"/>
                    <a:pt x="480" y="154"/>
                  </a:cubicBezTo>
                  <a:cubicBezTo>
                    <a:pt x="540" y="154"/>
                    <a:pt x="556" y="70"/>
                    <a:pt x="518" y="36"/>
                  </a:cubicBezTo>
                  <a:cubicBezTo>
                    <a:pt x="478" y="11"/>
                    <a:pt x="435" y="1"/>
                    <a:pt x="39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82"/>
            <p:cNvSpPr/>
            <p:nvPr/>
          </p:nvSpPr>
          <p:spPr>
            <a:xfrm>
              <a:off x="6765571" y="1352947"/>
              <a:ext cx="65748" cy="21324"/>
            </a:xfrm>
            <a:custGeom>
              <a:rect b="b" l="l" r="r" t="t"/>
              <a:pathLst>
                <a:path extrusionOk="0" h="156" w="481">
                  <a:moveTo>
                    <a:pt x="37" y="0"/>
                  </a:moveTo>
                  <a:cubicBezTo>
                    <a:pt x="19" y="19"/>
                    <a:pt x="0" y="74"/>
                    <a:pt x="37" y="116"/>
                  </a:cubicBezTo>
                  <a:cubicBezTo>
                    <a:pt x="45" y="119"/>
                    <a:pt x="50" y="121"/>
                    <a:pt x="55" y="121"/>
                  </a:cubicBezTo>
                  <a:cubicBezTo>
                    <a:pt x="74" y="121"/>
                    <a:pt x="73" y="93"/>
                    <a:pt x="153" y="93"/>
                  </a:cubicBezTo>
                  <a:cubicBezTo>
                    <a:pt x="240" y="93"/>
                    <a:pt x="249" y="156"/>
                    <a:pt x="332" y="156"/>
                  </a:cubicBezTo>
                  <a:cubicBezTo>
                    <a:pt x="342" y="156"/>
                    <a:pt x="353" y="155"/>
                    <a:pt x="365" y="153"/>
                  </a:cubicBezTo>
                  <a:cubicBezTo>
                    <a:pt x="462" y="134"/>
                    <a:pt x="481" y="19"/>
                    <a:pt x="481" y="19"/>
                  </a:cubicBezTo>
                  <a:lnTo>
                    <a:pt x="481" y="19"/>
                  </a:lnTo>
                  <a:cubicBezTo>
                    <a:pt x="481" y="19"/>
                    <a:pt x="419" y="66"/>
                    <a:pt x="356" y="66"/>
                  </a:cubicBezTo>
                  <a:cubicBezTo>
                    <a:pt x="340" y="66"/>
                    <a:pt x="325" y="63"/>
                    <a:pt x="310" y="56"/>
                  </a:cubicBezTo>
                  <a:cubicBezTo>
                    <a:pt x="231" y="0"/>
                    <a:pt x="153" y="0"/>
                    <a:pt x="3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83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459" name="Google Shape;459;p83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fmla="val 2793" name="adj"/>
              </a:avLst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0" name="Google Shape;460;p83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461" name="Google Shape;461;p83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83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83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4" name="Google Shape;464;p83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5" name="Google Shape;465;p83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66" name="Google Shape;466;p83"/>
          <p:cNvGrpSpPr/>
          <p:nvPr/>
        </p:nvGrpSpPr>
        <p:grpSpPr>
          <a:xfrm flipH="1">
            <a:off x="7258295" y="2477759"/>
            <a:ext cx="1172483" cy="2130823"/>
            <a:chOff x="1403000" y="292300"/>
            <a:chExt cx="2566731" cy="4664675"/>
          </a:xfrm>
        </p:grpSpPr>
        <p:sp>
          <p:nvSpPr>
            <p:cNvPr id="467" name="Google Shape;467;p83"/>
            <p:cNvSpPr/>
            <p:nvPr/>
          </p:nvSpPr>
          <p:spPr>
            <a:xfrm>
              <a:off x="2576566" y="4571564"/>
              <a:ext cx="1035537" cy="363600"/>
            </a:xfrm>
            <a:custGeom>
              <a:rect b="b" l="l" r="r" t="t"/>
              <a:pathLst>
                <a:path extrusionOk="0" h="1217" w="3466">
                  <a:moveTo>
                    <a:pt x="1483" y="1"/>
                  </a:moveTo>
                  <a:cubicBezTo>
                    <a:pt x="1349" y="1"/>
                    <a:pt x="1252" y="98"/>
                    <a:pt x="1252" y="232"/>
                  </a:cubicBezTo>
                  <a:lnTo>
                    <a:pt x="1252" y="366"/>
                  </a:lnTo>
                  <a:lnTo>
                    <a:pt x="0" y="597"/>
                  </a:lnTo>
                  <a:lnTo>
                    <a:pt x="97" y="1216"/>
                  </a:lnTo>
                  <a:lnTo>
                    <a:pt x="3294" y="615"/>
                  </a:lnTo>
                  <a:cubicBezTo>
                    <a:pt x="3392" y="597"/>
                    <a:pt x="3465" y="500"/>
                    <a:pt x="3465" y="384"/>
                  </a:cubicBezTo>
                  <a:lnTo>
                    <a:pt x="3465" y="232"/>
                  </a:lnTo>
                  <a:cubicBezTo>
                    <a:pt x="3465" y="98"/>
                    <a:pt x="3350" y="1"/>
                    <a:pt x="32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83"/>
            <p:cNvSpPr/>
            <p:nvPr/>
          </p:nvSpPr>
          <p:spPr>
            <a:xfrm>
              <a:off x="2559834" y="4555132"/>
              <a:ext cx="1070194" cy="396464"/>
            </a:xfrm>
            <a:custGeom>
              <a:rect b="b" l="l" r="r" t="t"/>
              <a:pathLst>
                <a:path extrusionOk="0" h="1327" w="3582">
                  <a:moveTo>
                    <a:pt x="3272" y="93"/>
                  </a:moveTo>
                  <a:cubicBezTo>
                    <a:pt x="3387" y="93"/>
                    <a:pt x="3484" y="190"/>
                    <a:pt x="3484" y="287"/>
                  </a:cubicBezTo>
                  <a:lnTo>
                    <a:pt x="3484" y="439"/>
                  </a:lnTo>
                  <a:cubicBezTo>
                    <a:pt x="3484" y="536"/>
                    <a:pt x="3424" y="615"/>
                    <a:pt x="3332" y="633"/>
                  </a:cubicBezTo>
                  <a:lnTo>
                    <a:pt x="3290" y="633"/>
                  </a:lnTo>
                  <a:lnTo>
                    <a:pt x="190" y="1211"/>
                  </a:lnTo>
                  <a:lnTo>
                    <a:pt x="116" y="693"/>
                  </a:lnTo>
                  <a:lnTo>
                    <a:pt x="1345" y="462"/>
                  </a:lnTo>
                  <a:lnTo>
                    <a:pt x="1345" y="287"/>
                  </a:lnTo>
                  <a:cubicBezTo>
                    <a:pt x="1345" y="190"/>
                    <a:pt x="1442" y="93"/>
                    <a:pt x="1539" y="93"/>
                  </a:cubicBezTo>
                  <a:close/>
                  <a:moveTo>
                    <a:pt x="1539" y="0"/>
                  </a:moveTo>
                  <a:cubicBezTo>
                    <a:pt x="1387" y="0"/>
                    <a:pt x="1253" y="134"/>
                    <a:pt x="1253" y="287"/>
                  </a:cubicBezTo>
                  <a:lnTo>
                    <a:pt x="1253" y="384"/>
                  </a:lnTo>
                  <a:lnTo>
                    <a:pt x="1" y="615"/>
                  </a:lnTo>
                  <a:lnTo>
                    <a:pt x="116" y="1326"/>
                  </a:lnTo>
                  <a:lnTo>
                    <a:pt x="3406" y="712"/>
                  </a:lnTo>
                  <a:lnTo>
                    <a:pt x="3406" y="670"/>
                  </a:lnTo>
                  <a:cubicBezTo>
                    <a:pt x="3484" y="633"/>
                    <a:pt x="3581" y="555"/>
                    <a:pt x="3581" y="439"/>
                  </a:cubicBezTo>
                  <a:lnTo>
                    <a:pt x="3581" y="287"/>
                  </a:lnTo>
                  <a:cubicBezTo>
                    <a:pt x="3581" y="134"/>
                    <a:pt x="3448" y="0"/>
                    <a:pt x="327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83"/>
            <p:cNvSpPr/>
            <p:nvPr/>
          </p:nvSpPr>
          <p:spPr>
            <a:xfrm>
              <a:off x="2029818" y="2933116"/>
              <a:ext cx="87241" cy="1880443"/>
            </a:xfrm>
            <a:custGeom>
              <a:rect b="b" l="l" r="r" t="t"/>
              <a:pathLst>
                <a:path extrusionOk="0" h="6294" w="292">
                  <a:moveTo>
                    <a:pt x="116" y="0"/>
                  </a:moveTo>
                  <a:cubicBezTo>
                    <a:pt x="42" y="0"/>
                    <a:pt x="0" y="37"/>
                    <a:pt x="0" y="116"/>
                  </a:cubicBezTo>
                  <a:lnTo>
                    <a:pt x="0" y="6159"/>
                  </a:lnTo>
                  <a:cubicBezTo>
                    <a:pt x="0" y="6238"/>
                    <a:pt x="42" y="6293"/>
                    <a:pt x="116" y="6293"/>
                  </a:cubicBezTo>
                  <a:lnTo>
                    <a:pt x="291" y="6293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83"/>
            <p:cNvSpPr/>
            <p:nvPr/>
          </p:nvSpPr>
          <p:spPr>
            <a:xfrm>
              <a:off x="2013087" y="2915190"/>
              <a:ext cx="120404" cy="1909423"/>
            </a:xfrm>
            <a:custGeom>
              <a:rect b="b" l="l" r="r" t="t"/>
              <a:pathLst>
                <a:path extrusionOk="0" h="6391" w="403">
                  <a:moveTo>
                    <a:pt x="310" y="97"/>
                  </a:moveTo>
                  <a:lnTo>
                    <a:pt x="310" y="6298"/>
                  </a:lnTo>
                  <a:lnTo>
                    <a:pt x="172" y="6298"/>
                  </a:lnTo>
                  <a:cubicBezTo>
                    <a:pt x="135" y="6298"/>
                    <a:pt x="98" y="6256"/>
                    <a:pt x="98" y="6219"/>
                  </a:cubicBezTo>
                  <a:lnTo>
                    <a:pt x="98" y="176"/>
                  </a:lnTo>
                  <a:cubicBezTo>
                    <a:pt x="98" y="134"/>
                    <a:pt x="135" y="97"/>
                    <a:pt x="172" y="97"/>
                  </a:cubicBezTo>
                  <a:close/>
                  <a:moveTo>
                    <a:pt x="172" y="0"/>
                  </a:moveTo>
                  <a:cubicBezTo>
                    <a:pt x="79" y="0"/>
                    <a:pt x="1" y="79"/>
                    <a:pt x="1" y="176"/>
                  </a:cubicBezTo>
                  <a:lnTo>
                    <a:pt x="1" y="6219"/>
                  </a:lnTo>
                  <a:cubicBezTo>
                    <a:pt x="1" y="6316"/>
                    <a:pt x="79" y="6390"/>
                    <a:pt x="172" y="6390"/>
                  </a:cubicBezTo>
                  <a:lnTo>
                    <a:pt x="403" y="6390"/>
                  </a:lnTo>
                  <a:lnTo>
                    <a:pt x="403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83"/>
            <p:cNvSpPr/>
            <p:nvPr/>
          </p:nvSpPr>
          <p:spPr>
            <a:xfrm>
              <a:off x="2098834" y="2926245"/>
              <a:ext cx="921108" cy="1887314"/>
            </a:xfrm>
            <a:custGeom>
              <a:rect b="b" l="l" r="r" t="t"/>
              <a:pathLst>
                <a:path extrusionOk="0" h="6317" w="3083">
                  <a:moveTo>
                    <a:pt x="116" y="0"/>
                  </a:moveTo>
                  <a:cubicBezTo>
                    <a:pt x="60" y="0"/>
                    <a:pt x="0" y="60"/>
                    <a:pt x="0" y="116"/>
                  </a:cubicBezTo>
                  <a:lnTo>
                    <a:pt x="0" y="6201"/>
                  </a:lnTo>
                  <a:cubicBezTo>
                    <a:pt x="0" y="6279"/>
                    <a:pt x="60" y="6316"/>
                    <a:pt x="116" y="6316"/>
                  </a:cubicBezTo>
                  <a:lnTo>
                    <a:pt x="2985" y="5757"/>
                  </a:lnTo>
                  <a:cubicBezTo>
                    <a:pt x="3045" y="5757"/>
                    <a:pt x="3082" y="5702"/>
                    <a:pt x="3082" y="5642"/>
                  </a:cubicBezTo>
                  <a:lnTo>
                    <a:pt x="3082" y="485"/>
                  </a:lnTo>
                  <a:cubicBezTo>
                    <a:pt x="3082" y="425"/>
                    <a:pt x="3045" y="370"/>
                    <a:pt x="2985" y="370"/>
                  </a:cubicBezTo>
                  <a:lnTo>
                    <a:pt x="1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83"/>
            <p:cNvSpPr/>
            <p:nvPr/>
          </p:nvSpPr>
          <p:spPr>
            <a:xfrm>
              <a:off x="2082102" y="2914294"/>
              <a:ext cx="948894" cy="1913008"/>
            </a:xfrm>
            <a:custGeom>
              <a:rect b="b" l="l" r="r" t="t"/>
              <a:pathLst>
                <a:path extrusionOk="0" h="6403" w="3176">
                  <a:moveTo>
                    <a:pt x="172" y="100"/>
                  </a:moveTo>
                  <a:lnTo>
                    <a:pt x="3041" y="447"/>
                  </a:lnTo>
                  <a:cubicBezTo>
                    <a:pt x="3060" y="447"/>
                    <a:pt x="3083" y="484"/>
                    <a:pt x="3083" y="525"/>
                  </a:cubicBezTo>
                  <a:lnTo>
                    <a:pt x="3083" y="5682"/>
                  </a:lnTo>
                  <a:cubicBezTo>
                    <a:pt x="3083" y="5723"/>
                    <a:pt x="3060" y="5760"/>
                    <a:pt x="3041" y="5760"/>
                  </a:cubicBezTo>
                  <a:lnTo>
                    <a:pt x="153" y="6301"/>
                  </a:lnTo>
                  <a:lnTo>
                    <a:pt x="116" y="6301"/>
                  </a:lnTo>
                  <a:cubicBezTo>
                    <a:pt x="116" y="6278"/>
                    <a:pt x="98" y="6259"/>
                    <a:pt x="98" y="6241"/>
                  </a:cubicBezTo>
                  <a:lnTo>
                    <a:pt x="98" y="156"/>
                  </a:lnTo>
                  <a:cubicBezTo>
                    <a:pt x="98" y="119"/>
                    <a:pt x="135" y="100"/>
                    <a:pt x="172" y="100"/>
                  </a:cubicBezTo>
                  <a:close/>
                  <a:moveTo>
                    <a:pt x="149" y="0"/>
                  </a:moveTo>
                  <a:cubicBezTo>
                    <a:pt x="80" y="0"/>
                    <a:pt x="1" y="72"/>
                    <a:pt x="1" y="156"/>
                  </a:cubicBezTo>
                  <a:lnTo>
                    <a:pt x="1" y="6241"/>
                  </a:lnTo>
                  <a:cubicBezTo>
                    <a:pt x="1" y="6301"/>
                    <a:pt x="19" y="6338"/>
                    <a:pt x="56" y="6356"/>
                  </a:cubicBezTo>
                  <a:cubicBezTo>
                    <a:pt x="86" y="6383"/>
                    <a:pt x="114" y="6403"/>
                    <a:pt x="141" y="6403"/>
                  </a:cubicBezTo>
                  <a:cubicBezTo>
                    <a:pt x="151" y="6403"/>
                    <a:pt x="162" y="6400"/>
                    <a:pt x="172" y="6393"/>
                  </a:cubicBezTo>
                  <a:lnTo>
                    <a:pt x="3060" y="5857"/>
                  </a:lnTo>
                  <a:cubicBezTo>
                    <a:pt x="3138" y="5839"/>
                    <a:pt x="3175" y="5760"/>
                    <a:pt x="3175" y="5682"/>
                  </a:cubicBezTo>
                  <a:lnTo>
                    <a:pt x="3175" y="525"/>
                  </a:lnTo>
                  <a:cubicBezTo>
                    <a:pt x="3175" y="447"/>
                    <a:pt x="3138" y="368"/>
                    <a:pt x="3060" y="350"/>
                  </a:cubicBezTo>
                  <a:lnTo>
                    <a:pt x="172" y="3"/>
                  </a:lnTo>
                  <a:cubicBezTo>
                    <a:pt x="164" y="1"/>
                    <a:pt x="157" y="0"/>
                    <a:pt x="14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83"/>
            <p:cNvSpPr/>
            <p:nvPr/>
          </p:nvSpPr>
          <p:spPr>
            <a:xfrm>
              <a:off x="1415548" y="735374"/>
              <a:ext cx="183744" cy="3773135"/>
            </a:xfrm>
            <a:custGeom>
              <a:rect b="b" l="l" r="r" t="t"/>
              <a:pathLst>
                <a:path extrusionOk="0" h="12629" w="615">
                  <a:moveTo>
                    <a:pt x="250" y="0"/>
                  </a:moveTo>
                  <a:cubicBezTo>
                    <a:pt x="116" y="0"/>
                    <a:pt x="0" y="97"/>
                    <a:pt x="0" y="231"/>
                  </a:cubicBezTo>
                  <a:lnTo>
                    <a:pt x="0" y="12397"/>
                  </a:lnTo>
                  <a:cubicBezTo>
                    <a:pt x="0" y="12531"/>
                    <a:pt x="116" y="12628"/>
                    <a:pt x="250" y="12628"/>
                  </a:cubicBezTo>
                  <a:lnTo>
                    <a:pt x="615" y="12628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83"/>
            <p:cNvSpPr/>
            <p:nvPr/>
          </p:nvSpPr>
          <p:spPr>
            <a:xfrm>
              <a:off x="1403000" y="717448"/>
              <a:ext cx="207346" cy="3808987"/>
            </a:xfrm>
            <a:custGeom>
              <a:rect b="b" l="l" r="r" t="t"/>
              <a:pathLst>
                <a:path extrusionOk="0" h="12749" w="694">
                  <a:moveTo>
                    <a:pt x="597" y="97"/>
                  </a:moveTo>
                  <a:lnTo>
                    <a:pt x="597" y="12651"/>
                  </a:lnTo>
                  <a:lnTo>
                    <a:pt x="292" y="12651"/>
                  </a:lnTo>
                  <a:cubicBezTo>
                    <a:pt x="176" y="12651"/>
                    <a:pt x="98" y="12554"/>
                    <a:pt x="98" y="12457"/>
                  </a:cubicBezTo>
                  <a:lnTo>
                    <a:pt x="98" y="291"/>
                  </a:lnTo>
                  <a:cubicBezTo>
                    <a:pt x="98" y="194"/>
                    <a:pt x="176" y="97"/>
                    <a:pt x="292" y="97"/>
                  </a:cubicBezTo>
                  <a:close/>
                  <a:moveTo>
                    <a:pt x="292" y="0"/>
                  </a:moveTo>
                  <a:cubicBezTo>
                    <a:pt x="116" y="0"/>
                    <a:pt x="1" y="139"/>
                    <a:pt x="1" y="291"/>
                  </a:cubicBezTo>
                  <a:lnTo>
                    <a:pt x="1" y="12457"/>
                  </a:lnTo>
                  <a:cubicBezTo>
                    <a:pt x="1" y="12614"/>
                    <a:pt x="116" y="12748"/>
                    <a:pt x="292" y="12748"/>
                  </a:cubicBezTo>
                  <a:lnTo>
                    <a:pt x="694" y="12748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83"/>
            <p:cNvSpPr/>
            <p:nvPr/>
          </p:nvSpPr>
          <p:spPr>
            <a:xfrm>
              <a:off x="1558958" y="729697"/>
              <a:ext cx="2024167" cy="3785384"/>
            </a:xfrm>
            <a:custGeom>
              <a:rect b="b" l="l" r="r" t="t"/>
              <a:pathLst>
                <a:path extrusionOk="0" h="12670" w="6775">
                  <a:moveTo>
                    <a:pt x="250" y="1"/>
                  </a:moveTo>
                  <a:cubicBezTo>
                    <a:pt x="116" y="1"/>
                    <a:pt x="1" y="98"/>
                    <a:pt x="1" y="232"/>
                  </a:cubicBezTo>
                  <a:lnTo>
                    <a:pt x="1" y="12458"/>
                  </a:lnTo>
                  <a:cubicBezTo>
                    <a:pt x="1" y="12578"/>
                    <a:pt x="94" y="12669"/>
                    <a:pt x="211" y="12669"/>
                  </a:cubicBezTo>
                  <a:cubicBezTo>
                    <a:pt x="224" y="12669"/>
                    <a:pt x="237" y="12668"/>
                    <a:pt x="250" y="12666"/>
                  </a:cubicBezTo>
                  <a:lnTo>
                    <a:pt x="6585" y="11552"/>
                  </a:lnTo>
                  <a:cubicBezTo>
                    <a:pt x="6682" y="11534"/>
                    <a:pt x="6774" y="11418"/>
                    <a:pt x="6774" y="11303"/>
                  </a:cubicBezTo>
                  <a:lnTo>
                    <a:pt x="6774" y="943"/>
                  </a:lnTo>
                  <a:cubicBezTo>
                    <a:pt x="6774" y="828"/>
                    <a:pt x="6682" y="731"/>
                    <a:pt x="6585" y="712"/>
                  </a:cubicBezTo>
                  <a:lnTo>
                    <a:pt x="25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83"/>
            <p:cNvSpPr/>
            <p:nvPr/>
          </p:nvSpPr>
          <p:spPr>
            <a:xfrm>
              <a:off x="1546708" y="716850"/>
              <a:ext cx="2048666" cy="3811676"/>
            </a:xfrm>
            <a:custGeom>
              <a:rect b="b" l="l" r="r" t="t"/>
              <a:pathLst>
                <a:path extrusionOk="0" h="12758" w="6857">
                  <a:moveTo>
                    <a:pt x="258" y="97"/>
                  </a:moveTo>
                  <a:cubicBezTo>
                    <a:pt x="269" y="97"/>
                    <a:pt x="280" y="97"/>
                    <a:pt x="291" y="99"/>
                  </a:cubicBezTo>
                  <a:lnTo>
                    <a:pt x="6626" y="811"/>
                  </a:lnTo>
                  <a:cubicBezTo>
                    <a:pt x="6700" y="811"/>
                    <a:pt x="6760" y="889"/>
                    <a:pt x="6760" y="986"/>
                  </a:cubicBezTo>
                  <a:lnTo>
                    <a:pt x="6760" y="11346"/>
                  </a:lnTo>
                  <a:cubicBezTo>
                    <a:pt x="6760" y="11438"/>
                    <a:pt x="6700" y="11535"/>
                    <a:pt x="6626" y="11554"/>
                  </a:cubicBezTo>
                  <a:lnTo>
                    <a:pt x="291" y="12653"/>
                  </a:lnTo>
                  <a:cubicBezTo>
                    <a:pt x="275" y="12658"/>
                    <a:pt x="259" y="12661"/>
                    <a:pt x="244" y="12661"/>
                  </a:cubicBezTo>
                  <a:cubicBezTo>
                    <a:pt x="204" y="12661"/>
                    <a:pt x="171" y="12643"/>
                    <a:pt x="157" y="12616"/>
                  </a:cubicBezTo>
                  <a:cubicBezTo>
                    <a:pt x="116" y="12593"/>
                    <a:pt x="97" y="12556"/>
                    <a:pt x="97" y="12501"/>
                  </a:cubicBezTo>
                  <a:lnTo>
                    <a:pt x="97" y="275"/>
                  </a:lnTo>
                  <a:cubicBezTo>
                    <a:pt x="97" y="171"/>
                    <a:pt x="161" y="97"/>
                    <a:pt x="258" y="97"/>
                  </a:cubicBezTo>
                  <a:close/>
                  <a:moveTo>
                    <a:pt x="274" y="0"/>
                  </a:moveTo>
                  <a:cubicBezTo>
                    <a:pt x="120" y="0"/>
                    <a:pt x="0" y="112"/>
                    <a:pt x="0" y="275"/>
                  </a:cubicBezTo>
                  <a:lnTo>
                    <a:pt x="0" y="12501"/>
                  </a:lnTo>
                  <a:cubicBezTo>
                    <a:pt x="0" y="12575"/>
                    <a:pt x="23" y="12653"/>
                    <a:pt x="79" y="12690"/>
                  </a:cubicBezTo>
                  <a:cubicBezTo>
                    <a:pt x="124" y="12736"/>
                    <a:pt x="177" y="12757"/>
                    <a:pt x="242" y="12757"/>
                  </a:cubicBezTo>
                  <a:cubicBezTo>
                    <a:pt x="263" y="12757"/>
                    <a:pt x="286" y="12755"/>
                    <a:pt x="310" y="12750"/>
                  </a:cubicBezTo>
                  <a:lnTo>
                    <a:pt x="6644" y="11651"/>
                  </a:lnTo>
                  <a:cubicBezTo>
                    <a:pt x="6760" y="11614"/>
                    <a:pt x="6857" y="11498"/>
                    <a:pt x="6857" y="11346"/>
                  </a:cubicBezTo>
                  <a:lnTo>
                    <a:pt x="6857" y="986"/>
                  </a:lnTo>
                  <a:cubicBezTo>
                    <a:pt x="6857" y="852"/>
                    <a:pt x="6760" y="718"/>
                    <a:pt x="6626" y="718"/>
                  </a:cubicBezTo>
                  <a:lnTo>
                    <a:pt x="310" y="2"/>
                  </a:lnTo>
                  <a:cubicBezTo>
                    <a:pt x="298" y="1"/>
                    <a:pt x="286" y="0"/>
                    <a:pt x="27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83"/>
            <p:cNvSpPr/>
            <p:nvPr/>
          </p:nvSpPr>
          <p:spPr>
            <a:xfrm>
              <a:off x="1656954" y="867131"/>
              <a:ext cx="1851478" cy="3504244"/>
            </a:xfrm>
            <a:custGeom>
              <a:rect b="b" l="l" r="r" t="t"/>
              <a:pathLst>
                <a:path extrusionOk="0" h="11729" w="6197">
                  <a:moveTo>
                    <a:pt x="216" y="1"/>
                  </a:moveTo>
                  <a:cubicBezTo>
                    <a:pt x="97" y="1"/>
                    <a:pt x="1" y="89"/>
                    <a:pt x="1" y="215"/>
                  </a:cubicBezTo>
                  <a:lnTo>
                    <a:pt x="1" y="11536"/>
                  </a:lnTo>
                  <a:cubicBezTo>
                    <a:pt x="1" y="11656"/>
                    <a:pt x="94" y="11728"/>
                    <a:pt x="210" y="11728"/>
                  </a:cubicBezTo>
                  <a:cubicBezTo>
                    <a:pt x="223" y="11728"/>
                    <a:pt x="237" y="11727"/>
                    <a:pt x="250" y="11725"/>
                  </a:cubicBezTo>
                  <a:lnTo>
                    <a:pt x="6026" y="10783"/>
                  </a:lnTo>
                  <a:cubicBezTo>
                    <a:pt x="6123" y="10764"/>
                    <a:pt x="6197" y="10649"/>
                    <a:pt x="6197" y="10552"/>
                  </a:cubicBezTo>
                  <a:lnTo>
                    <a:pt x="6197" y="811"/>
                  </a:lnTo>
                  <a:cubicBezTo>
                    <a:pt x="6197" y="696"/>
                    <a:pt x="6123" y="599"/>
                    <a:pt x="6026" y="580"/>
                  </a:cubicBezTo>
                  <a:lnTo>
                    <a:pt x="250" y="3"/>
                  </a:lnTo>
                  <a:cubicBezTo>
                    <a:pt x="239" y="1"/>
                    <a:pt x="227" y="1"/>
                    <a:pt x="2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83"/>
            <p:cNvSpPr/>
            <p:nvPr/>
          </p:nvSpPr>
          <p:spPr>
            <a:xfrm>
              <a:off x="1644704" y="849504"/>
              <a:ext cx="1881653" cy="3539499"/>
            </a:xfrm>
            <a:custGeom>
              <a:rect b="b" l="l" r="r" t="t"/>
              <a:pathLst>
                <a:path extrusionOk="0" h="11847" w="6298">
                  <a:moveTo>
                    <a:pt x="273" y="99"/>
                  </a:moveTo>
                  <a:lnTo>
                    <a:pt x="6067" y="695"/>
                  </a:lnTo>
                  <a:cubicBezTo>
                    <a:pt x="6122" y="695"/>
                    <a:pt x="6201" y="773"/>
                    <a:pt x="6201" y="870"/>
                  </a:cubicBezTo>
                  <a:lnTo>
                    <a:pt x="6201" y="10611"/>
                  </a:lnTo>
                  <a:cubicBezTo>
                    <a:pt x="6201" y="10689"/>
                    <a:pt x="6122" y="10786"/>
                    <a:pt x="6067" y="10786"/>
                  </a:cubicBezTo>
                  <a:lnTo>
                    <a:pt x="273" y="11747"/>
                  </a:lnTo>
                  <a:cubicBezTo>
                    <a:pt x="263" y="11749"/>
                    <a:pt x="254" y="11750"/>
                    <a:pt x="244" y="11750"/>
                  </a:cubicBezTo>
                  <a:cubicBezTo>
                    <a:pt x="161" y="11750"/>
                    <a:pt x="97" y="11678"/>
                    <a:pt x="97" y="11595"/>
                  </a:cubicBezTo>
                  <a:lnTo>
                    <a:pt x="97" y="274"/>
                  </a:lnTo>
                  <a:cubicBezTo>
                    <a:pt x="97" y="159"/>
                    <a:pt x="176" y="99"/>
                    <a:pt x="273" y="99"/>
                  </a:cubicBezTo>
                  <a:close/>
                  <a:moveTo>
                    <a:pt x="262" y="0"/>
                  </a:moveTo>
                  <a:cubicBezTo>
                    <a:pt x="118" y="0"/>
                    <a:pt x="0" y="127"/>
                    <a:pt x="0" y="274"/>
                  </a:cubicBezTo>
                  <a:lnTo>
                    <a:pt x="0" y="11595"/>
                  </a:lnTo>
                  <a:cubicBezTo>
                    <a:pt x="0" y="11736"/>
                    <a:pt x="116" y="11846"/>
                    <a:pt x="258" y="11846"/>
                  </a:cubicBezTo>
                  <a:cubicBezTo>
                    <a:pt x="269" y="11846"/>
                    <a:pt x="280" y="11846"/>
                    <a:pt x="291" y="11844"/>
                  </a:cubicBezTo>
                  <a:lnTo>
                    <a:pt x="6067" y="10879"/>
                  </a:lnTo>
                  <a:cubicBezTo>
                    <a:pt x="6201" y="10860"/>
                    <a:pt x="6298" y="10745"/>
                    <a:pt x="6298" y="10611"/>
                  </a:cubicBezTo>
                  <a:lnTo>
                    <a:pt x="6298" y="870"/>
                  </a:lnTo>
                  <a:cubicBezTo>
                    <a:pt x="6298" y="736"/>
                    <a:pt x="6201" y="621"/>
                    <a:pt x="6067" y="598"/>
                  </a:cubicBezTo>
                  <a:lnTo>
                    <a:pt x="291" y="2"/>
                  </a:lnTo>
                  <a:cubicBezTo>
                    <a:pt x="281" y="1"/>
                    <a:pt x="272" y="0"/>
                    <a:pt x="26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83"/>
            <p:cNvSpPr/>
            <p:nvPr/>
          </p:nvSpPr>
          <p:spPr>
            <a:xfrm>
              <a:off x="1989783" y="4749630"/>
              <a:ext cx="661477" cy="190912"/>
            </a:xfrm>
            <a:custGeom>
              <a:rect b="b" l="l" r="r" t="t"/>
              <a:pathLst>
                <a:path extrusionOk="0" h="639" w="2214">
                  <a:moveTo>
                    <a:pt x="231" y="1"/>
                  </a:moveTo>
                  <a:cubicBezTo>
                    <a:pt x="97" y="1"/>
                    <a:pt x="0" y="116"/>
                    <a:pt x="0" y="250"/>
                  </a:cubicBezTo>
                  <a:lnTo>
                    <a:pt x="0" y="407"/>
                  </a:lnTo>
                  <a:cubicBezTo>
                    <a:pt x="0" y="541"/>
                    <a:pt x="97" y="639"/>
                    <a:pt x="231" y="639"/>
                  </a:cubicBezTo>
                  <a:lnTo>
                    <a:pt x="1964" y="639"/>
                  </a:lnTo>
                  <a:cubicBezTo>
                    <a:pt x="2098" y="639"/>
                    <a:pt x="2214" y="541"/>
                    <a:pt x="2214" y="407"/>
                  </a:cubicBezTo>
                  <a:lnTo>
                    <a:pt x="2214" y="250"/>
                  </a:lnTo>
                  <a:cubicBezTo>
                    <a:pt x="2214" y="116"/>
                    <a:pt x="2098" y="1"/>
                    <a:pt x="19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83"/>
            <p:cNvSpPr/>
            <p:nvPr/>
          </p:nvSpPr>
          <p:spPr>
            <a:xfrm>
              <a:off x="1973052" y="4738576"/>
              <a:ext cx="690756" cy="218399"/>
            </a:xfrm>
            <a:custGeom>
              <a:rect b="b" l="l" r="r" t="t"/>
              <a:pathLst>
                <a:path extrusionOk="0" h="731" w="2312">
                  <a:moveTo>
                    <a:pt x="2020" y="98"/>
                  </a:moveTo>
                  <a:cubicBezTo>
                    <a:pt x="2136" y="98"/>
                    <a:pt x="2233" y="172"/>
                    <a:pt x="2233" y="287"/>
                  </a:cubicBezTo>
                  <a:lnTo>
                    <a:pt x="2233" y="444"/>
                  </a:lnTo>
                  <a:cubicBezTo>
                    <a:pt x="2233" y="542"/>
                    <a:pt x="2136" y="634"/>
                    <a:pt x="2020" y="634"/>
                  </a:cubicBezTo>
                  <a:lnTo>
                    <a:pt x="287" y="634"/>
                  </a:lnTo>
                  <a:cubicBezTo>
                    <a:pt x="190" y="634"/>
                    <a:pt x="98" y="542"/>
                    <a:pt x="98" y="444"/>
                  </a:cubicBezTo>
                  <a:lnTo>
                    <a:pt x="98" y="287"/>
                  </a:lnTo>
                  <a:cubicBezTo>
                    <a:pt x="98" y="172"/>
                    <a:pt x="190" y="98"/>
                    <a:pt x="287" y="98"/>
                  </a:cubicBezTo>
                  <a:close/>
                  <a:moveTo>
                    <a:pt x="287" y="1"/>
                  </a:moveTo>
                  <a:cubicBezTo>
                    <a:pt x="135" y="1"/>
                    <a:pt x="1" y="135"/>
                    <a:pt x="1" y="287"/>
                  </a:cubicBezTo>
                  <a:lnTo>
                    <a:pt x="1" y="444"/>
                  </a:lnTo>
                  <a:cubicBezTo>
                    <a:pt x="1" y="597"/>
                    <a:pt x="135" y="731"/>
                    <a:pt x="287" y="731"/>
                  </a:cubicBezTo>
                  <a:lnTo>
                    <a:pt x="2020" y="731"/>
                  </a:lnTo>
                  <a:cubicBezTo>
                    <a:pt x="2196" y="731"/>
                    <a:pt x="2311" y="597"/>
                    <a:pt x="2311" y="444"/>
                  </a:cubicBezTo>
                  <a:lnTo>
                    <a:pt x="2311" y="287"/>
                  </a:lnTo>
                  <a:cubicBezTo>
                    <a:pt x="2311" y="135"/>
                    <a:pt x="2196" y="1"/>
                    <a:pt x="202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83"/>
            <p:cNvSpPr/>
            <p:nvPr/>
          </p:nvSpPr>
          <p:spPr>
            <a:xfrm>
              <a:off x="2047744" y="4566186"/>
              <a:ext cx="1489667" cy="183742"/>
            </a:xfrm>
            <a:custGeom>
              <a:rect b="b" l="l" r="r" t="t"/>
              <a:pathLst>
                <a:path extrusionOk="0" h="615" w="4986">
                  <a:moveTo>
                    <a:pt x="3387" y="0"/>
                  </a:moveTo>
                  <a:lnTo>
                    <a:pt x="0" y="615"/>
                  </a:lnTo>
                  <a:lnTo>
                    <a:pt x="1770" y="615"/>
                  </a:lnTo>
                  <a:lnTo>
                    <a:pt x="4986" y="19"/>
                  </a:lnTo>
                  <a:lnTo>
                    <a:pt x="33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83"/>
            <p:cNvSpPr/>
            <p:nvPr/>
          </p:nvSpPr>
          <p:spPr>
            <a:xfrm>
              <a:off x="2042067" y="4555132"/>
              <a:ext cx="1501020" cy="212722"/>
            </a:xfrm>
            <a:custGeom>
              <a:rect b="b" l="l" r="r" t="t"/>
              <a:pathLst>
                <a:path extrusionOk="0" h="712" w="5024">
                  <a:moveTo>
                    <a:pt x="4524" y="93"/>
                  </a:moveTo>
                  <a:lnTo>
                    <a:pt x="1789" y="615"/>
                  </a:lnTo>
                  <a:lnTo>
                    <a:pt x="537" y="615"/>
                  </a:lnTo>
                  <a:lnTo>
                    <a:pt x="3425" y="93"/>
                  </a:lnTo>
                  <a:close/>
                  <a:moveTo>
                    <a:pt x="3406" y="0"/>
                  </a:moveTo>
                  <a:lnTo>
                    <a:pt x="1" y="615"/>
                  </a:lnTo>
                  <a:lnTo>
                    <a:pt x="19" y="712"/>
                  </a:lnTo>
                  <a:lnTo>
                    <a:pt x="1789" y="712"/>
                  </a:lnTo>
                  <a:lnTo>
                    <a:pt x="5023" y="93"/>
                  </a:lnTo>
                  <a:lnTo>
                    <a:pt x="5005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83"/>
            <p:cNvSpPr/>
            <p:nvPr/>
          </p:nvSpPr>
          <p:spPr>
            <a:xfrm>
              <a:off x="3433734" y="1154845"/>
              <a:ext cx="40334" cy="420067"/>
            </a:xfrm>
            <a:custGeom>
              <a:rect b="b" l="l" r="r" t="t"/>
              <a:pathLst>
                <a:path extrusionOk="0" h="1406" w="135">
                  <a:moveTo>
                    <a:pt x="19" y="1"/>
                  </a:moveTo>
                  <a:cubicBezTo>
                    <a:pt x="0" y="19"/>
                    <a:pt x="0" y="19"/>
                    <a:pt x="0" y="61"/>
                  </a:cubicBezTo>
                  <a:cubicBezTo>
                    <a:pt x="60" y="481"/>
                    <a:pt x="60" y="925"/>
                    <a:pt x="0" y="1369"/>
                  </a:cubicBezTo>
                  <a:cubicBezTo>
                    <a:pt x="0" y="1387"/>
                    <a:pt x="19" y="1406"/>
                    <a:pt x="37" y="1406"/>
                  </a:cubicBezTo>
                  <a:cubicBezTo>
                    <a:pt x="60" y="1406"/>
                    <a:pt x="79" y="1387"/>
                    <a:pt x="79" y="1369"/>
                  </a:cubicBezTo>
                  <a:cubicBezTo>
                    <a:pt x="116" y="925"/>
                    <a:pt x="134" y="481"/>
                    <a:pt x="60" y="38"/>
                  </a:cubicBezTo>
                  <a:cubicBezTo>
                    <a:pt x="60" y="19"/>
                    <a:pt x="37" y="1"/>
                    <a:pt x="1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83"/>
            <p:cNvSpPr/>
            <p:nvPr/>
          </p:nvSpPr>
          <p:spPr>
            <a:xfrm>
              <a:off x="3364719" y="1143791"/>
              <a:ext cx="23603" cy="98593"/>
            </a:xfrm>
            <a:custGeom>
              <a:rect b="b" l="l" r="r" t="t"/>
              <a:pathLst>
                <a:path extrusionOk="0" h="330" w="79">
                  <a:moveTo>
                    <a:pt x="37" y="1"/>
                  </a:moveTo>
                  <a:cubicBezTo>
                    <a:pt x="19" y="1"/>
                    <a:pt x="0" y="19"/>
                    <a:pt x="0" y="38"/>
                  </a:cubicBezTo>
                  <a:lnTo>
                    <a:pt x="0" y="287"/>
                  </a:lnTo>
                  <a:cubicBezTo>
                    <a:pt x="0" y="306"/>
                    <a:pt x="19" y="329"/>
                    <a:pt x="37" y="329"/>
                  </a:cubicBezTo>
                  <a:cubicBezTo>
                    <a:pt x="60" y="329"/>
                    <a:pt x="79" y="306"/>
                    <a:pt x="79" y="287"/>
                  </a:cubicBezTo>
                  <a:lnTo>
                    <a:pt x="79" y="38"/>
                  </a:lnTo>
                  <a:cubicBezTo>
                    <a:pt x="79" y="19"/>
                    <a:pt x="60" y="1"/>
                    <a:pt x="37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83"/>
            <p:cNvSpPr/>
            <p:nvPr/>
          </p:nvSpPr>
          <p:spPr>
            <a:xfrm>
              <a:off x="1995161" y="303354"/>
              <a:ext cx="1956645" cy="2744478"/>
            </a:xfrm>
            <a:custGeom>
              <a:rect b="b" l="l" r="r" t="t"/>
              <a:pathLst>
                <a:path extrusionOk="0" h="9186" w="6549">
                  <a:moveTo>
                    <a:pt x="176" y="0"/>
                  </a:moveTo>
                  <a:cubicBezTo>
                    <a:pt x="79" y="0"/>
                    <a:pt x="1" y="79"/>
                    <a:pt x="1" y="157"/>
                  </a:cubicBezTo>
                  <a:lnTo>
                    <a:pt x="1" y="9010"/>
                  </a:lnTo>
                  <a:cubicBezTo>
                    <a:pt x="1" y="9107"/>
                    <a:pt x="79" y="9186"/>
                    <a:pt x="176" y="9186"/>
                  </a:cubicBezTo>
                  <a:lnTo>
                    <a:pt x="6396" y="9186"/>
                  </a:lnTo>
                  <a:cubicBezTo>
                    <a:pt x="6493" y="9186"/>
                    <a:pt x="6548" y="9107"/>
                    <a:pt x="6548" y="9010"/>
                  </a:cubicBezTo>
                  <a:lnTo>
                    <a:pt x="6548" y="157"/>
                  </a:lnTo>
                  <a:cubicBezTo>
                    <a:pt x="6548" y="79"/>
                    <a:pt x="6493" y="0"/>
                    <a:pt x="63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83"/>
            <p:cNvSpPr/>
            <p:nvPr/>
          </p:nvSpPr>
          <p:spPr>
            <a:xfrm>
              <a:off x="1984106" y="292300"/>
              <a:ext cx="1985625" cy="2766587"/>
            </a:xfrm>
            <a:custGeom>
              <a:rect b="b" l="l" r="r" t="t"/>
              <a:pathLst>
                <a:path extrusionOk="0" h="9260" w="6646">
                  <a:moveTo>
                    <a:pt x="6433" y="97"/>
                  </a:moveTo>
                  <a:cubicBezTo>
                    <a:pt x="6488" y="97"/>
                    <a:pt x="6548" y="134"/>
                    <a:pt x="6548" y="194"/>
                  </a:cubicBezTo>
                  <a:lnTo>
                    <a:pt x="6548" y="9047"/>
                  </a:lnTo>
                  <a:cubicBezTo>
                    <a:pt x="6548" y="9126"/>
                    <a:pt x="6488" y="9163"/>
                    <a:pt x="6433" y="9163"/>
                  </a:cubicBezTo>
                  <a:lnTo>
                    <a:pt x="213" y="9163"/>
                  </a:lnTo>
                  <a:cubicBezTo>
                    <a:pt x="135" y="9163"/>
                    <a:pt x="98" y="9126"/>
                    <a:pt x="98" y="9047"/>
                  </a:cubicBezTo>
                  <a:lnTo>
                    <a:pt x="98" y="194"/>
                  </a:lnTo>
                  <a:cubicBezTo>
                    <a:pt x="98" y="134"/>
                    <a:pt x="135" y="97"/>
                    <a:pt x="213" y="97"/>
                  </a:cubicBezTo>
                  <a:close/>
                  <a:moveTo>
                    <a:pt x="213" y="0"/>
                  </a:moveTo>
                  <a:cubicBezTo>
                    <a:pt x="98" y="0"/>
                    <a:pt x="1" y="97"/>
                    <a:pt x="1" y="194"/>
                  </a:cubicBezTo>
                  <a:lnTo>
                    <a:pt x="1" y="9047"/>
                  </a:lnTo>
                  <a:cubicBezTo>
                    <a:pt x="1" y="9163"/>
                    <a:pt x="98" y="9260"/>
                    <a:pt x="213" y="9260"/>
                  </a:cubicBezTo>
                  <a:lnTo>
                    <a:pt x="6433" y="9260"/>
                  </a:lnTo>
                  <a:cubicBezTo>
                    <a:pt x="6548" y="9260"/>
                    <a:pt x="6645" y="9163"/>
                    <a:pt x="6645" y="9047"/>
                  </a:cubicBezTo>
                  <a:lnTo>
                    <a:pt x="6645" y="194"/>
                  </a:lnTo>
                  <a:cubicBezTo>
                    <a:pt x="6645" y="97"/>
                    <a:pt x="6548" y="0"/>
                    <a:pt x="6433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83"/>
            <p:cNvSpPr/>
            <p:nvPr/>
          </p:nvSpPr>
          <p:spPr>
            <a:xfrm>
              <a:off x="1995161" y="303354"/>
              <a:ext cx="1956645" cy="207345"/>
            </a:xfrm>
            <a:custGeom>
              <a:rect b="b" l="l" r="r" t="t"/>
              <a:pathLst>
                <a:path extrusionOk="0" h="694" w="6549">
                  <a:moveTo>
                    <a:pt x="176" y="0"/>
                  </a:moveTo>
                  <a:cubicBezTo>
                    <a:pt x="79" y="0"/>
                    <a:pt x="1" y="79"/>
                    <a:pt x="1" y="157"/>
                  </a:cubicBezTo>
                  <a:lnTo>
                    <a:pt x="1" y="693"/>
                  </a:lnTo>
                  <a:lnTo>
                    <a:pt x="6548" y="693"/>
                  </a:lnTo>
                  <a:lnTo>
                    <a:pt x="6548" y="157"/>
                  </a:lnTo>
                  <a:cubicBezTo>
                    <a:pt x="6548" y="79"/>
                    <a:pt x="6493" y="0"/>
                    <a:pt x="63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83"/>
            <p:cNvSpPr/>
            <p:nvPr/>
          </p:nvSpPr>
          <p:spPr>
            <a:xfrm>
              <a:off x="1984106" y="292300"/>
              <a:ext cx="1985625" cy="230649"/>
            </a:xfrm>
            <a:custGeom>
              <a:rect b="b" l="l" r="r" t="t"/>
              <a:pathLst>
                <a:path extrusionOk="0" h="772" w="6646">
                  <a:moveTo>
                    <a:pt x="6433" y="97"/>
                  </a:moveTo>
                  <a:cubicBezTo>
                    <a:pt x="6488" y="97"/>
                    <a:pt x="6548" y="134"/>
                    <a:pt x="6548" y="194"/>
                  </a:cubicBezTo>
                  <a:lnTo>
                    <a:pt x="6548" y="675"/>
                  </a:lnTo>
                  <a:lnTo>
                    <a:pt x="98" y="675"/>
                  </a:lnTo>
                  <a:lnTo>
                    <a:pt x="98" y="194"/>
                  </a:lnTo>
                  <a:cubicBezTo>
                    <a:pt x="98" y="134"/>
                    <a:pt x="135" y="97"/>
                    <a:pt x="213" y="97"/>
                  </a:cubicBezTo>
                  <a:close/>
                  <a:moveTo>
                    <a:pt x="213" y="0"/>
                  </a:moveTo>
                  <a:cubicBezTo>
                    <a:pt x="98" y="0"/>
                    <a:pt x="1" y="97"/>
                    <a:pt x="1" y="194"/>
                  </a:cubicBezTo>
                  <a:lnTo>
                    <a:pt x="1" y="730"/>
                  </a:lnTo>
                  <a:lnTo>
                    <a:pt x="38" y="772"/>
                  </a:lnTo>
                  <a:lnTo>
                    <a:pt x="6585" y="772"/>
                  </a:lnTo>
                  <a:lnTo>
                    <a:pt x="6645" y="730"/>
                  </a:lnTo>
                  <a:lnTo>
                    <a:pt x="6645" y="194"/>
                  </a:lnTo>
                  <a:cubicBezTo>
                    <a:pt x="6645" y="97"/>
                    <a:pt x="6548" y="0"/>
                    <a:pt x="6433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83"/>
            <p:cNvSpPr/>
            <p:nvPr/>
          </p:nvSpPr>
          <p:spPr>
            <a:xfrm>
              <a:off x="3428058" y="337713"/>
              <a:ext cx="120404" cy="121897"/>
            </a:xfrm>
            <a:custGeom>
              <a:rect b="b" l="l" r="r" t="t"/>
              <a:pathLst>
                <a:path extrusionOk="0" h="408" w="403">
                  <a:moveTo>
                    <a:pt x="213" y="1"/>
                  </a:moveTo>
                  <a:cubicBezTo>
                    <a:pt x="98" y="1"/>
                    <a:pt x="1" y="79"/>
                    <a:pt x="1" y="195"/>
                  </a:cubicBezTo>
                  <a:cubicBezTo>
                    <a:pt x="1" y="310"/>
                    <a:pt x="98" y="407"/>
                    <a:pt x="213" y="407"/>
                  </a:cubicBezTo>
                  <a:cubicBezTo>
                    <a:pt x="310" y="407"/>
                    <a:pt x="403" y="310"/>
                    <a:pt x="403" y="195"/>
                  </a:cubicBezTo>
                  <a:cubicBezTo>
                    <a:pt x="403" y="79"/>
                    <a:pt x="310" y="1"/>
                    <a:pt x="2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83"/>
            <p:cNvSpPr/>
            <p:nvPr/>
          </p:nvSpPr>
          <p:spPr>
            <a:xfrm>
              <a:off x="3412367" y="321281"/>
              <a:ext cx="144007" cy="149384"/>
            </a:xfrm>
            <a:custGeom>
              <a:rect b="b" l="l" r="r" t="t"/>
              <a:pathLst>
                <a:path extrusionOk="0" h="500" w="482">
                  <a:moveTo>
                    <a:pt x="250" y="97"/>
                  </a:moveTo>
                  <a:cubicBezTo>
                    <a:pt x="324" y="97"/>
                    <a:pt x="403" y="171"/>
                    <a:pt x="403" y="250"/>
                  </a:cubicBezTo>
                  <a:cubicBezTo>
                    <a:pt x="403" y="347"/>
                    <a:pt x="324" y="402"/>
                    <a:pt x="250" y="402"/>
                  </a:cubicBezTo>
                  <a:cubicBezTo>
                    <a:pt x="153" y="402"/>
                    <a:pt x="75" y="347"/>
                    <a:pt x="75" y="250"/>
                  </a:cubicBezTo>
                  <a:cubicBezTo>
                    <a:pt x="75" y="171"/>
                    <a:pt x="153" y="97"/>
                    <a:pt x="250" y="97"/>
                  </a:cubicBezTo>
                  <a:close/>
                  <a:moveTo>
                    <a:pt x="250" y="0"/>
                  </a:moveTo>
                  <a:cubicBezTo>
                    <a:pt x="93" y="0"/>
                    <a:pt x="1" y="116"/>
                    <a:pt x="1" y="250"/>
                  </a:cubicBezTo>
                  <a:cubicBezTo>
                    <a:pt x="1" y="384"/>
                    <a:pt x="93" y="499"/>
                    <a:pt x="250" y="499"/>
                  </a:cubicBezTo>
                  <a:cubicBezTo>
                    <a:pt x="384" y="499"/>
                    <a:pt x="481" y="384"/>
                    <a:pt x="481" y="250"/>
                  </a:cubicBezTo>
                  <a:cubicBezTo>
                    <a:pt x="481" y="116"/>
                    <a:pt x="384" y="0"/>
                    <a:pt x="250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83"/>
            <p:cNvSpPr/>
            <p:nvPr/>
          </p:nvSpPr>
          <p:spPr>
            <a:xfrm>
              <a:off x="3629727" y="337713"/>
              <a:ext cx="120404" cy="121897"/>
            </a:xfrm>
            <a:custGeom>
              <a:rect b="b" l="l" r="r" t="t"/>
              <a:pathLst>
                <a:path extrusionOk="0" h="408" w="403">
                  <a:moveTo>
                    <a:pt x="213" y="1"/>
                  </a:moveTo>
                  <a:cubicBezTo>
                    <a:pt x="98" y="1"/>
                    <a:pt x="0" y="79"/>
                    <a:pt x="0" y="195"/>
                  </a:cubicBezTo>
                  <a:cubicBezTo>
                    <a:pt x="0" y="310"/>
                    <a:pt x="98" y="407"/>
                    <a:pt x="213" y="407"/>
                  </a:cubicBezTo>
                  <a:cubicBezTo>
                    <a:pt x="329" y="407"/>
                    <a:pt x="402" y="310"/>
                    <a:pt x="402" y="195"/>
                  </a:cubicBezTo>
                  <a:cubicBezTo>
                    <a:pt x="402" y="79"/>
                    <a:pt x="329" y="1"/>
                    <a:pt x="2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83"/>
            <p:cNvSpPr/>
            <p:nvPr/>
          </p:nvSpPr>
          <p:spPr>
            <a:xfrm>
              <a:off x="3612543" y="321281"/>
              <a:ext cx="150879" cy="149384"/>
            </a:xfrm>
            <a:custGeom>
              <a:rect b="b" l="l" r="r" t="t"/>
              <a:pathLst>
                <a:path extrusionOk="0" h="500" w="505">
                  <a:moveTo>
                    <a:pt x="255" y="97"/>
                  </a:moveTo>
                  <a:cubicBezTo>
                    <a:pt x="347" y="97"/>
                    <a:pt x="408" y="171"/>
                    <a:pt x="408" y="250"/>
                  </a:cubicBezTo>
                  <a:cubicBezTo>
                    <a:pt x="408" y="347"/>
                    <a:pt x="347" y="402"/>
                    <a:pt x="255" y="402"/>
                  </a:cubicBezTo>
                  <a:cubicBezTo>
                    <a:pt x="158" y="402"/>
                    <a:pt x="98" y="347"/>
                    <a:pt x="98" y="250"/>
                  </a:cubicBezTo>
                  <a:cubicBezTo>
                    <a:pt x="98" y="171"/>
                    <a:pt x="158" y="97"/>
                    <a:pt x="255" y="97"/>
                  </a:cubicBezTo>
                  <a:close/>
                  <a:moveTo>
                    <a:pt x="255" y="0"/>
                  </a:moveTo>
                  <a:cubicBezTo>
                    <a:pt x="116" y="0"/>
                    <a:pt x="1" y="116"/>
                    <a:pt x="1" y="250"/>
                  </a:cubicBezTo>
                  <a:cubicBezTo>
                    <a:pt x="1" y="384"/>
                    <a:pt x="116" y="499"/>
                    <a:pt x="255" y="499"/>
                  </a:cubicBezTo>
                  <a:cubicBezTo>
                    <a:pt x="389" y="499"/>
                    <a:pt x="505" y="384"/>
                    <a:pt x="505" y="250"/>
                  </a:cubicBezTo>
                  <a:cubicBezTo>
                    <a:pt x="505" y="116"/>
                    <a:pt x="389" y="0"/>
                    <a:pt x="25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83"/>
            <p:cNvSpPr/>
            <p:nvPr/>
          </p:nvSpPr>
          <p:spPr>
            <a:xfrm>
              <a:off x="3778813" y="337713"/>
              <a:ext cx="121898" cy="121897"/>
            </a:xfrm>
            <a:custGeom>
              <a:rect b="b" l="l" r="r" t="t"/>
              <a:pathLst>
                <a:path extrusionOk="0" h="408" w="408">
                  <a:moveTo>
                    <a:pt x="195" y="1"/>
                  </a:moveTo>
                  <a:cubicBezTo>
                    <a:pt x="79" y="1"/>
                    <a:pt x="1" y="79"/>
                    <a:pt x="1" y="195"/>
                  </a:cubicBezTo>
                  <a:cubicBezTo>
                    <a:pt x="1" y="310"/>
                    <a:pt x="79" y="407"/>
                    <a:pt x="195" y="407"/>
                  </a:cubicBezTo>
                  <a:cubicBezTo>
                    <a:pt x="310" y="407"/>
                    <a:pt x="407" y="310"/>
                    <a:pt x="407" y="195"/>
                  </a:cubicBezTo>
                  <a:cubicBezTo>
                    <a:pt x="407" y="79"/>
                    <a:pt x="310" y="1"/>
                    <a:pt x="1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83"/>
            <p:cNvSpPr/>
            <p:nvPr/>
          </p:nvSpPr>
          <p:spPr>
            <a:xfrm>
              <a:off x="3757745" y="321281"/>
              <a:ext cx="149385" cy="149384"/>
            </a:xfrm>
            <a:custGeom>
              <a:rect b="b" l="l" r="r" t="t"/>
              <a:pathLst>
                <a:path extrusionOk="0" h="500" w="500">
                  <a:moveTo>
                    <a:pt x="250" y="97"/>
                  </a:moveTo>
                  <a:cubicBezTo>
                    <a:pt x="347" y="97"/>
                    <a:pt x="402" y="171"/>
                    <a:pt x="402" y="250"/>
                  </a:cubicBezTo>
                  <a:cubicBezTo>
                    <a:pt x="402" y="347"/>
                    <a:pt x="347" y="402"/>
                    <a:pt x="250" y="402"/>
                  </a:cubicBezTo>
                  <a:cubicBezTo>
                    <a:pt x="171" y="402"/>
                    <a:pt x="92" y="347"/>
                    <a:pt x="92" y="250"/>
                  </a:cubicBezTo>
                  <a:cubicBezTo>
                    <a:pt x="92" y="171"/>
                    <a:pt x="171" y="97"/>
                    <a:pt x="250" y="97"/>
                  </a:cubicBezTo>
                  <a:close/>
                  <a:moveTo>
                    <a:pt x="250" y="0"/>
                  </a:moveTo>
                  <a:cubicBezTo>
                    <a:pt x="116" y="0"/>
                    <a:pt x="0" y="116"/>
                    <a:pt x="0" y="250"/>
                  </a:cubicBezTo>
                  <a:cubicBezTo>
                    <a:pt x="0" y="384"/>
                    <a:pt x="116" y="499"/>
                    <a:pt x="250" y="499"/>
                  </a:cubicBezTo>
                  <a:cubicBezTo>
                    <a:pt x="384" y="499"/>
                    <a:pt x="499" y="384"/>
                    <a:pt x="499" y="250"/>
                  </a:cubicBezTo>
                  <a:cubicBezTo>
                    <a:pt x="499" y="116"/>
                    <a:pt x="384" y="0"/>
                    <a:pt x="250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83"/>
            <p:cNvSpPr/>
            <p:nvPr/>
          </p:nvSpPr>
          <p:spPr>
            <a:xfrm>
              <a:off x="2105705" y="597343"/>
              <a:ext cx="356433" cy="98295"/>
            </a:xfrm>
            <a:custGeom>
              <a:rect b="b" l="l" r="r" t="t"/>
              <a:pathLst>
                <a:path extrusionOk="0" h="329" w="1193">
                  <a:moveTo>
                    <a:pt x="171" y="0"/>
                  </a:moveTo>
                  <a:cubicBezTo>
                    <a:pt x="74" y="0"/>
                    <a:pt x="0" y="79"/>
                    <a:pt x="0" y="153"/>
                  </a:cubicBezTo>
                  <a:cubicBezTo>
                    <a:pt x="0" y="250"/>
                    <a:pt x="74" y="328"/>
                    <a:pt x="171" y="328"/>
                  </a:cubicBezTo>
                  <a:lnTo>
                    <a:pt x="1040" y="328"/>
                  </a:lnTo>
                  <a:cubicBezTo>
                    <a:pt x="1114" y="328"/>
                    <a:pt x="1192" y="250"/>
                    <a:pt x="1192" y="153"/>
                  </a:cubicBezTo>
                  <a:cubicBezTo>
                    <a:pt x="1192" y="79"/>
                    <a:pt x="1114" y="0"/>
                    <a:pt x="1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83"/>
            <p:cNvSpPr/>
            <p:nvPr/>
          </p:nvSpPr>
          <p:spPr>
            <a:xfrm>
              <a:off x="2093157" y="586288"/>
              <a:ext cx="380035" cy="120403"/>
            </a:xfrm>
            <a:custGeom>
              <a:rect b="b" l="l" r="r" t="t"/>
              <a:pathLst>
                <a:path extrusionOk="0" h="403" w="1272">
                  <a:moveTo>
                    <a:pt x="1082" y="74"/>
                  </a:moveTo>
                  <a:cubicBezTo>
                    <a:pt x="1137" y="74"/>
                    <a:pt x="1198" y="134"/>
                    <a:pt x="1198" y="190"/>
                  </a:cubicBezTo>
                  <a:cubicBezTo>
                    <a:pt x="1198" y="268"/>
                    <a:pt x="1137" y="305"/>
                    <a:pt x="1082" y="305"/>
                  </a:cubicBezTo>
                  <a:lnTo>
                    <a:pt x="213" y="305"/>
                  </a:lnTo>
                  <a:cubicBezTo>
                    <a:pt x="135" y="305"/>
                    <a:pt x="98" y="268"/>
                    <a:pt x="98" y="190"/>
                  </a:cubicBezTo>
                  <a:cubicBezTo>
                    <a:pt x="98" y="134"/>
                    <a:pt x="135" y="74"/>
                    <a:pt x="213" y="74"/>
                  </a:cubicBezTo>
                  <a:close/>
                  <a:moveTo>
                    <a:pt x="213" y="0"/>
                  </a:moveTo>
                  <a:cubicBezTo>
                    <a:pt x="98" y="0"/>
                    <a:pt x="1" y="74"/>
                    <a:pt x="1" y="190"/>
                  </a:cubicBezTo>
                  <a:cubicBezTo>
                    <a:pt x="1" y="305"/>
                    <a:pt x="98" y="402"/>
                    <a:pt x="213" y="402"/>
                  </a:cubicBezTo>
                  <a:lnTo>
                    <a:pt x="1082" y="402"/>
                  </a:lnTo>
                  <a:cubicBezTo>
                    <a:pt x="1174" y="402"/>
                    <a:pt x="1271" y="305"/>
                    <a:pt x="1271" y="190"/>
                  </a:cubicBezTo>
                  <a:cubicBezTo>
                    <a:pt x="1271" y="74"/>
                    <a:pt x="1174" y="0"/>
                    <a:pt x="108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83"/>
            <p:cNvSpPr/>
            <p:nvPr/>
          </p:nvSpPr>
          <p:spPr>
            <a:xfrm>
              <a:off x="2105705" y="1200557"/>
              <a:ext cx="356433" cy="92618"/>
            </a:xfrm>
            <a:custGeom>
              <a:rect b="b" l="l" r="r" t="t"/>
              <a:pathLst>
                <a:path extrusionOk="0" h="310" w="1193">
                  <a:moveTo>
                    <a:pt x="171" y="0"/>
                  </a:moveTo>
                  <a:cubicBezTo>
                    <a:pt x="74" y="0"/>
                    <a:pt x="0" y="60"/>
                    <a:pt x="0" y="158"/>
                  </a:cubicBezTo>
                  <a:cubicBezTo>
                    <a:pt x="0" y="255"/>
                    <a:pt x="74" y="310"/>
                    <a:pt x="171" y="310"/>
                  </a:cubicBezTo>
                  <a:lnTo>
                    <a:pt x="1040" y="310"/>
                  </a:lnTo>
                  <a:cubicBezTo>
                    <a:pt x="1114" y="310"/>
                    <a:pt x="1192" y="255"/>
                    <a:pt x="1192" y="158"/>
                  </a:cubicBezTo>
                  <a:cubicBezTo>
                    <a:pt x="1192" y="60"/>
                    <a:pt x="1114" y="0"/>
                    <a:pt x="1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83"/>
            <p:cNvSpPr/>
            <p:nvPr/>
          </p:nvSpPr>
          <p:spPr>
            <a:xfrm>
              <a:off x="2093157" y="1183826"/>
              <a:ext cx="380035" cy="127574"/>
            </a:xfrm>
            <a:custGeom>
              <a:rect b="b" l="l" r="r" t="t"/>
              <a:pathLst>
                <a:path extrusionOk="0" h="427" w="1272">
                  <a:moveTo>
                    <a:pt x="1082" y="98"/>
                  </a:moveTo>
                  <a:cubicBezTo>
                    <a:pt x="1137" y="98"/>
                    <a:pt x="1198" y="153"/>
                    <a:pt x="1198" y="214"/>
                  </a:cubicBezTo>
                  <a:cubicBezTo>
                    <a:pt x="1198" y="269"/>
                    <a:pt x="1137" y="329"/>
                    <a:pt x="1082" y="329"/>
                  </a:cubicBezTo>
                  <a:lnTo>
                    <a:pt x="213" y="329"/>
                  </a:lnTo>
                  <a:cubicBezTo>
                    <a:pt x="135" y="329"/>
                    <a:pt x="98" y="269"/>
                    <a:pt x="98" y="214"/>
                  </a:cubicBezTo>
                  <a:cubicBezTo>
                    <a:pt x="98" y="153"/>
                    <a:pt x="135" y="98"/>
                    <a:pt x="213" y="98"/>
                  </a:cubicBezTo>
                  <a:close/>
                  <a:moveTo>
                    <a:pt x="213" y="1"/>
                  </a:moveTo>
                  <a:cubicBezTo>
                    <a:pt x="98" y="1"/>
                    <a:pt x="1" y="98"/>
                    <a:pt x="1" y="214"/>
                  </a:cubicBezTo>
                  <a:cubicBezTo>
                    <a:pt x="1" y="329"/>
                    <a:pt x="98" y="426"/>
                    <a:pt x="213" y="426"/>
                  </a:cubicBezTo>
                  <a:lnTo>
                    <a:pt x="1082" y="426"/>
                  </a:lnTo>
                  <a:cubicBezTo>
                    <a:pt x="1174" y="426"/>
                    <a:pt x="1271" y="329"/>
                    <a:pt x="1271" y="214"/>
                  </a:cubicBezTo>
                  <a:cubicBezTo>
                    <a:pt x="1271" y="98"/>
                    <a:pt x="1174" y="1"/>
                    <a:pt x="1082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83"/>
            <p:cNvSpPr/>
            <p:nvPr/>
          </p:nvSpPr>
          <p:spPr>
            <a:xfrm>
              <a:off x="2105705" y="1828569"/>
              <a:ext cx="356433" cy="97099"/>
            </a:xfrm>
            <a:custGeom>
              <a:rect b="b" l="l" r="r" t="t"/>
              <a:pathLst>
                <a:path extrusionOk="0" h="325" w="1193">
                  <a:moveTo>
                    <a:pt x="171" y="1"/>
                  </a:moveTo>
                  <a:cubicBezTo>
                    <a:pt x="74" y="1"/>
                    <a:pt x="0" y="75"/>
                    <a:pt x="0" y="172"/>
                  </a:cubicBezTo>
                  <a:cubicBezTo>
                    <a:pt x="0" y="269"/>
                    <a:pt x="74" y="324"/>
                    <a:pt x="171" y="324"/>
                  </a:cubicBezTo>
                  <a:lnTo>
                    <a:pt x="1040" y="324"/>
                  </a:lnTo>
                  <a:cubicBezTo>
                    <a:pt x="1114" y="324"/>
                    <a:pt x="1192" y="269"/>
                    <a:pt x="1192" y="172"/>
                  </a:cubicBezTo>
                  <a:cubicBezTo>
                    <a:pt x="1192" y="75"/>
                    <a:pt x="1114" y="1"/>
                    <a:pt x="10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83"/>
            <p:cNvSpPr/>
            <p:nvPr/>
          </p:nvSpPr>
          <p:spPr>
            <a:xfrm>
              <a:off x="2093157" y="1816319"/>
              <a:ext cx="380035" cy="127275"/>
            </a:xfrm>
            <a:custGeom>
              <a:rect b="b" l="l" r="r" t="t"/>
              <a:pathLst>
                <a:path extrusionOk="0" h="426" w="1272">
                  <a:moveTo>
                    <a:pt x="1082" y="97"/>
                  </a:moveTo>
                  <a:cubicBezTo>
                    <a:pt x="1137" y="97"/>
                    <a:pt x="1198" y="134"/>
                    <a:pt x="1198" y="213"/>
                  </a:cubicBezTo>
                  <a:cubicBezTo>
                    <a:pt x="1198" y="273"/>
                    <a:pt x="1137" y="328"/>
                    <a:pt x="1082" y="328"/>
                  </a:cubicBezTo>
                  <a:lnTo>
                    <a:pt x="213" y="328"/>
                  </a:lnTo>
                  <a:cubicBezTo>
                    <a:pt x="135" y="328"/>
                    <a:pt x="98" y="273"/>
                    <a:pt x="98" y="213"/>
                  </a:cubicBezTo>
                  <a:cubicBezTo>
                    <a:pt x="98" y="134"/>
                    <a:pt x="135" y="97"/>
                    <a:pt x="213" y="97"/>
                  </a:cubicBezTo>
                  <a:close/>
                  <a:moveTo>
                    <a:pt x="213" y="0"/>
                  </a:moveTo>
                  <a:cubicBezTo>
                    <a:pt x="98" y="0"/>
                    <a:pt x="1" y="97"/>
                    <a:pt x="1" y="213"/>
                  </a:cubicBezTo>
                  <a:cubicBezTo>
                    <a:pt x="1" y="328"/>
                    <a:pt x="98" y="425"/>
                    <a:pt x="213" y="425"/>
                  </a:cubicBezTo>
                  <a:lnTo>
                    <a:pt x="1082" y="425"/>
                  </a:lnTo>
                  <a:cubicBezTo>
                    <a:pt x="1174" y="425"/>
                    <a:pt x="1271" y="328"/>
                    <a:pt x="1271" y="213"/>
                  </a:cubicBezTo>
                  <a:cubicBezTo>
                    <a:pt x="1271" y="97"/>
                    <a:pt x="1174" y="0"/>
                    <a:pt x="108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83"/>
            <p:cNvSpPr/>
            <p:nvPr/>
          </p:nvSpPr>
          <p:spPr>
            <a:xfrm>
              <a:off x="2485441" y="597343"/>
              <a:ext cx="1397347" cy="98295"/>
            </a:xfrm>
            <a:custGeom>
              <a:rect b="b" l="l" r="r" t="t"/>
              <a:pathLst>
                <a:path extrusionOk="0" h="329" w="4677">
                  <a:moveTo>
                    <a:pt x="153" y="0"/>
                  </a:moveTo>
                  <a:cubicBezTo>
                    <a:pt x="74" y="0"/>
                    <a:pt x="0" y="79"/>
                    <a:pt x="0" y="153"/>
                  </a:cubicBezTo>
                  <a:cubicBezTo>
                    <a:pt x="0" y="250"/>
                    <a:pt x="74" y="328"/>
                    <a:pt x="153" y="328"/>
                  </a:cubicBezTo>
                  <a:lnTo>
                    <a:pt x="4524" y="328"/>
                  </a:lnTo>
                  <a:cubicBezTo>
                    <a:pt x="4621" y="328"/>
                    <a:pt x="4676" y="250"/>
                    <a:pt x="4676" y="153"/>
                  </a:cubicBezTo>
                  <a:cubicBezTo>
                    <a:pt x="4676" y="79"/>
                    <a:pt x="4621" y="0"/>
                    <a:pt x="45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83"/>
            <p:cNvSpPr/>
            <p:nvPr/>
          </p:nvSpPr>
          <p:spPr>
            <a:xfrm>
              <a:off x="2472893" y="586288"/>
              <a:ext cx="1427822" cy="120403"/>
            </a:xfrm>
            <a:custGeom>
              <a:rect b="b" l="l" r="r" t="t"/>
              <a:pathLst>
                <a:path extrusionOk="0" h="403" w="4779">
                  <a:moveTo>
                    <a:pt x="4566" y="74"/>
                  </a:moveTo>
                  <a:cubicBezTo>
                    <a:pt x="4640" y="74"/>
                    <a:pt x="4681" y="134"/>
                    <a:pt x="4681" y="190"/>
                  </a:cubicBezTo>
                  <a:cubicBezTo>
                    <a:pt x="4681" y="268"/>
                    <a:pt x="4640" y="305"/>
                    <a:pt x="4566" y="305"/>
                  </a:cubicBezTo>
                  <a:lnTo>
                    <a:pt x="195" y="305"/>
                  </a:lnTo>
                  <a:cubicBezTo>
                    <a:pt x="134" y="305"/>
                    <a:pt x="79" y="268"/>
                    <a:pt x="79" y="190"/>
                  </a:cubicBezTo>
                  <a:cubicBezTo>
                    <a:pt x="79" y="134"/>
                    <a:pt x="134" y="74"/>
                    <a:pt x="195" y="74"/>
                  </a:cubicBezTo>
                  <a:close/>
                  <a:moveTo>
                    <a:pt x="195" y="0"/>
                  </a:moveTo>
                  <a:cubicBezTo>
                    <a:pt x="97" y="0"/>
                    <a:pt x="0" y="74"/>
                    <a:pt x="0" y="190"/>
                  </a:cubicBezTo>
                  <a:cubicBezTo>
                    <a:pt x="0" y="305"/>
                    <a:pt x="97" y="402"/>
                    <a:pt x="195" y="402"/>
                  </a:cubicBezTo>
                  <a:lnTo>
                    <a:pt x="4566" y="402"/>
                  </a:lnTo>
                  <a:cubicBezTo>
                    <a:pt x="4681" y="402"/>
                    <a:pt x="4778" y="305"/>
                    <a:pt x="4778" y="190"/>
                  </a:cubicBezTo>
                  <a:cubicBezTo>
                    <a:pt x="4778" y="74"/>
                    <a:pt x="4681" y="0"/>
                    <a:pt x="456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83"/>
            <p:cNvSpPr/>
            <p:nvPr/>
          </p:nvSpPr>
          <p:spPr>
            <a:xfrm>
              <a:off x="2485441" y="1200557"/>
              <a:ext cx="1397347" cy="92618"/>
            </a:xfrm>
            <a:custGeom>
              <a:rect b="b" l="l" r="r" t="t"/>
              <a:pathLst>
                <a:path extrusionOk="0" h="310" w="4677">
                  <a:moveTo>
                    <a:pt x="153" y="0"/>
                  </a:moveTo>
                  <a:cubicBezTo>
                    <a:pt x="74" y="0"/>
                    <a:pt x="0" y="60"/>
                    <a:pt x="0" y="158"/>
                  </a:cubicBezTo>
                  <a:cubicBezTo>
                    <a:pt x="0" y="255"/>
                    <a:pt x="74" y="310"/>
                    <a:pt x="153" y="310"/>
                  </a:cubicBezTo>
                  <a:lnTo>
                    <a:pt x="4524" y="310"/>
                  </a:lnTo>
                  <a:cubicBezTo>
                    <a:pt x="4621" y="310"/>
                    <a:pt x="4676" y="255"/>
                    <a:pt x="4676" y="158"/>
                  </a:cubicBezTo>
                  <a:cubicBezTo>
                    <a:pt x="4676" y="60"/>
                    <a:pt x="4621" y="0"/>
                    <a:pt x="45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83"/>
            <p:cNvSpPr/>
            <p:nvPr/>
          </p:nvSpPr>
          <p:spPr>
            <a:xfrm>
              <a:off x="2472893" y="1183826"/>
              <a:ext cx="1427822" cy="127574"/>
            </a:xfrm>
            <a:custGeom>
              <a:rect b="b" l="l" r="r" t="t"/>
              <a:pathLst>
                <a:path extrusionOk="0" h="427" w="4779">
                  <a:moveTo>
                    <a:pt x="4566" y="98"/>
                  </a:moveTo>
                  <a:cubicBezTo>
                    <a:pt x="4640" y="98"/>
                    <a:pt x="4681" y="153"/>
                    <a:pt x="4681" y="214"/>
                  </a:cubicBezTo>
                  <a:cubicBezTo>
                    <a:pt x="4681" y="269"/>
                    <a:pt x="4640" y="329"/>
                    <a:pt x="4566" y="329"/>
                  </a:cubicBezTo>
                  <a:lnTo>
                    <a:pt x="195" y="329"/>
                  </a:lnTo>
                  <a:cubicBezTo>
                    <a:pt x="134" y="329"/>
                    <a:pt x="79" y="269"/>
                    <a:pt x="79" y="214"/>
                  </a:cubicBezTo>
                  <a:cubicBezTo>
                    <a:pt x="79" y="153"/>
                    <a:pt x="134" y="98"/>
                    <a:pt x="195" y="98"/>
                  </a:cubicBezTo>
                  <a:close/>
                  <a:moveTo>
                    <a:pt x="195" y="1"/>
                  </a:moveTo>
                  <a:cubicBezTo>
                    <a:pt x="97" y="1"/>
                    <a:pt x="0" y="98"/>
                    <a:pt x="0" y="214"/>
                  </a:cubicBezTo>
                  <a:cubicBezTo>
                    <a:pt x="0" y="329"/>
                    <a:pt x="97" y="426"/>
                    <a:pt x="195" y="426"/>
                  </a:cubicBezTo>
                  <a:lnTo>
                    <a:pt x="4566" y="426"/>
                  </a:lnTo>
                  <a:cubicBezTo>
                    <a:pt x="4681" y="426"/>
                    <a:pt x="4778" y="329"/>
                    <a:pt x="4778" y="214"/>
                  </a:cubicBezTo>
                  <a:cubicBezTo>
                    <a:pt x="4778" y="98"/>
                    <a:pt x="4681" y="1"/>
                    <a:pt x="4566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83"/>
            <p:cNvSpPr/>
            <p:nvPr/>
          </p:nvSpPr>
          <p:spPr>
            <a:xfrm>
              <a:off x="2485441" y="1828569"/>
              <a:ext cx="1397347" cy="97099"/>
            </a:xfrm>
            <a:custGeom>
              <a:rect b="b" l="l" r="r" t="t"/>
              <a:pathLst>
                <a:path extrusionOk="0" h="325" w="4677">
                  <a:moveTo>
                    <a:pt x="153" y="1"/>
                  </a:moveTo>
                  <a:cubicBezTo>
                    <a:pt x="74" y="1"/>
                    <a:pt x="0" y="75"/>
                    <a:pt x="0" y="172"/>
                  </a:cubicBezTo>
                  <a:cubicBezTo>
                    <a:pt x="0" y="269"/>
                    <a:pt x="74" y="324"/>
                    <a:pt x="153" y="324"/>
                  </a:cubicBezTo>
                  <a:lnTo>
                    <a:pt x="4524" y="324"/>
                  </a:lnTo>
                  <a:cubicBezTo>
                    <a:pt x="4621" y="324"/>
                    <a:pt x="4676" y="269"/>
                    <a:pt x="4676" y="172"/>
                  </a:cubicBezTo>
                  <a:cubicBezTo>
                    <a:pt x="4676" y="75"/>
                    <a:pt x="4621" y="1"/>
                    <a:pt x="45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83"/>
            <p:cNvSpPr/>
            <p:nvPr/>
          </p:nvSpPr>
          <p:spPr>
            <a:xfrm>
              <a:off x="2472893" y="1816319"/>
              <a:ext cx="1427822" cy="127275"/>
            </a:xfrm>
            <a:custGeom>
              <a:rect b="b" l="l" r="r" t="t"/>
              <a:pathLst>
                <a:path extrusionOk="0" h="426" w="4779">
                  <a:moveTo>
                    <a:pt x="4566" y="97"/>
                  </a:moveTo>
                  <a:cubicBezTo>
                    <a:pt x="4640" y="97"/>
                    <a:pt x="4681" y="134"/>
                    <a:pt x="4681" y="213"/>
                  </a:cubicBezTo>
                  <a:cubicBezTo>
                    <a:pt x="4681" y="273"/>
                    <a:pt x="4640" y="328"/>
                    <a:pt x="4566" y="328"/>
                  </a:cubicBezTo>
                  <a:lnTo>
                    <a:pt x="195" y="328"/>
                  </a:lnTo>
                  <a:cubicBezTo>
                    <a:pt x="134" y="328"/>
                    <a:pt x="79" y="273"/>
                    <a:pt x="79" y="213"/>
                  </a:cubicBezTo>
                  <a:cubicBezTo>
                    <a:pt x="79" y="134"/>
                    <a:pt x="134" y="97"/>
                    <a:pt x="195" y="97"/>
                  </a:cubicBezTo>
                  <a:close/>
                  <a:moveTo>
                    <a:pt x="195" y="0"/>
                  </a:moveTo>
                  <a:cubicBezTo>
                    <a:pt x="97" y="0"/>
                    <a:pt x="0" y="97"/>
                    <a:pt x="0" y="213"/>
                  </a:cubicBezTo>
                  <a:cubicBezTo>
                    <a:pt x="0" y="328"/>
                    <a:pt x="97" y="425"/>
                    <a:pt x="195" y="425"/>
                  </a:cubicBezTo>
                  <a:lnTo>
                    <a:pt x="4566" y="425"/>
                  </a:lnTo>
                  <a:cubicBezTo>
                    <a:pt x="4681" y="425"/>
                    <a:pt x="4778" y="328"/>
                    <a:pt x="4778" y="213"/>
                  </a:cubicBezTo>
                  <a:cubicBezTo>
                    <a:pt x="4778" y="97"/>
                    <a:pt x="4681" y="0"/>
                    <a:pt x="456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83"/>
            <p:cNvSpPr/>
            <p:nvPr/>
          </p:nvSpPr>
          <p:spPr>
            <a:xfrm>
              <a:off x="2127814" y="746428"/>
              <a:ext cx="1754975" cy="98295"/>
            </a:xfrm>
            <a:custGeom>
              <a:rect b="b" l="l" r="r" t="t"/>
              <a:pathLst>
                <a:path extrusionOk="0" h="329" w="5874">
                  <a:moveTo>
                    <a:pt x="157" y="0"/>
                  </a:moveTo>
                  <a:cubicBezTo>
                    <a:pt x="79" y="0"/>
                    <a:pt x="0" y="79"/>
                    <a:pt x="0" y="157"/>
                  </a:cubicBezTo>
                  <a:lnTo>
                    <a:pt x="0" y="176"/>
                  </a:lnTo>
                  <a:cubicBezTo>
                    <a:pt x="0" y="250"/>
                    <a:pt x="79" y="328"/>
                    <a:pt x="157" y="328"/>
                  </a:cubicBezTo>
                  <a:lnTo>
                    <a:pt x="5721" y="328"/>
                  </a:lnTo>
                  <a:cubicBezTo>
                    <a:pt x="5818" y="328"/>
                    <a:pt x="5873" y="250"/>
                    <a:pt x="5873" y="176"/>
                  </a:cubicBezTo>
                  <a:lnTo>
                    <a:pt x="5873" y="157"/>
                  </a:lnTo>
                  <a:cubicBezTo>
                    <a:pt x="5873" y="79"/>
                    <a:pt x="5818" y="0"/>
                    <a:pt x="5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83"/>
            <p:cNvSpPr/>
            <p:nvPr/>
          </p:nvSpPr>
          <p:spPr>
            <a:xfrm>
              <a:off x="2116760" y="735374"/>
              <a:ext cx="1783956" cy="120403"/>
            </a:xfrm>
            <a:custGeom>
              <a:rect b="b" l="l" r="r" t="t"/>
              <a:pathLst>
                <a:path extrusionOk="0" h="403" w="5971">
                  <a:moveTo>
                    <a:pt x="5758" y="79"/>
                  </a:moveTo>
                  <a:cubicBezTo>
                    <a:pt x="5832" y="79"/>
                    <a:pt x="5873" y="134"/>
                    <a:pt x="5873" y="194"/>
                  </a:cubicBezTo>
                  <a:lnTo>
                    <a:pt x="5873" y="213"/>
                  </a:lnTo>
                  <a:cubicBezTo>
                    <a:pt x="5873" y="268"/>
                    <a:pt x="5832" y="328"/>
                    <a:pt x="5758" y="328"/>
                  </a:cubicBezTo>
                  <a:lnTo>
                    <a:pt x="194" y="328"/>
                  </a:lnTo>
                  <a:cubicBezTo>
                    <a:pt x="134" y="328"/>
                    <a:pt x="79" y="268"/>
                    <a:pt x="79" y="213"/>
                  </a:cubicBezTo>
                  <a:lnTo>
                    <a:pt x="79" y="194"/>
                  </a:lnTo>
                  <a:cubicBezTo>
                    <a:pt x="79" y="134"/>
                    <a:pt x="134" y="79"/>
                    <a:pt x="194" y="79"/>
                  </a:cubicBezTo>
                  <a:close/>
                  <a:moveTo>
                    <a:pt x="194" y="0"/>
                  </a:moveTo>
                  <a:cubicBezTo>
                    <a:pt x="79" y="0"/>
                    <a:pt x="0" y="97"/>
                    <a:pt x="0" y="194"/>
                  </a:cubicBezTo>
                  <a:lnTo>
                    <a:pt x="0" y="213"/>
                  </a:lnTo>
                  <a:cubicBezTo>
                    <a:pt x="0" y="310"/>
                    <a:pt x="79" y="402"/>
                    <a:pt x="194" y="402"/>
                  </a:cubicBezTo>
                  <a:lnTo>
                    <a:pt x="5758" y="402"/>
                  </a:lnTo>
                  <a:cubicBezTo>
                    <a:pt x="5873" y="402"/>
                    <a:pt x="5970" y="310"/>
                    <a:pt x="5970" y="213"/>
                  </a:cubicBezTo>
                  <a:lnTo>
                    <a:pt x="5970" y="194"/>
                  </a:lnTo>
                  <a:cubicBezTo>
                    <a:pt x="5970" y="97"/>
                    <a:pt x="5873" y="0"/>
                    <a:pt x="575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83"/>
            <p:cNvSpPr/>
            <p:nvPr/>
          </p:nvSpPr>
          <p:spPr>
            <a:xfrm>
              <a:off x="2127814" y="1351136"/>
              <a:ext cx="1754975" cy="98295"/>
            </a:xfrm>
            <a:custGeom>
              <a:rect b="b" l="l" r="r" t="t"/>
              <a:pathLst>
                <a:path extrusionOk="0" h="329" w="5874">
                  <a:moveTo>
                    <a:pt x="157" y="0"/>
                  </a:moveTo>
                  <a:cubicBezTo>
                    <a:pt x="79" y="0"/>
                    <a:pt x="0" y="74"/>
                    <a:pt x="0" y="153"/>
                  </a:cubicBezTo>
                  <a:cubicBezTo>
                    <a:pt x="0" y="250"/>
                    <a:pt x="79" y="328"/>
                    <a:pt x="157" y="328"/>
                  </a:cubicBezTo>
                  <a:lnTo>
                    <a:pt x="5721" y="328"/>
                  </a:lnTo>
                  <a:cubicBezTo>
                    <a:pt x="5818" y="328"/>
                    <a:pt x="5873" y="250"/>
                    <a:pt x="5873" y="153"/>
                  </a:cubicBezTo>
                  <a:cubicBezTo>
                    <a:pt x="5873" y="74"/>
                    <a:pt x="5818" y="0"/>
                    <a:pt x="5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83"/>
            <p:cNvSpPr/>
            <p:nvPr/>
          </p:nvSpPr>
          <p:spPr>
            <a:xfrm>
              <a:off x="2116760" y="1338588"/>
              <a:ext cx="1783956" cy="121897"/>
            </a:xfrm>
            <a:custGeom>
              <a:rect b="b" l="l" r="r" t="t"/>
              <a:pathLst>
                <a:path extrusionOk="0" h="408" w="5971">
                  <a:moveTo>
                    <a:pt x="5758" y="79"/>
                  </a:moveTo>
                  <a:cubicBezTo>
                    <a:pt x="5832" y="79"/>
                    <a:pt x="5873" y="139"/>
                    <a:pt x="5873" y="195"/>
                  </a:cubicBezTo>
                  <a:cubicBezTo>
                    <a:pt x="5873" y="273"/>
                    <a:pt x="5832" y="310"/>
                    <a:pt x="5758" y="310"/>
                  </a:cubicBezTo>
                  <a:lnTo>
                    <a:pt x="194" y="310"/>
                  </a:lnTo>
                  <a:cubicBezTo>
                    <a:pt x="134" y="310"/>
                    <a:pt x="79" y="273"/>
                    <a:pt x="79" y="195"/>
                  </a:cubicBezTo>
                  <a:cubicBezTo>
                    <a:pt x="79" y="139"/>
                    <a:pt x="134" y="79"/>
                    <a:pt x="194" y="79"/>
                  </a:cubicBezTo>
                  <a:close/>
                  <a:moveTo>
                    <a:pt x="194" y="0"/>
                  </a:moveTo>
                  <a:cubicBezTo>
                    <a:pt x="79" y="0"/>
                    <a:pt x="0" y="79"/>
                    <a:pt x="0" y="195"/>
                  </a:cubicBezTo>
                  <a:cubicBezTo>
                    <a:pt x="0" y="310"/>
                    <a:pt x="79" y="407"/>
                    <a:pt x="194" y="407"/>
                  </a:cubicBezTo>
                  <a:lnTo>
                    <a:pt x="5758" y="407"/>
                  </a:lnTo>
                  <a:cubicBezTo>
                    <a:pt x="5873" y="407"/>
                    <a:pt x="5970" y="310"/>
                    <a:pt x="5970" y="195"/>
                  </a:cubicBezTo>
                  <a:cubicBezTo>
                    <a:pt x="5970" y="79"/>
                    <a:pt x="5873" y="0"/>
                    <a:pt x="575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83"/>
            <p:cNvSpPr/>
            <p:nvPr/>
          </p:nvSpPr>
          <p:spPr>
            <a:xfrm>
              <a:off x="2127814" y="1983331"/>
              <a:ext cx="1754975" cy="92618"/>
            </a:xfrm>
            <a:custGeom>
              <a:rect b="b" l="l" r="r" t="t"/>
              <a:pathLst>
                <a:path extrusionOk="0" h="310" w="5874">
                  <a:moveTo>
                    <a:pt x="157" y="0"/>
                  </a:moveTo>
                  <a:cubicBezTo>
                    <a:pt x="79" y="0"/>
                    <a:pt x="0" y="60"/>
                    <a:pt x="0" y="153"/>
                  </a:cubicBezTo>
                  <a:cubicBezTo>
                    <a:pt x="0" y="250"/>
                    <a:pt x="79" y="310"/>
                    <a:pt x="157" y="310"/>
                  </a:cubicBezTo>
                  <a:lnTo>
                    <a:pt x="5721" y="310"/>
                  </a:lnTo>
                  <a:cubicBezTo>
                    <a:pt x="5818" y="310"/>
                    <a:pt x="5873" y="250"/>
                    <a:pt x="5873" y="153"/>
                  </a:cubicBezTo>
                  <a:cubicBezTo>
                    <a:pt x="5873" y="60"/>
                    <a:pt x="5818" y="0"/>
                    <a:pt x="57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83"/>
            <p:cNvSpPr/>
            <p:nvPr/>
          </p:nvSpPr>
          <p:spPr>
            <a:xfrm>
              <a:off x="2116760" y="1966600"/>
              <a:ext cx="1783956" cy="126080"/>
            </a:xfrm>
            <a:custGeom>
              <a:rect b="b" l="l" r="r" t="t"/>
              <a:pathLst>
                <a:path extrusionOk="0" h="422" w="5971">
                  <a:moveTo>
                    <a:pt x="5758" y="93"/>
                  </a:moveTo>
                  <a:cubicBezTo>
                    <a:pt x="5832" y="93"/>
                    <a:pt x="5873" y="153"/>
                    <a:pt x="5873" y="209"/>
                  </a:cubicBezTo>
                  <a:cubicBezTo>
                    <a:pt x="5873" y="287"/>
                    <a:pt x="5832" y="324"/>
                    <a:pt x="5758" y="324"/>
                  </a:cubicBezTo>
                  <a:lnTo>
                    <a:pt x="194" y="324"/>
                  </a:lnTo>
                  <a:cubicBezTo>
                    <a:pt x="134" y="324"/>
                    <a:pt x="79" y="287"/>
                    <a:pt x="79" y="209"/>
                  </a:cubicBezTo>
                  <a:cubicBezTo>
                    <a:pt x="79" y="153"/>
                    <a:pt x="134" y="93"/>
                    <a:pt x="194" y="93"/>
                  </a:cubicBezTo>
                  <a:close/>
                  <a:moveTo>
                    <a:pt x="194" y="1"/>
                  </a:moveTo>
                  <a:cubicBezTo>
                    <a:pt x="79" y="1"/>
                    <a:pt x="0" y="93"/>
                    <a:pt x="0" y="209"/>
                  </a:cubicBezTo>
                  <a:cubicBezTo>
                    <a:pt x="0" y="324"/>
                    <a:pt x="79" y="421"/>
                    <a:pt x="194" y="421"/>
                  </a:cubicBezTo>
                  <a:lnTo>
                    <a:pt x="5758" y="421"/>
                  </a:lnTo>
                  <a:cubicBezTo>
                    <a:pt x="5873" y="421"/>
                    <a:pt x="5970" y="324"/>
                    <a:pt x="5970" y="209"/>
                  </a:cubicBezTo>
                  <a:cubicBezTo>
                    <a:pt x="5970" y="93"/>
                    <a:pt x="5873" y="1"/>
                    <a:pt x="575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83"/>
            <p:cNvSpPr/>
            <p:nvPr/>
          </p:nvSpPr>
          <p:spPr>
            <a:xfrm>
              <a:off x="2127814" y="889837"/>
              <a:ext cx="1754975" cy="98295"/>
            </a:xfrm>
            <a:custGeom>
              <a:rect b="b" l="l" r="r" t="t"/>
              <a:pathLst>
                <a:path extrusionOk="0" h="329" w="5874">
                  <a:moveTo>
                    <a:pt x="157" y="1"/>
                  </a:moveTo>
                  <a:cubicBezTo>
                    <a:pt x="79" y="1"/>
                    <a:pt x="0" y="79"/>
                    <a:pt x="0" y="158"/>
                  </a:cubicBezTo>
                  <a:lnTo>
                    <a:pt x="0" y="176"/>
                  </a:lnTo>
                  <a:cubicBezTo>
                    <a:pt x="0" y="255"/>
                    <a:pt x="79" y="329"/>
                    <a:pt x="157" y="329"/>
                  </a:cubicBezTo>
                  <a:lnTo>
                    <a:pt x="5721" y="329"/>
                  </a:lnTo>
                  <a:cubicBezTo>
                    <a:pt x="5818" y="329"/>
                    <a:pt x="5873" y="255"/>
                    <a:pt x="5873" y="176"/>
                  </a:cubicBezTo>
                  <a:lnTo>
                    <a:pt x="5873" y="158"/>
                  </a:lnTo>
                  <a:cubicBezTo>
                    <a:pt x="5873" y="79"/>
                    <a:pt x="5818" y="1"/>
                    <a:pt x="57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83"/>
            <p:cNvSpPr/>
            <p:nvPr/>
          </p:nvSpPr>
          <p:spPr>
            <a:xfrm>
              <a:off x="2116760" y="878783"/>
              <a:ext cx="1783956" cy="121897"/>
            </a:xfrm>
            <a:custGeom>
              <a:rect b="b" l="l" r="r" t="t"/>
              <a:pathLst>
                <a:path extrusionOk="0" h="408" w="5971">
                  <a:moveTo>
                    <a:pt x="5758" y="79"/>
                  </a:moveTo>
                  <a:cubicBezTo>
                    <a:pt x="5832" y="79"/>
                    <a:pt x="5873" y="135"/>
                    <a:pt x="5873" y="195"/>
                  </a:cubicBezTo>
                  <a:lnTo>
                    <a:pt x="5873" y="213"/>
                  </a:lnTo>
                  <a:cubicBezTo>
                    <a:pt x="5873" y="269"/>
                    <a:pt x="5832" y="310"/>
                    <a:pt x="5758" y="310"/>
                  </a:cubicBezTo>
                  <a:lnTo>
                    <a:pt x="194" y="310"/>
                  </a:lnTo>
                  <a:cubicBezTo>
                    <a:pt x="134" y="310"/>
                    <a:pt x="79" y="269"/>
                    <a:pt x="79" y="213"/>
                  </a:cubicBezTo>
                  <a:lnTo>
                    <a:pt x="79" y="195"/>
                  </a:lnTo>
                  <a:cubicBezTo>
                    <a:pt x="79" y="135"/>
                    <a:pt x="134" y="79"/>
                    <a:pt x="194" y="79"/>
                  </a:cubicBezTo>
                  <a:close/>
                  <a:moveTo>
                    <a:pt x="194" y="1"/>
                  </a:moveTo>
                  <a:cubicBezTo>
                    <a:pt x="79" y="1"/>
                    <a:pt x="0" y="79"/>
                    <a:pt x="0" y="195"/>
                  </a:cubicBezTo>
                  <a:lnTo>
                    <a:pt x="0" y="213"/>
                  </a:lnTo>
                  <a:cubicBezTo>
                    <a:pt x="0" y="310"/>
                    <a:pt x="79" y="407"/>
                    <a:pt x="194" y="407"/>
                  </a:cubicBezTo>
                  <a:lnTo>
                    <a:pt x="5758" y="407"/>
                  </a:lnTo>
                  <a:cubicBezTo>
                    <a:pt x="5873" y="407"/>
                    <a:pt x="5970" y="310"/>
                    <a:pt x="5970" y="213"/>
                  </a:cubicBezTo>
                  <a:lnTo>
                    <a:pt x="5970" y="195"/>
                  </a:lnTo>
                  <a:cubicBezTo>
                    <a:pt x="5970" y="79"/>
                    <a:pt x="5873" y="1"/>
                    <a:pt x="575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83"/>
            <p:cNvSpPr/>
            <p:nvPr/>
          </p:nvSpPr>
          <p:spPr>
            <a:xfrm>
              <a:off x="2127814" y="1494545"/>
              <a:ext cx="1754975" cy="98295"/>
            </a:xfrm>
            <a:custGeom>
              <a:rect b="b" l="l" r="r" t="t"/>
              <a:pathLst>
                <a:path extrusionOk="0" h="329" w="5874">
                  <a:moveTo>
                    <a:pt x="157" y="1"/>
                  </a:moveTo>
                  <a:cubicBezTo>
                    <a:pt x="79" y="1"/>
                    <a:pt x="0" y="56"/>
                    <a:pt x="0" y="153"/>
                  </a:cubicBezTo>
                  <a:cubicBezTo>
                    <a:pt x="0" y="250"/>
                    <a:pt x="79" y="329"/>
                    <a:pt x="157" y="329"/>
                  </a:cubicBezTo>
                  <a:lnTo>
                    <a:pt x="5721" y="329"/>
                  </a:lnTo>
                  <a:cubicBezTo>
                    <a:pt x="5818" y="329"/>
                    <a:pt x="5873" y="250"/>
                    <a:pt x="5873" y="153"/>
                  </a:cubicBezTo>
                  <a:cubicBezTo>
                    <a:pt x="5873" y="56"/>
                    <a:pt x="5818" y="1"/>
                    <a:pt x="57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83"/>
            <p:cNvSpPr/>
            <p:nvPr/>
          </p:nvSpPr>
          <p:spPr>
            <a:xfrm>
              <a:off x="2116760" y="1476619"/>
              <a:ext cx="1783956" cy="127275"/>
            </a:xfrm>
            <a:custGeom>
              <a:rect b="b" l="l" r="r" t="t"/>
              <a:pathLst>
                <a:path extrusionOk="0" h="426" w="5971">
                  <a:moveTo>
                    <a:pt x="5758" y="98"/>
                  </a:moveTo>
                  <a:cubicBezTo>
                    <a:pt x="5832" y="98"/>
                    <a:pt x="5873" y="158"/>
                    <a:pt x="5873" y="213"/>
                  </a:cubicBezTo>
                  <a:cubicBezTo>
                    <a:pt x="5873" y="292"/>
                    <a:pt x="5832" y="329"/>
                    <a:pt x="5758" y="329"/>
                  </a:cubicBezTo>
                  <a:lnTo>
                    <a:pt x="194" y="329"/>
                  </a:lnTo>
                  <a:cubicBezTo>
                    <a:pt x="134" y="329"/>
                    <a:pt x="79" y="292"/>
                    <a:pt x="79" y="213"/>
                  </a:cubicBezTo>
                  <a:cubicBezTo>
                    <a:pt x="79" y="158"/>
                    <a:pt x="134" y="98"/>
                    <a:pt x="194" y="98"/>
                  </a:cubicBezTo>
                  <a:close/>
                  <a:moveTo>
                    <a:pt x="194" y="1"/>
                  </a:moveTo>
                  <a:cubicBezTo>
                    <a:pt x="79" y="1"/>
                    <a:pt x="0" y="98"/>
                    <a:pt x="0" y="213"/>
                  </a:cubicBezTo>
                  <a:cubicBezTo>
                    <a:pt x="0" y="329"/>
                    <a:pt x="79" y="426"/>
                    <a:pt x="194" y="426"/>
                  </a:cubicBezTo>
                  <a:lnTo>
                    <a:pt x="5758" y="426"/>
                  </a:lnTo>
                  <a:cubicBezTo>
                    <a:pt x="5873" y="426"/>
                    <a:pt x="5970" y="329"/>
                    <a:pt x="5970" y="213"/>
                  </a:cubicBezTo>
                  <a:cubicBezTo>
                    <a:pt x="5970" y="98"/>
                    <a:pt x="5873" y="1"/>
                    <a:pt x="575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83"/>
            <p:cNvSpPr/>
            <p:nvPr/>
          </p:nvSpPr>
          <p:spPr>
            <a:xfrm>
              <a:off x="2127814" y="2126740"/>
              <a:ext cx="1754975" cy="92917"/>
            </a:xfrm>
            <a:custGeom>
              <a:rect b="b" l="l" r="r" t="t"/>
              <a:pathLst>
                <a:path extrusionOk="0" h="311" w="5874">
                  <a:moveTo>
                    <a:pt x="157" y="1"/>
                  </a:moveTo>
                  <a:cubicBezTo>
                    <a:pt x="79" y="1"/>
                    <a:pt x="0" y="61"/>
                    <a:pt x="0" y="158"/>
                  </a:cubicBezTo>
                  <a:cubicBezTo>
                    <a:pt x="0" y="250"/>
                    <a:pt x="79" y="310"/>
                    <a:pt x="157" y="310"/>
                  </a:cubicBezTo>
                  <a:lnTo>
                    <a:pt x="5721" y="310"/>
                  </a:lnTo>
                  <a:cubicBezTo>
                    <a:pt x="5818" y="310"/>
                    <a:pt x="5873" y="250"/>
                    <a:pt x="5873" y="158"/>
                  </a:cubicBezTo>
                  <a:cubicBezTo>
                    <a:pt x="5873" y="61"/>
                    <a:pt x="5818" y="1"/>
                    <a:pt x="57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83"/>
            <p:cNvSpPr/>
            <p:nvPr/>
          </p:nvSpPr>
          <p:spPr>
            <a:xfrm>
              <a:off x="2116760" y="2110308"/>
              <a:ext cx="1783956" cy="125781"/>
            </a:xfrm>
            <a:custGeom>
              <a:rect b="b" l="l" r="r" t="t"/>
              <a:pathLst>
                <a:path extrusionOk="0" h="421" w="5971">
                  <a:moveTo>
                    <a:pt x="5758" y="97"/>
                  </a:moveTo>
                  <a:cubicBezTo>
                    <a:pt x="5832" y="97"/>
                    <a:pt x="5873" y="134"/>
                    <a:pt x="5873" y="213"/>
                  </a:cubicBezTo>
                  <a:cubicBezTo>
                    <a:pt x="5873" y="268"/>
                    <a:pt x="5832" y="328"/>
                    <a:pt x="5758" y="328"/>
                  </a:cubicBezTo>
                  <a:lnTo>
                    <a:pt x="194" y="328"/>
                  </a:lnTo>
                  <a:cubicBezTo>
                    <a:pt x="134" y="328"/>
                    <a:pt x="79" y="268"/>
                    <a:pt x="79" y="213"/>
                  </a:cubicBezTo>
                  <a:cubicBezTo>
                    <a:pt x="79" y="134"/>
                    <a:pt x="134" y="97"/>
                    <a:pt x="194" y="97"/>
                  </a:cubicBezTo>
                  <a:close/>
                  <a:moveTo>
                    <a:pt x="194" y="0"/>
                  </a:moveTo>
                  <a:cubicBezTo>
                    <a:pt x="79" y="0"/>
                    <a:pt x="0" y="97"/>
                    <a:pt x="0" y="213"/>
                  </a:cubicBezTo>
                  <a:cubicBezTo>
                    <a:pt x="0" y="328"/>
                    <a:pt x="79" y="421"/>
                    <a:pt x="194" y="421"/>
                  </a:cubicBezTo>
                  <a:lnTo>
                    <a:pt x="5758" y="421"/>
                  </a:lnTo>
                  <a:cubicBezTo>
                    <a:pt x="5873" y="421"/>
                    <a:pt x="5970" y="328"/>
                    <a:pt x="5970" y="213"/>
                  </a:cubicBezTo>
                  <a:cubicBezTo>
                    <a:pt x="5970" y="97"/>
                    <a:pt x="5873" y="0"/>
                    <a:pt x="575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83"/>
            <p:cNvSpPr/>
            <p:nvPr/>
          </p:nvSpPr>
          <p:spPr>
            <a:xfrm>
              <a:off x="2127814" y="1045795"/>
              <a:ext cx="875396" cy="98295"/>
            </a:xfrm>
            <a:custGeom>
              <a:rect b="b" l="l" r="r" t="t"/>
              <a:pathLst>
                <a:path extrusionOk="0" h="329" w="2930">
                  <a:moveTo>
                    <a:pt x="157" y="1"/>
                  </a:moveTo>
                  <a:cubicBezTo>
                    <a:pt x="79" y="1"/>
                    <a:pt x="0" y="56"/>
                    <a:pt x="0" y="153"/>
                  </a:cubicBezTo>
                  <a:cubicBezTo>
                    <a:pt x="0" y="250"/>
                    <a:pt x="79" y="329"/>
                    <a:pt x="157" y="329"/>
                  </a:cubicBezTo>
                  <a:lnTo>
                    <a:pt x="2754" y="329"/>
                  </a:lnTo>
                  <a:cubicBezTo>
                    <a:pt x="2851" y="329"/>
                    <a:pt x="2930" y="250"/>
                    <a:pt x="2930" y="153"/>
                  </a:cubicBezTo>
                  <a:cubicBezTo>
                    <a:pt x="2930" y="56"/>
                    <a:pt x="2851" y="1"/>
                    <a:pt x="2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83"/>
            <p:cNvSpPr/>
            <p:nvPr/>
          </p:nvSpPr>
          <p:spPr>
            <a:xfrm>
              <a:off x="2116760" y="1034740"/>
              <a:ext cx="897505" cy="120403"/>
            </a:xfrm>
            <a:custGeom>
              <a:rect b="b" l="l" r="r" t="t"/>
              <a:pathLst>
                <a:path extrusionOk="0" h="403" w="3004">
                  <a:moveTo>
                    <a:pt x="2791" y="75"/>
                  </a:moveTo>
                  <a:cubicBezTo>
                    <a:pt x="2870" y="75"/>
                    <a:pt x="2907" y="135"/>
                    <a:pt x="2907" y="190"/>
                  </a:cubicBezTo>
                  <a:cubicBezTo>
                    <a:pt x="2907" y="269"/>
                    <a:pt x="2870" y="306"/>
                    <a:pt x="2791" y="306"/>
                  </a:cubicBezTo>
                  <a:lnTo>
                    <a:pt x="194" y="306"/>
                  </a:lnTo>
                  <a:cubicBezTo>
                    <a:pt x="134" y="306"/>
                    <a:pt x="79" y="269"/>
                    <a:pt x="79" y="190"/>
                  </a:cubicBezTo>
                  <a:cubicBezTo>
                    <a:pt x="79" y="135"/>
                    <a:pt x="134" y="75"/>
                    <a:pt x="194" y="75"/>
                  </a:cubicBezTo>
                  <a:close/>
                  <a:moveTo>
                    <a:pt x="194" y="1"/>
                  </a:moveTo>
                  <a:cubicBezTo>
                    <a:pt x="79" y="1"/>
                    <a:pt x="0" y="75"/>
                    <a:pt x="0" y="190"/>
                  </a:cubicBezTo>
                  <a:cubicBezTo>
                    <a:pt x="0" y="306"/>
                    <a:pt x="79" y="403"/>
                    <a:pt x="194" y="403"/>
                  </a:cubicBezTo>
                  <a:lnTo>
                    <a:pt x="2791" y="403"/>
                  </a:lnTo>
                  <a:cubicBezTo>
                    <a:pt x="2907" y="403"/>
                    <a:pt x="3004" y="306"/>
                    <a:pt x="3004" y="190"/>
                  </a:cubicBezTo>
                  <a:cubicBezTo>
                    <a:pt x="3004" y="75"/>
                    <a:pt x="2907" y="1"/>
                    <a:pt x="279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83"/>
            <p:cNvSpPr/>
            <p:nvPr/>
          </p:nvSpPr>
          <p:spPr>
            <a:xfrm>
              <a:off x="2127814" y="1649307"/>
              <a:ext cx="875396" cy="92618"/>
            </a:xfrm>
            <a:custGeom>
              <a:rect b="b" l="l" r="r" t="t"/>
              <a:pathLst>
                <a:path extrusionOk="0" h="310" w="2930">
                  <a:moveTo>
                    <a:pt x="157" y="0"/>
                  </a:moveTo>
                  <a:cubicBezTo>
                    <a:pt x="79" y="0"/>
                    <a:pt x="0" y="60"/>
                    <a:pt x="0" y="157"/>
                  </a:cubicBezTo>
                  <a:cubicBezTo>
                    <a:pt x="0" y="254"/>
                    <a:pt x="79" y="310"/>
                    <a:pt x="157" y="310"/>
                  </a:cubicBezTo>
                  <a:lnTo>
                    <a:pt x="2754" y="310"/>
                  </a:lnTo>
                  <a:cubicBezTo>
                    <a:pt x="2851" y="310"/>
                    <a:pt x="2930" y="254"/>
                    <a:pt x="2930" y="157"/>
                  </a:cubicBezTo>
                  <a:cubicBezTo>
                    <a:pt x="2930" y="60"/>
                    <a:pt x="2851" y="0"/>
                    <a:pt x="27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83"/>
            <p:cNvSpPr/>
            <p:nvPr/>
          </p:nvSpPr>
          <p:spPr>
            <a:xfrm>
              <a:off x="2116760" y="1632576"/>
              <a:ext cx="897505" cy="127275"/>
            </a:xfrm>
            <a:custGeom>
              <a:rect b="b" l="l" r="r" t="t"/>
              <a:pathLst>
                <a:path extrusionOk="0" h="426" w="3004">
                  <a:moveTo>
                    <a:pt x="2791" y="98"/>
                  </a:moveTo>
                  <a:cubicBezTo>
                    <a:pt x="2870" y="98"/>
                    <a:pt x="2907" y="135"/>
                    <a:pt x="2907" y="213"/>
                  </a:cubicBezTo>
                  <a:cubicBezTo>
                    <a:pt x="2907" y="269"/>
                    <a:pt x="2870" y="329"/>
                    <a:pt x="2791" y="329"/>
                  </a:cubicBezTo>
                  <a:lnTo>
                    <a:pt x="194" y="329"/>
                  </a:lnTo>
                  <a:cubicBezTo>
                    <a:pt x="134" y="329"/>
                    <a:pt x="79" y="269"/>
                    <a:pt x="79" y="213"/>
                  </a:cubicBezTo>
                  <a:cubicBezTo>
                    <a:pt x="79" y="135"/>
                    <a:pt x="134" y="98"/>
                    <a:pt x="194" y="98"/>
                  </a:cubicBezTo>
                  <a:close/>
                  <a:moveTo>
                    <a:pt x="194" y="1"/>
                  </a:moveTo>
                  <a:cubicBezTo>
                    <a:pt x="79" y="1"/>
                    <a:pt x="0" y="98"/>
                    <a:pt x="0" y="213"/>
                  </a:cubicBezTo>
                  <a:cubicBezTo>
                    <a:pt x="0" y="329"/>
                    <a:pt x="79" y="426"/>
                    <a:pt x="194" y="426"/>
                  </a:cubicBezTo>
                  <a:lnTo>
                    <a:pt x="2791" y="426"/>
                  </a:lnTo>
                  <a:cubicBezTo>
                    <a:pt x="2907" y="426"/>
                    <a:pt x="3004" y="329"/>
                    <a:pt x="3004" y="213"/>
                  </a:cubicBezTo>
                  <a:cubicBezTo>
                    <a:pt x="3004" y="98"/>
                    <a:pt x="2907" y="1"/>
                    <a:pt x="279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83"/>
            <p:cNvSpPr/>
            <p:nvPr/>
          </p:nvSpPr>
          <p:spPr>
            <a:xfrm>
              <a:off x="2127814" y="2277319"/>
              <a:ext cx="875396" cy="96801"/>
            </a:xfrm>
            <a:custGeom>
              <a:rect b="b" l="l" r="r" t="t"/>
              <a:pathLst>
                <a:path extrusionOk="0" h="324" w="2930">
                  <a:moveTo>
                    <a:pt x="157" y="0"/>
                  </a:moveTo>
                  <a:cubicBezTo>
                    <a:pt x="79" y="0"/>
                    <a:pt x="0" y="74"/>
                    <a:pt x="0" y="171"/>
                  </a:cubicBezTo>
                  <a:cubicBezTo>
                    <a:pt x="0" y="250"/>
                    <a:pt x="79" y="324"/>
                    <a:pt x="157" y="324"/>
                  </a:cubicBezTo>
                  <a:lnTo>
                    <a:pt x="2754" y="324"/>
                  </a:lnTo>
                  <a:cubicBezTo>
                    <a:pt x="2851" y="324"/>
                    <a:pt x="2930" y="250"/>
                    <a:pt x="2930" y="171"/>
                  </a:cubicBezTo>
                  <a:cubicBezTo>
                    <a:pt x="2930" y="74"/>
                    <a:pt x="2851" y="0"/>
                    <a:pt x="27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83"/>
            <p:cNvSpPr/>
            <p:nvPr/>
          </p:nvSpPr>
          <p:spPr>
            <a:xfrm>
              <a:off x="2116760" y="2264771"/>
              <a:ext cx="897505" cy="121897"/>
            </a:xfrm>
            <a:custGeom>
              <a:rect b="b" l="l" r="r" t="t"/>
              <a:pathLst>
                <a:path extrusionOk="0" h="408" w="3004">
                  <a:moveTo>
                    <a:pt x="2791" y="98"/>
                  </a:moveTo>
                  <a:cubicBezTo>
                    <a:pt x="2870" y="98"/>
                    <a:pt x="2907" y="135"/>
                    <a:pt x="2907" y="213"/>
                  </a:cubicBezTo>
                  <a:cubicBezTo>
                    <a:pt x="2907" y="273"/>
                    <a:pt x="2870" y="329"/>
                    <a:pt x="2791" y="329"/>
                  </a:cubicBezTo>
                  <a:lnTo>
                    <a:pt x="194" y="329"/>
                  </a:lnTo>
                  <a:cubicBezTo>
                    <a:pt x="134" y="329"/>
                    <a:pt x="79" y="273"/>
                    <a:pt x="79" y="213"/>
                  </a:cubicBezTo>
                  <a:cubicBezTo>
                    <a:pt x="79" y="135"/>
                    <a:pt x="134" y="98"/>
                    <a:pt x="194" y="98"/>
                  </a:cubicBezTo>
                  <a:close/>
                  <a:moveTo>
                    <a:pt x="194" y="1"/>
                  </a:moveTo>
                  <a:cubicBezTo>
                    <a:pt x="79" y="1"/>
                    <a:pt x="0" y="98"/>
                    <a:pt x="0" y="213"/>
                  </a:cubicBezTo>
                  <a:cubicBezTo>
                    <a:pt x="0" y="329"/>
                    <a:pt x="79" y="407"/>
                    <a:pt x="194" y="407"/>
                  </a:cubicBezTo>
                  <a:lnTo>
                    <a:pt x="2791" y="407"/>
                  </a:lnTo>
                  <a:cubicBezTo>
                    <a:pt x="2907" y="407"/>
                    <a:pt x="3004" y="329"/>
                    <a:pt x="3004" y="213"/>
                  </a:cubicBezTo>
                  <a:cubicBezTo>
                    <a:pt x="3004" y="98"/>
                    <a:pt x="2907" y="1"/>
                    <a:pt x="279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AEE2F4">
            <a:alpha val="30588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2"/>
          <p:cNvSpPr txBox="1"/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i="0" sz="3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i="0" sz="3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i="0" sz="3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i="0" sz="3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i="0" sz="3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i="0" sz="3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i="0" sz="3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i="0" sz="3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i="0" sz="3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52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"/>
          <p:cNvSpPr txBox="1"/>
          <p:nvPr>
            <p:ph type="ctrTitle"/>
          </p:nvPr>
        </p:nvSpPr>
        <p:spPr>
          <a:xfrm>
            <a:off x="3637100" y="1966788"/>
            <a:ext cx="5016000" cy="120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8200"/>
              <a:t>FireData</a:t>
            </a:r>
            <a:endParaRPr i="1" sz="8000"/>
          </a:p>
        </p:txBody>
      </p:sp>
      <p:pic>
        <p:nvPicPr>
          <p:cNvPr id="530" name="Google Shape;530;p1" title="icon_bomberos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850" y="795863"/>
            <a:ext cx="3551775" cy="355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"/>
          <p:cNvSpPr txBox="1"/>
          <p:nvPr>
            <p:ph type="title"/>
          </p:nvPr>
        </p:nvSpPr>
        <p:spPr>
          <a:xfrm>
            <a:off x="720000" y="859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500"/>
              <a:t>Integrantes del proyecto</a:t>
            </a:r>
            <a:endParaRPr sz="3500"/>
          </a:p>
        </p:txBody>
      </p:sp>
      <p:graphicFrame>
        <p:nvGraphicFramePr>
          <p:cNvPr id="536" name="Google Shape;536;p2"/>
          <p:cNvGraphicFramePr/>
          <p:nvPr/>
        </p:nvGraphicFramePr>
        <p:xfrm>
          <a:off x="720000" y="222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{AFF41974-3C1E-45CB-A44B-EC60BDA3A5C8}</a:tableStyleId>
              </a:tblPr>
              <a:tblGrid>
                <a:gridCol w="2318575"/>
                <a:gridCol w="5385425"/>
              </a:tblGrid>
              <a:tr h="35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Kevin Fierro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Inter"/>
                        <a:buChar char="●"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SCRUM MASTER</a:t>
                      </a: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2921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Inter"/>
                        <a:buChar char="●"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Encargado de gestionar el trabajo en equipo y imponer metodología Scrum</a:t>
                      </a: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7" name="Google Shape;537;p2"/>
          <p:cNvGraphicFramePr/>
          <p:nvPr/>
        </p:nvGraphicFramePr>
        <p:xfrm>
          <a:off x="720000" y="318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{AFF41974-3C1E-45CB-A44B-EC60BDA3A5C8}</a:tableStyleId>
              </a:tblPr>
              <a:tblGrid>
                <a:gridCol w="2318575"/>
                <a:gridCol w="5385425"/>
              </a:tblGrid>
              <a:tr h="35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Ignacio Pinares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Inter"/>
                        <a:buChar char="●"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EQUIPO DEV</a:t>
                      </a: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Inter"/>
                        <a:buChar char="●"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Cabeza de equipo técnico y de desarrollo de productos</a:t>
                      </a: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"/>
          <p:cNvSpPr txBox="1"/>
          <p:nvPr>
            <p:ph idx="1" type="subTitle"/>
          </p:nvPr>
        </p:nvSpPr>
        <p:spPr>
          <a:xfrm>
            <a:off x="4813800" y="2135550"/>
            <a:ext cx="3906000" cy="24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Crear un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de información de viviendas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 que los bomberos puedan acceder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 y sin internet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donde puedan ver: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Ubicación de la vivienda.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Características importantes.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Quiénes viven allí (incluyendo mascotas).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vecinos, por su parte, podrán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registrar su vivienda y su familia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 la aplicación para que los bomberos tengan toda la información al momento de atender una emergencia.</a:t>
            </a:r>
            <a:endParaRPr sz="1500"/>
          </a:p>
        </p:txBody>
      </p:sp>
      <p:sp>
        <p:nvSpPr>
          <p:cNvPr id="543" name="Google Shape;543;p7"/>
          <p:cNvSpPr txBox="1"/>
          <p:nvPr>
            <p:ph idx="2" type="subTitle"/>
          </p:nvPr>
        </p:nvSpPr>
        <p:spPr>
          <a:xfrm>
            <a:off x="424175" y="2205825"/>
            <a:ext cx="4023000" cy="21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muchas emergencias, los bomberos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cuentan con información rápida y confiable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sobre las viviendas y las personas que viven en ellas.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Esto provoca: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Pérdida de tiempo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 tomar decisiones.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Dificultad para saber si hay personas o mascotas dentro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Mayor riesgo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tanto para los bomberos como para los residentes.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44" name="Google Shape;544;p7"/>
          <p:cNvSpPr txBox="1"/>
          <p:nvPr>
            <p:ph idx="3" type="subTitle"/>
          </p:nvPr>
        </p:nvSpPr>
        <p:spPr>
          <a:xfrm>
            <a:off x="5107963" y="1765575"/>
            <a:ext cx="32592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Solución</a:t>
            </a:r>
            <a:endParaRPr/>
          </a:p>
        </p:txBody>
      </p:sp>
      <p:sp>
        <p:nvSpPr>
          <p:cNvPr id="545" name="Google Shape;545;p7"/>
          <p:cNvSpPr txBox="1"/>
          <p:nvPr>
            <p:ph type="title"/>
          </p:nvPr>
        </p:nvSpPr>
        <p:spPr>
          <a:xfrm>
            <a:off x="1573500" y="744000"/>
            <a:ext cx="599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500"/>
              <a:t>Descripción</a:t>
            </a:r>
            <a:r>
              <a:rPr lang="en" sz="3500"/>
              <a:t> del proyecto</a:t>
            </a:r>
            <a:endParaRPr sz="3500"/>
          </a:p>
        </p:txBody>
      </p:sp>
      <p:sp>
        <p:nvSpPr>
          <p:cNvPr id="546" name="Google Shape;546;p7"/>
          <p:cNvSpPr txBox="1"/>
          <p:nvPr>
            <p:ph idx="3" type="subTitle"/>
          </p:nvPr>
        </p:nvSpPr>
        <p:spPr>
          <a:xfrm>
            <a:off x="776838" y="1765575"/>
            <a:ext cx="32592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Problema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4"/>
          <p:cNvSpPr txBox="1"/>
          <p:nvPr>
            <p:ph idx="1" type="subTitle"/>
          </p:nvPr>
        </p:nvSpPr>
        <p:spPr>
          <a:xfrm>
            <a:off x="1487025" y="1652125"/>
            <a:ext cx="7022700" cy="10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objetivo general es desarrollar dos aplicaciones interconectadas que permitan registrar a los integrantes de un domicilio y sus mascotas, que los bomberos puedan consultar esta información durante una emergencia, y que además puedan registrar la ubicación y el estado de los grifos de agua para visualizarlos en un mapa.</a:t>
            </a:r>
            <a:endParaRPr/>
          </a:p>
        </p:txBody>
      </p:sp>
      <p:sp>
        <p:nvSpPr>
          <p:cNvPr id="552" name="Google Shape;552;p24"/>
          <p:cNvSpPr txBox="1"/>
          <p:nvPr>
            <p:ph idx="2" type="subTitle"/>
          </p:nvPr>
        </p:nvSpPr>
        <p:spPr>
          <a:xfrm>
            <a:off x="1348725" y="3495575"/>
            <a:ext cx="72993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Obtener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una 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respuesta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los datos en bombero menor a 30s.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Aumentar la cantidad de información obtenida para una emergencia en un 40%.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Disminuir el tiempo de la recolección de información en una emergencia en un 30%.</a:t>
            </a:r>
            <a:endParaRPr/>
          </a:p>
        </p:txBody>
      </p:sp>
      <p:sp>
        <p:nvSpPr>
          <p:cNvPr id="553" name="Google Shape;553;p24"/>
          <p:cNvSpPr txBox="1"/>
          <p:nvPr>
            <p:ph idx="3" type="subTitle"/>
          </p:nvPr>
        </p:nvSpPr>
        <p:spPr>
          <a:xfrm>
            <a:off x="1487025" y="1165225"/>
            <a:ext cx="55077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Objetivo General</a:t>
            </a:r>
            <a:endParaRPr/>
          </a:p>
        </p:txBody>
      </p:sp>
      <p:sp>
        <p:nvSpPr>
          <p:cNvPr id="554" name="Google Shape;554;p24"/>
          <p:cNvSpPr txBox="1"/>
          <p:nvPr>
            <p:ph idx="4" type="subTitle"/>
          </p:nvPr>
        </p:nvSpPr>
        <p:spPr>
          <a:xfrm>
            <a:off x="1541575" y="2922088"/>
            <a:ext cx="55077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Objetivos Específicos</a:t>
            </a:r>
            <a:endParaRPr/>
          </a:p>
        </p:txBody>
      </p:sp>
      <p:sp>
        <p:nvSpPr>
          <p:cNvPr id="555" name="Google Shape;555;p24"/>
          <p:cNvSpPr/>
          <p:nvPr/>
        </p:nvSpPr>
        <p:spPr>
          <a:xfrm>
            <a:off x="731925" y="1529388"/>
            <a:ext cx="616800" cy="616800"/>
          </a:xfrm>
          <a:prstGeom prst="ellipse">
            <a:avLst/>
          </a:prstGeom>
          <a:solidFill>
            <a:srgbClr val="AEE2F4">
              <a:alpha val="30588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4"/>
          <p:cNvSpPr/>
          <p:nvPr/>
        </p:nvSpPr>
        <p:spPr>
          <a:xfrm>
            <a:off x="731925" y="3226888"/>
            <a:ext cx="616800" cy="616800"/>
          </a:xfrm>
          <a:prstGeom prst="ellipse">
            <a:avLst/>
          </a:prstGeom>
          <a:solidFill>
            <a:srgbClr val="AEE2F4">
              <a:alpha val="30588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7" name="Google Shape;557;p24"/>
          <p:cNvGrpSpPr/>
          <p:nvPr/>
        </p:nvGrpSpPr>
        <p:grpSpPr>
          <a:xfrm>
            <a:off x="850475" y="1648118"/>
            <a:ext cx="379704" cy="379354"/>
            <a:chOff x="6974625" y="1969818"/>
            <a:chExt cx="379704" cy="379354"/>
          </a:xfrm>
        </p:grpSpPr>
        <p:sp>
          <p:nvSpPr>
            <p:cNvPr id="558" name="Google Shape;558;p24"/>
            <p:cNvSpPr/>
            <p:nvPr/>
          </p:nvSpPr>
          <p:spPr>
            <a:xfrm>
              <a:off x="7047557" y="2313306"/>
              <a:ext cx="233838" cy="19597"/>
            </a:xfrm>
            <a:custGeom>
              <a:rect b="b" l="l" r="r" t="t"/>
              <a:pathLst>
                <a:path extrusionOk="0" h="1006" w="12004">
                  <a:moveTo>
                    <a:pt x="124" y="1"/>
                  </a:moveTo>
                  <a:cubicBezTo>
                    <a:pt x="48" y="1"/>
                    <a:pt x="1" y="54"/>
                    <a:pt x="1" y="124"/>
                  </a:cubicBezTo>
                  <a:lnTo>
                    <a:pt x="1" y="859"/>
                  </a:lnTo>
                  <a:cubicBezTo>
                    <a:pt x="1" y="935"/>
                    <a:pt x="48" y="1006"/>
                    <a:pt x="124" y="1006"/>
                  </a:cubicBezTo>
                  <a:lnTo>
                    <a:pt x="11880" y="1006"/>
                  </a:lnTo>
                  <a:cubicBezTo>
                    <a:pt x="11950" y="1006"/>
                    <a:pt x="12003" y="935"/>
                    <a:pt x="12003" y="859"/>
                  </a:cubicBezTo>
                  <a:lnTo>
                    <a:pt x="12003" y="124"/>
                  </a:lnTo>
                  <a:cubicBezTo>
                    <a:pt x="12003" y="54"/>
                    <a:pt x="11950" y="1"/>
                    <a:pt x="11880" y="1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24"/>
            <p:cNvSpPr/>
            <p:nvPr/>
          </p:nvSpPr>
          <p:spPr>
            <a:xfrm>
              <a:off x="7266588" y="2313306"/>
              <a:ext cx="14805" cy="19597"/>
            </a:xfrm>
            <a:custGeom>
              <a:rect b="b" l="l" r="r" t="t"/>
              <a:pathLst>
                <a:path extrusionOk="0" h="1006" w="760">
                  <a:moveTo>
                    <a:pt x="1" y="1"/>
                  </a:moveTo>
                  <a:lnTo>
                    <a:pt x="1" y="1006"/>
                  </a:lnTo>
                  <a:lnTo>
                    <a:pt x="636" y="1006"/>
                  </a:lnTo>
                  <a:cubicBezTo>
                    <a:pt x="706" y="1006"/>
                    <a:pt x="759" y="935"/>
                    <a:pt x="759" y="859"/>
                  </a:cubicBezTo>
                  <a:lnTo>
                    <a:pt x="759" y="124"/>
                  </a:lnTo>
                  <a:cubicBezTo>
                    <a:pt x="759" y="54"/>
                    <a:pt x="706" y="1"/>
                    <a:pt x="636" y="1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24"/>
            <p:cNvSpPr/>
            <p:nvPr/>
          </p:nvSpPr>
          <p:spPr>
            <a:xfrm>
              <a:off x="7154385" y="2047095"/>
              <a:ext cx="20064" cy="31051"/>
            </a:xfrm>
            <a:custGeom>
              <a:rect b="b" l="l" r="r" t="t"/>
              <a:pathLst>
                <a:path extrusionOk="0" h="1594" w="1030">
                  <a:moveTo>
                    <a:pt x="1" y="1"/>
                  </a:moveTo>
                  <a:lnTo>
                    <a:pt x="1" y="1594"/>
                  </a:lnTo>
                  <a:lnTo>
                    <a:pt x="1029" y="1594"/>
                  </a:lnTo>
                  <a:lnTo>
                    <a:pt x="1029" y="1"/>
                  </a:ln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24"/>
            <p:cNvSpPr/>
            <p:nvPr/>
          </p:nvSpPr>
          <p:spPr>
            <a:xfrm>
              <a:off x="7154385" y="2150143"/>
              <a:ext cx="20064" cy="31051"/>
            </a:xfrm>
            <a:custGeom>
              <a:rect b="b" l="l" r="r" t="t"/>
              <a:pathLst>
                <a:path extrusionOk="0" h="1594" w="1030">
                  <a:moveTo>
                    <a:pt x="1" y="1"/>
                  </a:moveTo>
                  <a:lnTo>
                    <a:pt x="1" y="1594"/>
                  </a:lnTo>
                  <a:lnTo>
                    <a:pt x="1029" y="1594"/>
                  </a:lnTo>
                  <a:lnTo>
                    <a:pt x="1029" y="1"/>
                  </a:ln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24"/>
            <p:cNvSpPr/>
            <p:nvPr/>
          </p:nvSpPr>
          <p:spPr>
            <a:xfrm>
              <a:off x="7154385" y="2253191"/>
              <a:ext cx="20064" cy="60135"/>
            </a:xfrm>
            <a:custGeom>
              <a:rect b="b" l="l" r="r" t="t"/>
              <a:pathLst>
                <a:path extrusionOk="0" h="3087" w="1030">
                  <a:moveTo>
                    <a:pt x="1" y="1"/>
                  </a:moveTo>
                  <a:lnTo>
                    <a:pt x="1" y="3087"/>
                  </a:lnTo>
                  <a:lnTo>
                    <a:pt x="1029" y="3087"/>
                  </a:lnTo>
                  <a:lnTo>
                    <a:pt x="1029" y="1"/>
                  </a:ln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24"/>
            <p:cNvSpPr/>
            <p:nvPr/>
          </p:nvSpPr>
          <p:spPr>
            <a:xfrm>
              <a:off x="7164456" y="2047095"/>
              <a:ext cx="9993" cy="31051"/>
            </a:xfrm>
            <a:custGeom>
              <a:rect b="b" l="l" r="r" t="t"/>
              <a:pathLst>
                <a:path extrusionOk="0" h="1594" w="513">
                  <a:moveTo>
                    <a:pt x="1" y="1"/>
                  </a:moveTo>
                  <a:lnTo>
                    <a:pt x="1" y="1594"/>
                  </a:lnTo>
                  <a:lnTo>
                    <a:pt x="512" y="1594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24"/>
            <p:cNvSpPr/>
            <p:nvPr/>
          </p:nvSpPr>
          <p:spPr>
            <a:xfrm>
              <a:off x="7164456" y="2150143"/>
              <a:ext cx="9993" cy="31051"/>
            </a:xfrm>
            <a:custGeom>
              <a:rect b="b" l="l" r="r" t="t"/>
              <a:pathLst>
                <a:path extrusionOk="0" h="1594" w="513">
                  <a:moveTo>
                    <a:pt x="1" y="1"/>
                  </a:moveTo>
                  <a:lnTo>
                    <a:pt x="1" y="1594"/>
                  </a:lnTo>
                  <a:lnTo>
                    <a:pt x="512" y="1594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24"/>
            <p:cNvSpPr/>
            <p:nvPr/>
          </p:nvSpPr>
          <p:spPr>
            <a:xfrm>
              <a:off x="7164456" y="2253191"/>
              <a:ext cx="9993" cy="60135"/>
            </a:xfrm>
            <a:custGeom>
              <a:rect b="b" l="l" r="r" t="t"/>
              <a:pathLst>
                <a:path extrusionOk="0" h="3087" w="513">
                  <a:moveTo>
                    <a:pt x="1" y="1"/>
                  </a:moveTo>
                  <a:lnTo>
                    <a:pt x="1" y="3087"/>
                  </a:lnTo>
                  <a:lnTo>
                    <a:pt x="512" y="3087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24"/>
            <p:cNvSpPr/>
            <p:nvPr/>
          </p:nvSpPr>
          <p:spPr>
            <a:xfrm>
              <a:off x="6980352" y="2078126"/>
              <a:ext cx="368250" cy="72037"/>
            </a:xfrm>
            <a:custGeom>
              <a:rect b="b" l="l" r="r" t="t"/>
              <a:pathLst>
                <a:path extrusionOk="0" h="3698" w="18904">
                  <a:moveTo>
                    <a:pt x="241" y="1"/>
                  </a:moveTo>
                  <a:cubicBezTo>
                    <a:pt x="94" y="1"/>
                    <a:pt x="0" y="101"/>
                    <a:pt x="0" y="248"/>
                  </a:cubicBezTo>
                  <a:lnTo>
                    <a:pt x="0" y="3457"/>
                  </a:lnTo>
                  <a:cubicBezTo>
                    <a:pt x="0" y="3604"/>
                    <a:pt x="94" y="3698"/>
                    <a:pt x="241" y="3698"/>
                  </a:cubicBezTo>
                  <a:lnTo>
                    <a:pt x="18662" y="3698"/>
                  </a:lnTo>
                  <a:cubicBezTo>
                    <a:pt x="18809" y="3698"/>
                    <a:pt x="18903" y="3604"/>
                    <a:pt x="18903" y="3457"/>
                  </a:cubicBezTo>
                  <a:lnTo>
                    <a:pt x="18903" y="248"/>
                  </a:lnTo>
                  <a:cubicBezTo>
                    <a:pt x="18903" y="101"/>
                    <a:pt x="18809" y="1"/>
                    <a:pt x="18662" y="1"/>
                  </a:cubicBezTo>
                  <a:close/>
                </a:path>
              </a:pathLst>
            </a:custGeom>
            <a:solidFill>
              <a:srgbClr val="356B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24"/>
            <p:cNvSpPr/>
            <p:nvPr/>
          </p:nvSpPr>
          <p:spPr>
            <a:xfrm>
              <a:off x="6980352" y="1975078"/>
              <a:ext cx="368250" cy="72037"/>
            </a:xfrm>
            <a:custGeom>
              <a:rect b="b" l="l" r="r" t="t"/>
              <a:pathLst>
                <a:path extrusionOk="0" h="3698" w="18904">
                  <a:moveTo>
                    <a:pt x="241" y="1"/>
                  </a:moveTo>
                  <a:cubicBezTo>
                    <a:pt x="94" y="1"/>
                    <a:pt x="0" y="124"/>
                    <a:pt x="0" y="248"/>
                  </a:cubicBezTo>
                  <a:lnTo>
                    <a:pt x="0" y="3457"/>
                  </a:lnTo>
                  <a:cubicBezTo>
                    <a:pt x="0" y="3604"/>
                    <a:pt x="94" y="3698"/>
                    <a:pt x="241" y="3698"/>
                  </a:cubicBezTo>
                  <a:lnTo>
                    <a:pt x="18662" y="3698"/>
                  </a:lnTo>
                  <a:cubicBezTo>
                    <a:pt x="18809" y="3698"/>
                    <a:pt x="18903" y="3604"/>
                    <a:pt x="18903" y="3457"/>
                  </a:cubicBezTo>
                  <a:lnTo>
                    <a:pt x="18903" y="248"/>
                  </a:lnTo>
                  <a:cubicBezTo>
                    <a:pt x="18903" y="124"/>
                    <a:pt x="18809" y="1"/>
                    <a:pt x="18662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24"/>
            <p:cNvSpPr/>
            <p:nvPr/>
          </p:nvSpPr>
          <p:spPr>
            <a:xfrm>
              <a:off x="6980352" y="2181174"/>
              <a:ext cx="368250" cy="72037"/>
            </a:xfrm>
            <a:custGeom>
              <a:rect b="b" l="l" r="r" t="t"/>
              <a:pathLst>
                <a:path extrusionOk="0" h="3698" w="18904">
                  <a:moveTo>
                    <a:pt x="241" y="1"/>
                  </a:moveTo>
                  <a:cubicBezTo>
                    <a:pt x="94" y="1"/>
                    <a:pt x="0" y="101"/>
                    <a:pt x="0" y="248"/>
                  </a:cubicBezTo>
                  <a:lnTo>
                    <a:pt x="0" y="3457"/>
                  </a:lnTo>
                  <a:cubicBezTo>
                    <a:pt x="0" y="3575"/>
                    <a:pt x="94" y="3698"/>
                    <a:pt x="241" y="3698"/>
                  </a:cubicBezTo>
                  <a:lnTo>
                    <a:pt x="18662" y="3698"/>
                  </a:lnTo>
                  <a:cubicBezTo>
                    <a:pt x="18809" y="3698"/>
                    <a:pt x="18903" y="3575"/>
                    <a:pt x="18903" y="3457"/>
                  </a:cubicBezTo>
                  <a:lnTo>
                    <a:pt x="18903" y="248"/>
                  </a:lnTo>
                  <a:cubicBezTo>
                    <a:pt x="18903" y="101"/>
                    <a:pt x="18809" y="1"/>
                    <a:pt x="18662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24"/>
            <p:cNvSpPr/>
            <p:nvPr/>
          </p:nvSpPr>
          <p:spPr>
            <a:xfrm>
              <a:off x="7329002" y="1975078"/>
              <a:ext cx="19597" cy="72037"/>
            </a:xfrm>
            <a:custGeom>
              <a:rect b="b" l="l" r="r" t="t"/>
              <a:pathLst>
                <a:path extrusionOk="0" h="3698" w="1006">
                  <a:moveTo>
                    <a:pt x="0" y="1"/>
                  </a:moveTo>
                  <a:cubicBezTo>
                    <a:pt x="147" y="1"/>
                    <a:pt x="247" y="124"/>
                    <a:pt x="247" y="248"/>
                  </a:cubicBezTo>
                  <a:lnTo>
                    <a:pt x="247" y="3457"/>
                  </a:lnTo>
                  <a:cubicBezTo>
                    <a:pt x="247" y="3604"/>
                    <a:pt x="147" y="3698"/>
                    <a:pt x="0" y="3698"/>
                  </a:cubicBezTo>
                  <a:lnTo>
                    <a:pt x="764" y="3698"/>
                  </a:lnTo>
                  <a:cubicBezTo>
                    <a:pt x="911" y="3698"/>
                    <a:pt x="1005" y="3604"/>
                    <a:pt x="1005" y="3457"/>
                  </a:cubicBezTo>
                  <a:lnTo>
                    <a:pt x="1005" y="248"/>
                  </a:lnTo>
                  <a:cubicBezTo>
                    <a:pt x="1005" y="124"/>
                    <a:pt x="911" y="1"/>
                    <a:pt x="76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24"/>
            <p:cNvSpPr/>
            <p:nvPr/>
          </p:nvSpPr>
          <p:spPr>
            <a:xfrm>
              <a:off x="7329002" y="2181174"/>
              <a:ext cx="19597" cy="72037"/>
            </a:xfrm>
            <a:custGeom>
              <a:rect b="b" l="l" r="r" t="t"/>
              <a:pathLst>
                <a:path extrusionOk="0" h="3698" w="1006">
                  <a:moveTo>
                    <a:pt x="0" y="1"/>
                  </a:moveTo>
                  <a:cubicBezTo>
                    <a:pt x="147" y="1"/>
                    <a:pt x="247" y="101"/>
                    <a:pt x="247" y="248"/>
                  </a:cubicBezTo>
                  <a:lnTo>
                    <a:pt x="247" y="3457"/>
                  </a:lnTo>
                  <a:cubicBezTo>
                    <a:pt x="247" y="3575"/>
                    <a:pt x="147" y="3698"/>
                    <a:pt x="0" y="3698"/>
                  </a:cubicBezTo>
                  <a:lnTo>
                    <a:pt x="764" y="3698"/>
                  </a:lnTo>
                  <a:cubicBezTo>
                    <a:pt x="911" y="3698"/>
                    <a:pt x="1005" y="3575"/>
                    <a:pt x="1005" y="3457"/>
                  </a:cubicBezTo>
                  <a:lnTo>
                    <a:pt x="1005" y="248"/>
                  </a:lnTo>
                  <a:cubicBezTo>
                    <a:pt x="1005" y="101"/>
                    <a:pt x="911" y="1"/>
                    <a:pt x="76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24"/>
            <p:cNvSpPr/>
            <p:nvPr/>
          </p:nvSpPr>
          <p:spPr>
            <a:xfrm>
              <a:off x="7037603" y="1997986"/>
              <a:ext cx="133516" cy="26688"/>
            </a:xfrm>
            <a:custGeom>
              <a:rect b="b" l="l" r="r" t="t"/>
              <a:pathLst>
                <a:path extrusionOk="0" h="1370" w="6854">
                  <a:moveTo>
                    <a:pt x="94" y="0"/>
                  </a:moveTo>
                  <a:cubicBezTo>
                    <a:pt x="47" y="0"/>
                    <a:pt x="0" y="24"/>
                    <a:pt x="0" y="77"/>
                  </a:cubicBezTo>
                  <a:lnTo>
                    <a:pt x="0" y="1276"/>
                  </a:lnTo>
                  <a:cubicBezTo>
                    <a:pt x="0" y="1323"/>
                    <a:pt x="47" y="1370"/>
                    <a:pt x="94" y="1370"/>
                  </a:cubicBezTo>
                  <a:lnTo>
                    <a:pt x="6783" y="1370"/>
                  </a:lnTo>
                  <a:cubicBezTo>
                    <a:pt x="6830" y="1370"/>
                    <a:pt x="6854" y="1323"/>
                    <a:pt x="6854" y="1276"/>
                  </a:cubicBezTo>
                  <a:lnTo>
                    <a:pt x="6854" y="77"/>
                  </a:lnTo>
                  <a:cubicBezTo>
                    <a:pt x="6854" y="24"/>
                    <a:pt x="6830" y="0"/>
                    <a:pt x="6783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24"/>
            <p:cNvSpPr/>
            <p:nvPr/>
          </p:nvSpPr>
          <p:spPr>
            <a:xfrm>
              <a:off x="7141567" y="1997986"/>
              <a:ext cx="29551" cy="26688"/>
            </a:xfrm>
            <a:custGeom>
              <a:rect b="b" l="l" r="r" t="t"/>
              <a:pathLst>
                <a:path extrusionOk="0" h="1370" w="1517">
                  <a:moveTo>
                    <a:pt x="0" y="0"/>
                  </a:moveTo>
                  <a:lnTo>
                    <a:pt x="0" y="1370"/>
                  </a:lnTo>
                  <a:lnTo>
                    <a:pt x="1446" y="1370"/>
                  </a:lnTo>
                  <a:cubicBezTo>
                    <a:pt x="1493" y="1370"/>
                    <a:pt x="1517" y="1323"/>
                    <a:pt x="1517" y="1276"/>
                  </a:cubicBezTo>
                  <a:lnTo>
                    <a:pt x="1517" y="77"/>
                  </a:lnTo>
                  <a:cubicBezTo>
                    <a:pt x="1517" y="24"/>
                    <a:pt x="1493" y="0"/>
                    <a:pt x="1446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24"/>
            <p:cNvSpPr/>
            <p:nvPr/>
          </p:nvSpPr>
          <p:spPr>
            <a:xfrm>
              <a:off x="7154969" y="1997986"/>
              <a:ext cx="16149" cy="26688"/>
            </a:xfrm>
            <a:custGeom>
              <a:rect b="b" l="l" r="r" t="t"/>
              <a:pathLst>
                <a:path extrusionOk="0" h="1370" w="829">
                  <a:moveTo>
                    <a:pt x="0" y="0"/>
                  </a:moveTo>
                  <a:cubicBezTo>
                    <a:pt x="24" y="0"/>
                    <a:pt x="71" y="24"/>
                    <a:pt x="71" y="77"/>
                  </a:cubicBezTo>
                  <a:lnTo>
                    <a:pt x="71" y="1276"/>
                  </a:lnTo>
                  <a:cubicBezTo>
                    <a:pt x="71" y="1323"/>
                    <a:pt x="24" y="1370"/>
                    <a:pt x="0" y="1370"/>
                  </a:cubicBezTo>
                  <a:lnTo>
                    <a:pt x="758" y="1370"/>
                  </a:lnTo>
                  <a:cubicBezTo>
                    <a:pt x="805" y="1370"/>
                    <a:pt x="829" y="1323"/>
                    <a:pt x="829" y="1276"/>
                  </a:cubicBezTo>
                  <a:lnTo>
                    <a:pt x="829" y="77"/>
                  </a:lnTo>
                  <a:cubicBezTo>
                    <a:pt x="829" y="24"/>
                    <a:pt x="805" y="0"/>
                    <a:pt x="758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24"/>
            <p:cNvSpPr/>
            <p:nvPr/>
          </p:nvSpPr>
          <p:spPr>
            <a:xfrm>
              <a:off x="7037603" y="2101034"/>
              <a:ext cx="133516" cy="26240"/>
            </a:xfrm>
            <a:custGeom>
              <a:rect b="b" l="l" r="r" t="t"/>
              <a:pathLst>
                <a:path extrusionOk="0" h="1347" w="6854">
                  <a:moveTo>
                    <a:pt x="94" y="0"/>
                  </a:moveTo>
                  <a:cubicBezTo>
                    <a:pt x="47" y="0"/>
                    <a:pt x="0" y="24"/>
                    <a:pt x="0" y="77"/>
                  </a:cubicBezTo>
                  <a:lnTo>
                    <a:pt x="0" y="1276"/>
                  </a:lnTo>
                  <a:cubicBezTo>
                    <a:pt x="0" y="1323"/>
                    <a:pt x="47" y="1346"/>
                    <a:pt x="94" y="1346"/>
                  </a:cubicBezTo>
                  <a:lnTo>
                    <a:pt x="6783" y="1346"/>
                  </a:lnTo>
                  <a:cubicBezTo>
                    <a:pt x="6830" y="1346"/>
                    <a:pt x="6854" y="1323"/>
                    <a:pt x="6854" y="1276"/>
                  </a:cubicBezTo>
                  <a:lnTo>
                    <a:pt x="6854" y="77"/>
                  </a:lnTo>
                  <a:cubicBezTo>
                    <a:pt x="6854" y="24"/>
                    <a:pt x="6830" y="0"/>
                    <a:pt x="6783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24"/>
            <p:cNvSpPr/>
            <p:nvPr/>
          </p:nvSpPr>
          <p:spPr>
            <a:xfrm>
              <a:off x="7141567" y="2101034"/>
              <a:ext cx="29551" cy="26240"/>
            </a:xfrm>
            <a:custGeom>
              <a:rect b="b" l="l" r="r" t="t"/>
              <a:pathLst>
                <a:path extrusionOk="0" h="1347" w="1517">
                  <a:moveTo>
                    <a:pt x="0" y="0"/>
                  </a:moveTo>
                  <a:lnTo>
                    <a:pt x="0" y="1346"/>
                  </a:lnTo>
                  <a:lnTo>
                    <a:pt x="1446" y="1346"/>
                  </a:lnTo>
                  <a:cubicBezTo>
                    <a:pt x="1493" y="1346"/>
                    <a:pt x="1517" y="1323"/>
                    <a:pt x="1517" y="1276"/>
                  </a:cubicBezTo>
                  <a:lnTo>
                    <a:pt x="1517" y="77"/>
                  </a:lnTo>
                  <a:cubicBezTo>
                    <a:pt x="1517" y="24"/>
                    <a:pt x="1493" y="0"/>
                    <a:pt x="1446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24"/>
            <p:cNvSpPr/>
            <p:nvPr/>
          </p:nvSpPr>
          <p:spPr>
            <a:xfrm>
              <a:off x="7154969" y="2101034"/>
              <a:ext cx="16149" cy="26240"/>
            </a:xfrm>
            <a:custGeom>
              <a:rect b="b" l="l" r="r" t="t"/>
              <a:pathLst>
                <a:path extrusionOk="0" h="1347" w="829">
                  <a:moveTo>
                    <a:pt x="0" y="0"/>
                  </a:moveTo>
                  <a:cubicBezTo>
                    <a:pt x="24" y="0"/>
                    <a:pt x="71" y="24"/>
                    <a:pt x="71" y="77"/>
                  </a:cubicBezTo>
                  <a:lnTo>
                    <a:pt x="71" y="1276"/>
                  </a:lnTo>
                  <a:cubicBezTo>
                    <a:pt x="71" y="1323"/>
                    <a:pt x="24" y="1346"/>
                    <a:pt x="0" y="1346"/>
                  </a:cubicBezTo>
                  <a:lnTo>
                    <a:pt x="758" y="1346"/>
                  </a:lnTo>
                  <a:cubicBezTo>
                    <a:pt x="805" y="1346"/>
                    <a:pt x="829" y="1323"/>
                    <a:pt x="829" y="1276"/>
                  </a:cubicBezTo>
                  <a:lnTo>
                    <a:pt x="829" y="77"/>
                  </a:lnTo>
                  <a:cubicBezTo>
                    <a:pt x="829" y="24"/>
                    <a:pt x="805" y="0"/>
                    <a:pt x="758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24"/>
            <p:cNvSpPr/>
            <p:nvPr/>
          </p:nvSpPr>
          <p:spPr>
            <a:xfrm>
              <a:off x="7037603" y="2204083"/>
              <a:ext cx="133516" cy="26240"/>
            </a:xfrm>
            <a:custGeom>
              <a:rect b="b" l="l" r="r" t="t"/>
              <a:pathLst>
                <a:path extrusionOk="0" h="1347" w="6854">
                  <a:moveTo>
                    <a:pt x="94" y="0"/>
                  </a:moveTo>
                  <a:cubicBezTo>
                    <a:pt x="47" y="0"/>
                    <a:pt x="0" y="24"/>
                    <a:pt x="0" y="77"/>
                  </a:cubicBezTo>
                  <a:lnTo>
                    <a:pt x="0" y="1276"/>
                  </a:lnTo>
                  <a:cubicBezTo>
                    <a:pt x="0" y="1323"/>
                    <a:pt x="47" y="1346"/>
                    <a:pt x="94" y="1346"/>
                  </a:cubicBezTo>
                  <a:lnTo>
                    <a:pt x="6783" y="1346"/>
                  </a:lnTo>
                  <a:cubicBezTo>
                    <a:pt x="6830" y="1346"/>
                    <a:pt x="6854" y="1323"/>
                    <a:pt x="6854" y="1276"/>
                  </a:cubicBezTo>
                  <a:lnTo>
                    <a:pt x="6854" y="77"/>
                  </a:lnTo>
                  <a:cubicBezTo>
                    <a:pt x="6854" y="24"/>
                    <a:pt x="6830" y="0"/>
                    <a:pt x="6783" y="0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24"/>
            <p:cNvSpPr/>
            <p:nvPr/>
          </p:nvSpPr>
          <p:spPr>
            <a:xfrm>
              <a:off x="7141567" y="2204083"/>
              <a:ext cx="29551" cy="26240"/>
            </a:xfrm>
            <a:custGeom>
              <a:rect b="b" l="l" r="r" t="t"/>
              <a:pathLst>
                <a:path extrusionOk="0" h="1347" w="1517">
                  <a:moveTo>
                    <a:pt x="0" y="0"/>
                  </a:moveTo>
                  <a:lnTo>
                    <a:pt x="0" y="1346"/>
                  </a:lnTo>
                  <a:lnTo>
                    <a:pt x="1446" y="1346"/>
                  </a:lnTo>
                  <a:cubicBezTo>
                    <a:pt x="1493" y="1346"/>
                    <a:pt x="1517" y="1323"/>
                    <a:pt x="1517" y="1276"/>
                  </a:cubicBezTo>
                  <a:lnTo>
                    <a:pt x="1517" y="77"/>
                  </a:lnTo>
                  <a:cubicBezTo>
                    <a:pt x="1517" y="24"/>
                    <a:pt x="1493" y="0"/>
                    <a:pt x="1446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24"/>
            <p:cNvSpPr/>
            <p:nvPr/>
          </p:nvSpPr>
          <p:spPr>
            <a:xfrm>
              <a:off x="7154969" y="2204083"/>
              <a:ext cx="16149" cy="26240"/>
            </a:xfrm>
            <a:custGeom>
              <a:rect b="b" l="l" r="r" t="t"/>
              <a:pathLst>
                <a:path extrusionOk="0" h="1347" w="829">
                  <a:moveTo>
                    <a:pt x="0" y="0"/>
                  </a:moveTo>
                  <a:cubicBezTo>
                    <a:pt x="24" y="0"/>
                    <a:pt x="71" y="24"/>
                    <a:pt x="71" y="77"/>
                  </a:cubicBezTo>
                  <a:lnTo>
                    <a:pt x="71" y="1276"/>
                  </a:lnTo>
                  <a:cubicBezTo>
                    <a:pt x="71" y="1323"/>
                    <a:pt x="24" y="1346"/>
                    <a:pt x="0" y="1346"/>
                  </a:cubicBezTo>
                  <a:lnTo>
                    <a:pt x="758" y="1346"/>
                  </a:lnTo>
                  <a:cubicBezTo>
                    <a:pt x="805" y="1346"/>
                    <a:pt x="829" y="1323"/>
                    <a:pt x="829" y="1276"/>
                  </a:cubicBezTo>
                  <a:lnTo>
                    <a:pt x="829" y="77"/>
                  </a:lnTo>
                  <a:cubicBezTo>
                    <a:pt x="829" y="24"/>
                    <a:pt x="805" y="0"/>
                    <a:pt x="758" y="0"/>
                  </a:cubicBezTo>
                  <a:close/>
                </a:path>
              </a:pathLst>
            </a:custGeom>
            <a:solidFill>
              <a:srgbClr val="00C7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24"/>
            <p:cNvSpPr/>
            <p:nvPr/>
          </p:nvSpPr>
          <p:spPr>
            <a:xfrm>
              <a:off x="7143963" y="2302884"/>
              <a:ext cx="41025" cy="40557"/>
            </a:xfrm>
            <a:custGeom>
              <a:rect b="b" l="l" r="r" t="t"/>
              <a:pathLst>
                <a:path extrusionOk="0" h="2082" w="2106">
                  <a:moveTo>
                    <a:pt x="1053" y="1"/>
                  </a:moveTo>
                  <a:cubicBezTo>
                    <a:pt x="465" y="1"/>
                    <a:pt x="1" y="465"/>
                    <a:pt x="1" y="1030"/>
                  </a:cubicBezTo>
                  <a:cubicBezTo>
                    <a:pt x="1" y="1617"/>
                    <a:pt x="465" y="2082"/>
                    <a:pt x="1053" y="2082"/>
                  </a:cubicBezTo>
                  <a:cubicBezTo>
                    <a:pt x="1641" y="2082"/>
                    <a:pt x="2105" y="1617"/>
                    <a:pt x="2105" y="1030"/>
                  </a:cubicBezTo>
                  <a:cubicBezTo>
                    <a:pt x="2105" y="465"/>
                    <a:pt x="1641" y="1"/>
                    <a:pt x="1053" y="1"/>
                  </a:cubicBezTo>
                  <a:close/>
                </a:path>
              </a:pathLst>
            </a:custGeom>
            <a:solidFill>
              <a:srgbClr val="FFE1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24"/>
            <p:cNvSpPr/>
            <p:nvPr/>
          </p:nvSpPr>
          <p:spPr>
            <a:xfrm>
              <a:off x="7031876" y="2198355"/>
              <a:ext cx="144970" cy="37694"/>
            </a:xfrm>
            <a:custGeom>
              <a:rect b="b" l="l" r="r" t="t"/>
              <a:pathLst>
                <a:path extrusionOk="0" h="1935" w="7442">
                  <a:moveTo>
                    <a:pt x="5337" y="565"/>
                  </a:moveTo>
                  <a:lnTo>
                    <a:pt x="5337" y="1370"/>
                  </a:lnTo>
                  <a:lnTo>
                    <a:pt x="588" y="1370"/>
                  </a:lnTo>
                  <a:lnTo>
                    <a:pt x="588" y="565"/>
                  </a:lnTo>
                  <a:close/>
                  <a:moveTo>
                    <a:pt x="6877" y="565"/>
                  </a:moveTo>
                  <a:lnTo>
                    <a:pt x="6877" y="1370"/>
                  </a:lnTo>
                  <a:lnTo>
                    <a:pt x="5902" y="1370"/>
                  </a:lnTo>
                  <a:lnTo>
                    <a:pt x="5902" y="565"/>
                  </a:lnTo>
                  <a:close/>
                  <a:moveTo>
                    <a:pt x="388" y="1"/>
                  </a:moveTo>
                  <a:cubicBezTo>
                    <a:pt x="171" y="1"/>
                    <a:pt x="0" y="171"/>
                    <a:pt x="0" y="371"/>
                  </a:cubicBezTo>
                  <a:lnTo>
                    <a:pt x="0" y="1570"/>
                  </a:lnTo>
                  <a:cubicBezTo>
                    <a:pt x="0" y="1764"/>
                    <a:pt x="171" y="1934"/>
                    <a:pt x="388" y="1934"/>
                  </a:cubicBezTo>
                  <a:lnTo>
                    <a:pt x="7077" y="1934"/>
                  </a:lnTo>
                  <a:cubicBezTo>
                    <a:pt x="7271" y="1934"/>
                    <a:pt x="7442" y="1764"/>
                    <a:pt x="7442" y="1570"/>
                  </a:cubicBezTo>
                  <a:lnTo>
                    <a:pt x="7442" y="371"/>
                  </a:lnTo>
                  <a:cubicBezTo>
                    <a:pt x="7442" y="171"/>
                    <a:pt x="7271" y="1"/>
                    <a:pt x="7077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24"/>
            <p:cNvSpPr/>
            <p:nvPr/>
          </p:nvSpPr>
          <p:spPr>
            <a:xfrm>
              <a:off x="7204545" y="2211758"/>
              <a:ext cx="11006" cy="11006"/>
            </a:xfrm>
            <a:custGeom>
              <a:rect b="b" l="l" r="r" t="t"/>
              <a:pathLst>
                <a:path extrusionOk="0" h="565" w="565">
                  <a:moveTo>
                    <a:pt x="271" y="0"/>
                  </a:moveTo>
                  <a:cubicBezTo>
                    <a:pt x="124" y="0"/>
                    <a:pt x="0" y="124"/>
                    <a:pt x="0" y="271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71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24"/>
            <p:cNvSpPr/>
            <p:nvPr/>
          </p:nvSpPr>
          <p:spPr>
            <a:xfrm>
              <a:off x="7229850" y="2211758"/>
              <a:ext cx="11006" cy="11006"/>
            </a:xfrm>
            <a:custGeom>
              <a:rect b="b" l="l" r="r" t="t"/>
              <a:pathLst>
                <a:path extrusionOk="0" h="565" w="565">
                  <a:moveTo>
                    <a:pt x="271" y="0"/>
                  </a:moveTo>
                  <a:cubicBezTo>
                    <a:pt x="124" y="0"/>
                    <a:pt x="0" y="124"/>
                    <a:pt x="0" y="271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71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24"/>
            <p:cNvSpPr/>
            <p:nvPr/>
          </p:nvSpPr>
          <p:spPr>
            <a:xfrm>
              <a:off x="7254121" y="2211621"/>
              <a:ext cx="12954" cy="11162"/>
            </a:xfrm>
            <a:custGeom>
              <a:rect b="b" l="l" r="r" t="t"/>
              <a:pathLst>
                <a:path extrusionOk="0" h="573" w="665">
                  <a:moveTo>
                    <a:pt x="320" y="1"/>
                  </a:moveTo>
                  <a:cubicBezTo>
                    <a:pt x="211" y="1"/>
                    <a:pt x="111" y="70"/>
                    <a:pt x="77" y="178"/>
                  </a:cubicBezTo>
                  <a:cubicBezTo>
                    <a:pt x="0" y="325"/>
                    <a:pt x="77" y="495"/>
                    <a:pt x="224" y="542"/>
                  </a:cubicBezTo>
                  <a:cubicBezTo>
                    <a:pt x="263" y="563"/>
                    <a:pt x="305" y="572"/>
                    <a:pt x="345" y="572"/>
                  </a:cubicBezTo>
                  <a:cubicBezTo>
                    <a:pt x="454" y="572"/>
                    <a:pt x="554" y="502"/>
                    <a:pt x="588" y="395"/>
                  </a:cubicBezTo>
                  <a:cubicBezTo>
                    <a:pt x="664" y="248"/>
                    <a:pt x="588" y="78"/>
                    <a:pt x="441" y="31"/>
                  </a:cubicBezTo>
                  <a:cubicBezTo>
                    <a:pt x="401" y="10"/>
                    <a:pt x="360" y="1"/>
                    <a:pt x="32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24"/>
            <p:cNvSpPr/>
            <p:nvPr/>
          </p:nvSpPr>
          <p:spPr>
            <a:xfrm>
              <a:off x="7279874" y="2211758"/>
              <a:ext cx="11474" cy="11006"/>
            </a:xfrm>
            <a:custGeom>
              <a:rect b="b" l="l" r="r" t="t"/>
              <a:pathLst>
                <a:path extrusionOk="0" h="565" w="589">
                  <a:moveTo>
                    <a:pt x="295" y="0"/>
                  </a:moveTo>
                  <a:cubicBezTo>
                    <a:pt x="148" y="0"/>
                    <a:pt x="1" y="124"/>
                    <a:pt x="1" y="271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42" y="564"/>
                    <a:pt x="589" y="441"/>
                    <a:pt x="589" y="271"/>
                  </a:cubicBezTo>
                  <a:cubicBezTo>
                    <a:pt x="589" y="124"/>
                    <a:pt x="442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24"/>
            <p:cNvSpPr/>
            <p:nvPr/>
          </p:nvSpPr>
          <p:spPr>
            <a:xfrm>
              <a:off x="7031876" y="1992259"/>
              <a:ext cx="144970" cy="37694"/>
            </a:xfrm>
            <a:custGeom>
              <a:rect b="b" l="l" r="r" t="t"/>
              <a:pathLst>
                <a:path extrusionOk="0" h="1935" w="7442">
                  <a:moveTo>
                    <a:pt x="6877" y="588"/>
                  </a:moveTo>
                  <a:lnTo>
                    <a:pt x="6877" y="1370"/>
                  </a:lnTo>
                  <a:lnTo>
                    <a:pt x="5902" y="1370"/>
                  </a:lnTo>
                  <a:lnTo>
                    <a:pt x="5902" y="588"/>
                  </a:lnTo>
                  <a:close/>
                  <a:moveTo>
                    <a:pt x="388" y="0"/>
                  </a:moveTo>
                  <a:cubicBezTo>
                    <a:pt x="171" y="0"/>
                    <a:pt x="0" y="171"/>
                    <a:pt x="0" y="371"/>
                  </a:cubicBezTo>
                  <a:lnTo>
                    <a:pt x="0" y="1570"/>
                  </a:lnTo>
                  <a:cubicBezTo>
                    <a:pt x="0" y="1787"/>
                    <a:pt x="171" y="1934"/>
                    <a:pt x="388" y="1934"/>
                  </a:cubicBezTo>
                  <a:lnTo>
                    <a:pt x="7077" y="1934"/>
                  </a:lnTo>
                  <a:cubicBezTo>
                    <a:pt x="7271" y="1934"/>
                    <a:pt x="7442" y="1787"/>
                    <a:pt x="7442" y="1570"/>
                  </a:cubicBezTo>
                  <a:lnTo>
                    <a:pt x="7442" y="371"/>
                  </a:lnTo>
                  <a:cubicBezTo>
                    <a:pt x="7442" y="171"/>
                    <a:pt x="7271" y="0"/>
                    <a:pt x="7077" y="0"/>
                  </a:cubicBezTo>
                  <a:lnTo>
                    <a:pt x="3380" y="0"/>
                  </a:lnTo>
                  <a:cubicBezTo>
                    <a:pt x="3204" y="0"/>
                    <a:pt x="3086" y="124"/>
                    <a:pt x="3086" y="294"/>
                  </a:cubicBezTo>
                  <a:cubicBezTo>
                    <a:pt x="3086" y="441"/>
                    <a:pt x="3204" y="588"/>
                    <a:pt x="3380" y="588"/>
                  </a:cubicBezTo>
                  <a:lnTo>
                    <a:pt x="5337" y="588"/>
                  </a:lnTo>
                  <a:lnTo>
                    <a:pt x="5337" y="1370"/>
                  </a:lnTo>
                  <a:lnTo>
                    <a:pt x="588" y="1370"/>
                  </a:lnTo>
                  <a:lnTo>
                    <a:pt x="588" y="588"/>
                  </a:lnTo>
                  <a:lnTo>
                    <a:pt x="2058" y="588"/>
                  </a:lnTo>
                  <a:cubicBezTo>
                    <a:pt x="2205" y="588"/>
                    <a:pt x="2322" y="441"/>
                    <a:pt x="2322" y="294"/>
                  </a:cubicBezTo>
                  <a:cubicBezTo>
                    <a:pt x="2322" y="124"/>
                    <a:pt x="2205" y="0"/>
                    <a:pt x="205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24"/>
            <p:cNvSpPr/>
            <p:nvPr/>
          </p:nvSpPr>
          <p:spPr>
            <a:xfrm>
              <a:off x="7204545" y="2005661"/>
              <a:ext cx="11006" cy="11006"/>
            </a:xfrm>
            <a:custGeom>
              <a:rect b="b" l="l" r="r" t="t"/>
              <a:pathLst>
                <a:path extrusionOk="0" h="565" w="565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94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24"/>
            <p:cNvSpPr/>
            <p:nvPr/>
          </p:nvSpPr>
          <p:spPr>
            <a:xfrm>
              <a:off x="7229850" y="2005661"/>
              <a:ext cx="11006" cy="11006"/>
            </a:xfrm>
            <a:custGeom>
              <a:rect b="b" l="l" r="r" t="t"/>
              <a:pathLst>
                <a:path extrusionOk="0" h="565" w="565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94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24"/>
            <p:cNvSpPr/>
            <p:nvPr/>
          </p:nvSpPr>
          <p:spPr>
            <a:xfrm>
              <a:off x="7254569" y="2005661"/>
              <a:ext cx="11474" cy="11006"/>
            </a:xfrm>
            <a:custGeom>
              <a:rect b="b" l="l" r="r" t="t"/>
              <a:pathLst>
                <a:path extrusionOk="0" h="565" w="589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71" y="564"/>
                    <a:pt x="589" y="441"/>
                    <a:pt x="589" y="294"/>
                  </a:cubicBezTo>
                  <a:cubicBezTo>
                    <a:pt x="589" y="124"/>
                    <a:pt x="471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24"/>
            <p:cNvSpPr/>
            <p:nvPr/>
          </p:nvSpPr>
          <p:spPr>
            <a:xfrm>
              <a:off x="7279874" y="2005661"/>
              <a:ext cx="11474" cy="11006"/>
            </a:xfrm>
            <a:custGeom>
              <a:rect b="b" l="l" r="r" t="t"/>
              <a:pathLst>
                <a:path extrusionOk="0" h="565" w="589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42" y="564"/>
                    <a:pt x="589" y="441"/>
                    <a:pt x="589" y="294"/>
                  </a:cubicBezTo>
                  <a:cubicBezTo>
                    <a:pt x="589" y="124"/>
                    <a:pt x="442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24"/>
            <p:cNvSpPr/>
            <p:nvPr/>
          </p:nvSpPr>
          <p:spPr>
            <a:xfrm>
              <a:off x="7031876" y="2095307"/>
              <a:ext cx="144970" cy="37694"/>
            </a:xfrm>
            <a:custGeom>
              <a:rect b="b" l="l" r="r" t="t"/>
              <a:pathLst>
                <a:path extrusionOk="0" h="1935" w="7442">
                  <a:moveTo>
                    <a:pt x="5337" y="565"/>
                  </a:moveTo>
                  <a:lnTo>
                    <a:pt x="5337" y="1370"/>
                  </a:lnTo>
                  <a:lnTo>
                    <a:pt x="588" y="1370"/>
                  </a:lnTo>
                  <a:lnTo>
                    <a:pt x="588" y="565"/>
                  </a:lnTo>
                  <a:close/>
                  <a:moveTo>
                    <a:pt x="6877" y="565"/>
                  </a:moveTo>
                  <a:lnTo>
                    <a:pt x="6877" y="1370"/>
                  </a:lnTo>
                  <a:lnTo>
                    <a:pt x="5902" y="1370"/>
                  </a:lnTo>
                  <a:lnTo>
                    <a:pt x="5902" y="565"/>
                  </a:lnTo>
                  <a:close/>
                  <a:moveTo>
                    <a:pt x="388" y="0"/>
                  </a:moveTo>
                  <a:cubicBezTo>
                    <a:pt x="171" y="0"/>
                    <a:pt x="0" y="171"/>
                    <a:pt x="0" y="371"/>
                  </a:cubicBezTo>
                  <a:lnTo>
                    <a:pt x="0" y="1570"/>
                  </a:lnTo>
                  <a:cubicBezTo>
                    <a:pt x="0" y="1764"/>
                    <a:pt x="171" y="1934"/>
                    <a:pt x="388" y="1934"/>
                  </a:cubicBezTo>
                  <a:lnTo>
                    <a:pt x="7077" y="1934"/>
                  </a:lnTo>
                  <a:cubicBezTo>
                    <a:pt x="7271" y="1934"/>
                    <a:pt x="7442" y="1764"/>
                    <a:pt x="7442" y="1570"/>
                  </a:cubicBezTo>
                  <a:lnTo>
                    <a:pt x="7442" y="371"/>
                  </a:lnTo>
                  <a:cubicBezTo>
                    <a:pt x="7442" y="171"/>
                    <a:pt x="7271" y="0"/>
                    <a:pt x="707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24"/>
            <p:cNvSpPr/>
            <p:nvPr/>
          </p:nvSpPr>
          <p:spPr>
            <a:xfrm>
              <a:off x="7204545" y="2108709"/>
              <a:ext cx="11006" cy="11006"/>
            </a:xfrm>
            <a:custGeom>
              <a:rect b="b" l="l" r="r" t="t"/>
              <a:pathLst>
                <a:path extrusionOk="0" h="565" w="565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94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24"/>
            <p:cNvSpPr/>
            <p:nvPr/>
          </p:nvSpPr>
          <p:spPr>
            <a:xfrm>
              <a:off x="7229850" y="2108709"/>
              <a:ext cx="11006" cy="11006"/>
            </a:xfrm>
            <a:custGeom>
              <a:rect b="b" l="l" r="r" t="t"/>
              <a:pathLst>
                <a:path extrusionOk="0" h="565" w="565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4"/>
                    <a:pt x="271" y="564"/>
                  </a:cubicBezTo>
                  <a:cubicBezTo>
                    <a:pt x="441" y="564"/>
                    <a:pt x="564" y="441"/>
                    <a:pt x="564" y="294"/>
                  </a:cubicBezTo>
                  <a:cubicBezTo>
                    <a:pt x="564" y="124"/>
                    <a:pt x="441" y="0"/>
                    <a:pt x="27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24"/>
            <p:cNvSpPr/>
            <p:nvPr/>
          </p:nvSpPr>
          <p:spPr>
            <a:xfrm>
              <a:off x="7254569" y="2108709"/>
              <a:ext cx="11474" cy="11006"/>
            </a:xfrm>
            <a:custGeom>
              <a:rect b="b" l="l" r="r" t="t"/>
              <a:pathLst>
                <a:path extrusionOk="0" h="565" w="589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71" y="564"/>
                    <a:pt x="589" y="441"/>
                    <a:pt x="589" y="294"/>
                  </a:cubicBezTo>
                  <a:cubicBezTo>
                    <a:pt x="589" y="124"/>
                    <a:pt x="471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24"/>
            <p:cNvSpPr/>
            <p:nvPr/>
          </p:nvSpPr>
          <p:spPr>
            <a:xfrm>
              <a:off x="7279874" y="2108709"/>
              <a:ext cx="11474" cy="11006"/>
            </a:xfrm>
            <a:custGeom>
              <a:rect b="b" l="l" r="r" t="t"/>
              <a:pathLst>
                <a:path extrusionOk="0" h="565" w="589">
                  <a:moveTo>
                    <a:pt x="295" y="0"/>
                  </a:moveTo>
                  <a:cubicBezTo>
                    <a:pt x="148" y="0"/>
                    <a:pt x="1" y="124"/>
                    <a:pt x="1" y="294"/>
                  </a:cubicBezTo>
                  <a:cubicBezTo>
                    <a:pt x="1" y="441"/>
                    <a:pt x="148" y="564"/>
                    <a:pt x="295" y="564"/>
                  </a:cubicBezTo>
                  <a:cubicBezTo>
                    <a:pt x="442" y="564"/>
                    <a:pt x="589" y="441"/>
                    <a:pt x="589" y="294"/>
                  </a:cubicBezTo>
                  <a:cubicBezTo>
                    <a:pt x="589" y="124"/>
                    <a:pt x="442" y="0"/>
                    <a:pt x="2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24"/>
            <p:cNvSpPr/>
            <p:nvPr/>
          </p:nvSpPr>
          <p:spPr>
            <a:xfrm>
              <a:off x="6974625" y="1969818"/>
              <a:ext cx="379704" cy="379354"/>
            </a:xfrm>
            <a:custGeom>
              <a:rect b="b" l="l" r="r" t="t"/>
              <a:pathLst>
                <a:path extrusionOk="0" h="19474" w="19492">
                  <a:moveTo>
                    <a:pt x="18927" y="565"/>
                  </a:moveTo>
                  <a:lnTo>
                    <a:pt x="18927" y="3698"/>
                  </a:lnTo>
                  <a:lnTo>
                    <a:pt x="559" y="3698"/>
                  </a:lnTo>
                  <a:lnTo>
                    <a:pt x="559" y="565"/>
                  </a:lnTo>
                  <a:close/>
                  <a:moveTo>
                    <a:pt x="9963" y="4262"/>
                  </a:moveTo>
                  <a:lnTo>
                    <a:pt x="9963" y="5267"/>
                  </a:lnTo>
                  <a:lnTo>
                    <a:pt x="9499" y="5267"/>
                  </a:lnTo>
                  <a:lnTo>
                    <a:pt x="9499" y="4262"/>
                  </a:lnTo>
                  <a:close/>
                  <a:moveTo>
                    <a:pt x="18927" y="5855"/>
                  </a:moveTo>
                  <a:lnTo>
                    <a:pt x="18927" y="8964"/>
                  </a:lnTo>
                  <a:lnTo>
                    <a:pt x="559" y="8964"/>
                  </a:lnTo>
                  <a:lnTo>
                    <a:pt x="559" y="5855"/>
                  </a:lnTo>
                  <a:close/>
                  <a:moveTo>
                    <a:pt x="9963" y="9552"/>
                  </a:moveTo>
                  <a:lnTo>
                    <a:pt x="9963" y="10557"/>
                  </a:lnTo>
                  <a:lnTo>
                    <a:pt x="9499" y="10557"/>
                  </a:lnTo>
                  <a:lnTo>
                    <a:pt x="9499" y="9552"/>
                  </a:lnTo>
                  <a:close/>
                  <a:moveTo>
                    <a:pt x="9963" y="14842"/>
                  </a:moveTo>
                  <a:lnTo>
                    <a:pt x="9963" y="16829"/>
                  </a:lnTo>
                  <a:cubicBezTo>
                    <a:pt x="9893" y="16805"/>
                    <a:pt x="9816" y="16805"/>
                    <a:pt x="9746" y="16805"/>
                  </a:cubicBezTo>
                  <a:cubicBezTo>
                    <a:pt x="9670" y="16805"/>
                    <a:pt x="9575" y="16805"/>
                    <a:pt x="9499" y="16829"/>
                  </a:cubicBezTo>
                  <a:lnTo>
                    <a:pt x="9499" y="14842"/>
                  </a:lnTo>
                  <a:close/>
                  <a:moveTo>
                    <a:pt x="8423" y="17928"/>
                  </a:moveTo>
                  <a:cubicBezTo>
                    <a:pt x="8423" y="17981"/>
                    <a:pt x="8400" y="18051"/>
                    <a:pt x="8400" y="18128"/>
                  </a:cubicBezTo>
                  <a:cubicBezTo>
                    <a:pt x="8400" y="18198"/>
                    <a:pt x="8423" y="18275"/>
                    <a:pt x="8423" y="18345"/>
                  </a:cubicBezTo>
                  <a:lnTo>
                    <a:pt x="4015" y="18345"/>
                  </a:lnTo>
                  <a:lnTo>
                    <a:pt x="4015" y="17928"/>
                  </a:lnTo>
                  <a:close/>
                  <a:moveTo>
                    <a:pt x="15453" y="17928"/>
                  </a:moveTo>
                  <a:lnTo>
                    <a:pt x="15453" y="18345"/>
                  </a:lnTo>
                  <a:lnTo>
                    <a:pt x="11068" y="18345"/>
                  </a:lnTo>
                  <a:lnTo>
                    <a:pt x="11068" y="18128"/>
                  </a:lnTo>
                  <a:lnTo>
                    <a:pt x="11068" y="17928"/>
                  </a:lnTo>
                  <a:close/>
                  <a:moveTo>
                    <a:pt x="9746" y="17363"/>
                  </a:moveTo>
                  <a:cubicBezTo>
                    <a:pt x="10163" y="17363"/>
                    <a:pt x="10504" y="17710"/>
                    <a:pt x="10504" y="18128"/>
                  </a:cubicBezTo>
                  <a:cubicBezTo>
                    <a:pt x="10504" y="18539"/>
                    <a:pt x="10163" y="18886"/>
                    <a:pt x="9746" y="18886"/>
                  </a:cubicBezTo>
                  <a:cubicBezTo>
                    <a:pt x="9329" y="18886"/>
                    <a:pt x="8988" y="18539"/>
                    <a:pt x="8988" y="18128"/>
                  </a:cubicBezTo>
                  <a:cubicBezTo>
                    <a:pt x="8988" y="17710"/>
                    <a:pt x="9329" y="17363"/>
                    <a:pt x="9746" y="17363"/>
                  </a:cubicBezTo>
                  <a:close/>
                  <a:moveTo>
                    <a:pt x="535" y="0"/>
                  </a:moveTo>
                  <a:cubicBezTo>
                    <a:pt x="242" y="0"/>
                    <a:pt x="1" y="224"/>
                    <a:pt x="1" y="518"/>
                  </a:cubicBezTo>
                  <a:lnTo>
                    <a:pt x="1" y="3727"/>
                  </a:lnTo>
                  <a:cubicBezTo>
                    <a:pt x="1" y="4021"/>
                    <a:pt x="242" y="4262"/>
                    <a:pt x="535" y="4262"/>
                  </a:cubicBezTo>
                  <a:lnTo>
                    <a:pt x="8935" y="4262"/>
                  </a:lnTo>
                  <a:lnTo>
                    <a:pt x="8935" y="5267"/>
                  </a:lnTo>
                  <a:lnTo>
                    <a:pt x="535" y="5267"/>
                  </a:lnTo>
                  <a:cubicBezTo>
                    <a:pt x="242" y="5267"/>
                    <a:pt x="1" y="5514"/>
                    <a:pt x="1" y="5808"/>
                  </a:cubicBezTo>
                  <a:lnTo>
                    <a:pt x="1" y="9017"/>
                  </a:lnTo>
                  <a:cubicBezTo>
                    <a:pt x="1" y="9311"/>
                    <a:pt x="242" y="9552"/>
                    <a:pt x="535" y="9552"/>
                  </a:cubicBezTo>
                  <a:lnTo>
                    <a:pt x="8935" y="9552"/>
                  </a:lnTo>
                  <a:lnTo>
                    <a:pt x="8935" y="10557"/>
                  </a:lnTo>
                  <a:lnTo>
                    <a:pt x="535" y="10557"/>
                  </a:lnTo>
                  <a:cubicBezTo>
                    <a:pt x="242" y="10557"/>
                    <a:pt x="1" y="10804"/>
                    <a:pt x="1" y="11098"/>
                  </a:cubicBezTo>
                  <a:lnTo>
                    <a:pt x="1" y="14307"/>
                  </a:lnTo>
                  <a:cubicBezTo>
                    <a:pt x="1" y="14601"/>
                    <a:pt x="242" y="14842"/>
                    <a:pt x="535" y="14842"/>
                  </a:cubicBezTo>
                  <a:lnTo>
                    <a:pt x="8935" y="14842"/>
                  </a:lnTo>
                  <a:lnTo>
                    <a:pt x="8935" y="17070"/>
                  </a:lnTo>
                  <a:cubicBezTo>
                    <a:pt x="8841" y="17146"/>
                    <a:pt x="8741" y="17246"/>
                    <a:pt x="8670" y="17340"/>
                  </a:cubicBezTo>
                  <a:lnTo>
                    <a:pt x="3868" y="17340"/>
                  </a:lnTo>
                  <a:cubicBezTo>
                    <a:pt x="3645" y="17340"/>
                    <a:pt x="3451" y="17540"/>
                    <a:pt x="3451" y="17757"/>
                  </a:cubicBezTo>
                  <a:lnTo>
                    <a:pt x="3451" y="18492"/>
                  </a:lnTo>
                  <a:cubicBezTo>
                    <a:pt x="3451" y="18739"/>
                    <a:pt x="3645" y="18909"/>
                    <a:pt x="3868" y="18909"/>
                  </a:cubicBezTo>
                  <a:lnTo>
                    <a:pt x="8670" y="18909"/>
                  </a:lnTo>
                  <a:cubicBezTo>
                    <a:pt x="8911" y="19250"/>
                    <a:pt x="9305" y="19474"/>
                    <a:pt x="9746" y="19474"/>
                  </a:cubicBezTo>
                  <a:cubicBezTo>
                    <a:pt x="10187" y="19474"/>
                    <a:pt x="10581" y="19250"/>
                    <a:pt x="10822" y="18909"/>
                  </a:cubicBezTo>
                  <a:lnTo>
                    <a:pt x="15624" y="18909"/>
                  </a:lnTo>
                  <a:cubicBezTo>
                    <a:pt x="15841" y="18909"/>
                    <a:pt x="16041" y="18739"/>
                    <a:pt x="16041" y="18492"/>
                  </a:cubicBezTo>
                  <a:lnTo>
                    <a:pt x="16041" y="17757"/>
                  </a:lnTo>
                  <a:cubicBezTo>
                    <a:pt x="16041" y="17540"/>
                    <a:pt x="15841" y="17340"/>
                    <a:pt x="15624" y="17340"/>
                  </a:cubicBezTo>
                  <a:lnTo>
                    <a:pt x="10822" y="17340"/>
                  </a:lnTo>
                  <a:cubicBezTo>
                    <a:pt x="10751" y="17246"/>
                    <a:pt x="10651" y="17146"/>
                    <a:pt x="10551" y="17070"/>
                  </a:cubicBezTo>
                  <a:lnTo>
                    <a:pt x="10551" y="14842"/>
                  </a:lnTo>
                  <a:lnTo>
                    <a:pt x="18956" y="14842"/>
                  </a:lnTo>
                  <a:cubicBezTo>
                    <a:pt x="19250" y="14842"/>
                    <a:pt x="19491" y="14601"/>
                    <a:pt x="19491" y="14307"/>
                  </a:cubicBezTo>
                  <a:lnTo>
                    <a:pt x="19491" y="11098"/>
                  </a:lnTo>
                  <a:cubicBezTo>
                    <a:pt x="19491" y="10804"/>
                    <a:pt x="19250" y="10557"/>
                    <a:pt x="18956" y="10557"/>
                  </a:cubicBezTo>
                  <a:lnTo>
                    <a:pt x="15012" y="10557"/>
                  </a:lnTo>
                  <a:cubicBezTo>
                    <a:pt x="14866" y="10557"/>
                    <a:pt x="14719" y="10680"/>
                    <a:pt x="14719" y="10851"/>
                  </a:cubicBezTo>
                  <a:cubicBezTo>
                    <a:pt x="14719" y="10998"/>
                    <a:pt x="14866" y="11121"/>
                    <a:pt x="15012" y="11121"/>
                  </a:cubicBezTo>
                  <a:lnTo>
                    <a:pt x="18927" y="11121"/>
                  </a:lnTo>
                  <a:lnTo>
                    <a:pt x="18927" y="14254"/>
                  </a:lnTo>
                  <a:lnTo>
                    <a:pt x="559" y="14254"/>
                  </a:lnTo>
                  <a:lnTo>
                    <a:pt x="559" y="11121"/>
                  </a:lnTo>
                  <a:lnTo>
                    <a:pt x="13690" y="11121"/>
                  </a:lnTo>
                  <a:cubicBezTo>
                    <a:pt x="13860" y="11121"/>
                    <a:pt x="13984" y="10998"/>
                    <a:pt x="13984" y="10851"/>
                  </a:cubicBezTo>
                  <a:cubicBezTo>
                    <a:pt x="13984" y="10680"/>
                    <a:pt x="13860" y="10557"/>
                    <a:pt x="13690" y="10557"/>
                  </a:cubicBezTo>
                  <a:lnTo>
                    <a:pt x="10551" y="10557"/>
                  </a:lnTo>
                  <a:lnTo>
                    <a:pt x="10551" y="9552"/>
                  </a:lnTo>
                  <a:lnTo>
                    <a:pt x="18956" y="9552"/>
                  </a:lnTo>
                  <a:cubicBezTo>
                    <a:pt x="19250" y="9552"/>
                    <a:pt x="19491" y="9311"/>
                    <a:pt x="19491" y="9017"/>
                  </a:cubicBezTo>
                  <a:lnTo>
                    <a:pt x="19491" y="5808"/>
                  </a:lnTo>
                  <a:cubicBezTo>
                    <a:pt x="19491" y="5514"/>
                    <a:pt x="19250" y="5267"/>
                    <a:pt x="18956" y="5267"/>
                  </a:cubicBezTo>
                  <a:lnTo>
                    <a:pt x="10551" y="5267"/>
                  </a:lnTo>
                  <a:lnTo>
                    <a:pt x="10551" y="4262"/>
                  </a:lnTo>
                  <a:lnTo>
                    <a:pt x="18956" y="4262"/>
                  </a:lnTo>
                  <a:cubicBezTo>
                    <a:pt x="19250" y="4262"/>
                    <a:pt x="19491" y="4021"/>
                    <a:pt x="19491" y="3727"/>
                  </a:cubicBezTo>
                  <a:lnTo>
                    <a:pt x="19491" y="518"/>
                  </a:lnTo>
                  <a:cubicBezTo>
                    <a:pt x="19491" y="224"/>
                    <a:pt x="19250" y="0"/>
                    <a:pt x="1895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7" name="Google Shape;597;p24"/>
          <p:cNvGrpSpPr/>
          <p:nvPr/>
        </p:nvGrpSpPr>
        <p:grpSpPr>
          <a:xfrm>
            <a:off x="871204" y="3345396"/>
            <a:ext cx="338251" cy="379819"/>
            <a:chOff x="4690829" y="3480284"/>
            <a:chExt cx="338251" cy="379819"/>
          </a:xfrm>
        </p:grpSpPr>
        <p:sp>
          <p:nvSpPr>
            <p:cNvPr id="598" name="Google Shape;598;p24"/>
            <p:cNvSpPr/>
            <p:nvPr/>
          </p:nvSpPr>
          <p:spPr>
            <a:xfrm>
              <a:off x="4708926" y="3788981"/>
              <a:ext cx="302057" cy="65842"/>
            </a:xfrm>
            <a:custGeom>
              <a:rect b="b" l="l" r="r" t="t"/>
              <a:pathLst>
                <a:path extrusionOk="0" h="3380" w="15506">
                  <a:moveTo>
                    <a:pt x="1252" y="0"/>
                  </a:moveTo>
                  <a:cubicBezTo>
                    <a:pt x="1105" y="0"/>
                    <a:pt x="982" y="71"/>
                    <a:pt x="958" y="194"/>
                  </a:cubicBezTo>
                  <a:lnTo>
                    <a:pt x="77" y="2986"/>
                  </a:lnTo>
                  <a:cubicBezTo>
                    <a:pt x="0" y="3180"/>
                    <a:pt x="147" y="3380"/>
                    <a:pt x="371" y="3380"/>
                  </a:cubicBezTo>
                  <a:lnTo>
                    <a:pt x="15159" y="3380"/>
                  </a:lnTo>
                  <a:cubicBezTo>
                    <a:pt x="15359" y="3380"/>
                    <a:pt x="15506" y="3180"/>
                    <a:pt x="15430" y="2986"/>
                  </a:cubicBezTo>
                  <a:lnTo>
                    <a:pt x="14548" y="194"/>
                  </a:lnTo>
                  <a:cubicBezTo>
                    <a:pt x="14524" y="71"/>
                    <a:pt x="14401" y="0"/>
                    <a:pt x="14278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24"/>
            <p:cNvSpPr/>
            <p:nvPr/>
          </p:nvSpPr>
          <p:spPr>
            <a:xfrm>
              <a:off x="4970891" y="3788981"/>
              <a:ext cx="40090" cy="65842"/>
            </a:xfrm>
            <a:custGeom>
              <a:rect b="b" l="l" r="r" t="t"/>
              <a:pathLst>
                <a:path extrusionOk="0" h="3380" w="2058">
                  <a:moveTo>
                    <a:pt x="1" y="0"/>
                  </a:moveTo>
                  <a:cubicBezTo>
                    <a:pt x="118" y="0"/>
                    <a:pt x="242" y="71"/>
                    <a:pt x="295" y="194"/>
                  </a:cubicBezTo>
                  <a:lnTo>
                    <a:pt x="1176" y="2986"/>
                  </a:lnTo>
                  <a:cubicBezTo>
                    <a:pt x="1223" y="3180"/>
                    <a:pt x="1076" y="3380"/>
                    <a:pt x="882" y="3380"/>
                  </a:cubicBezTo>
                  <a:lnTo>
                    <a:pt x="1711" y="3380"/>
                  </a:lnTo>
                  <a:cubicBezTo>
                    <a:pt x="1911" y="3380"/>
                    <a:pt x="2058" y="3180"/>
                    <a:pt x="1982" y="2986"/>
                  </a:cubicBezTo>
                  <a:lnTo>
                    <a:pt x="1100" y="194"/>
                  </a:lnTo>
                  <a:cubicBezTo>
                    <a:pt x="1076" y="71"/>
                    <a:pt x="953" y="0"/>
                    <a:pt x="830" y="0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24"/>
            <p:cNvSpPr/>
            <p:nvPr/>
          </p:nvSpPr>
          <p:spPr>
            <a:xfrm>
              <a:off x="4822513" y="3707789"/>
              <a:ext cx="74901" cy="51544"/>
            </a:xfrm>
            <a:custGeom>
              <a:rect b="b" l="l" r="r" t="t"/>
              <a:pathLst>
                <a:path extrusionOk="0" h="2646" w="3845">
                  <a:moveTo>
                    <a:pt x="294" y="1"/>
                  </a:moveTo>
                  <a:cubicBezTo>
                    <a:pt x="294" y="1"/>
                    <a:pt x="241" y="1940"/>
                    <a:pt x="0" y="2646"/>
                  </a:cubicBezTo>
                  <a:lnTo>
                    <a:pt x="3844" y="2646"/>
                  </a:lnTo>
                  <a:cubicBezTo>
                    <a:pt x="3597" y="1940"/>
                    <a:pt x="3550" y="1"/>
                    <a:pt x="3550" y="1"/>
                  </a:cubicBez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24"/>
            <p:cNvSpPr/>
            <p:nvPr/>
          </p:nvSpPr>
          <p:spPr>
            <a:xfrm>
              <a:off x="4827773" y="3707789"/>
              <a:ext cx="64829" cy="14902"/>
            </a:xfrm>
            <a:custGeom>
              <a:rect b="b" l="l" r="r" t="t"/>
              <a:pathLst>
                <a:path extrusionOk="0" h="765" w="3328">
                  <a:moveTo>
                    <a:pt x="24" y="1"/>
                  </a:moveTo>
                  <a:cubicBezTo>
                    <a:pt x="24" y="1"/>
                    <a:pt x="0" y="348"/>
                    <a:pt x="0" y="765"/>
                  </a:cubicBezTo>
                  <a:lnTo>
                    <a:pt x="3327" y="765"/>
                  </a:lnTo>
                  <a:cubicBezTo>
                    <a:pt x="3304" y="348"/>
                    <a:pt x="3280" y="1"/>
                    <a:pt x="328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24"/>
            <p:cNvSpPr/>
            <p:nvPr/>
          </p:nvSpPr>
          <p:spPr>
            <a:xfrm>
              <a:off x="4696556" y="3486011"/>
              <a:ext cx="327264" cy="221799"/>
            </a:xfrm>
            <a:custGeom>
              <a:rect b="b" l="l" r="r" t="t"/>
              <a:pathLst>
                <a:path extrusionOk="0" h="11386" w="16800">
                  <a:moveTo>
                    <a:pt x="859" y="0"/>
                  </a:moveTo>
                  <a:cubicBezTo>
                    <a:pt x="365" y="0"/>
                    <a:pt x="0" y="394"/>
                    <a:pt x="0" y="859"/>
                  </a:cubicBezTo>
                  <a:lnTo>
                    <a:pt x="0" y="10533"/>
                  </a:lnTo>
                  <a:cubicBezTo>
                    <a:pt x="0" y="11021"/>
                    <a:pt x="365" y="11386"/>
                    <a:pt x="859" y="11386"/>
                  </a:cubicBezTo>
                  <a:lnTo>
                    <a:pt x="15941" y="11386"/>
                  </a:lnTo>
                  <a:cubicBezTo>
                    <a:pt x="16405" y="11386"/>
                    <a:pt x="16799" y="11021"/>
                    <a:pt x="16799" y="10533"/>
                  </a:cubicBezTo>
                  <a:lnTo>
                    <a:pt x="16799" y="859"/>
                  </a:lnTo>
                  <a:cubicBezTo>
                    <a:pt x="16799" y="394"/>
                    <a:pt x="16405" y="0"/>
                    <a:pt x="15941" y="0"/>
                  </a:cubicBezTo>
                  <a:close/>
                </a:path>
              </a:pathLst>
            </a:custGeom>
            <a:solidFill>
              <a:srgbClr val="FF93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24"/>
            <p:cNvSpPr/>
            <p:nvPr/>
          </p:nvSpPr>
          <p:spPr>
            <a:xfrm>
              <a:off x="4991851" y="3486011"/>
              <a:ext cx="31967" cy="221799"/>
            </a:xfrm>
            <a:custGeom>
              <a:rect b="b" l="l" r="r" t="t"/>
              <a:pathLst>
                <a:path extrusionOk="0" h="11386" w="1641">
                  <a:moveTo>
                    <a:pt x="0" y="0"/>
                  </a:moveTo>
                  <a:cubicBezTo>
                    <a:pt x="465" y="0"/>
                    <a:pt x="859" y="394"/>
                    <a:pt x="859" y="859"/>
                  </a:cubicBezTo>
                  <a:lnTo>
                    <a:pt x="859" y="10533"/>
                  </a:lnTo>
                  <a:cubicBezTo>
                    <a:pt x="859" y="11021"/>
                    <a:pt x="465" y="11386"/>
                    <a:pt x="0" y="11386"/>
                  </a:cubicBezTo>
                  <a:lnTo>
                    <a:pt x="782" y="11386"/>
                  </a:lnTo>
                  <a:cubicBezTo>
                    <a:pt x="1246" y="11386"/>
                    <a:pt x="1640" y="11021"/>
                    <a:pt x="1640" y="10533"/>
                  </a:cubicBezTo>
                  <a:lnTo>
                    <a:pt x="1640" y="859"/>
                  </a:lnTo>
                  <a:cubicBezTo>
                    <a:pt x="1640" y="394"/>
                    <a:pt x="1246" y="0"/>
                    <a:pt x="782" y="0"/>
                  </a:cubicBezTo>
                  <a:close/>
                </a:path>
              </a:pathLst>
            </a:custGeom>
            <a:solidFill>
              <a:srgbClr val="FF61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24"/>
            <p:cNvSpPr/>
            <p:nvPr/>
          </p:nvSpPr>
          <p:spPr>
            <a:xfrm>
              <a:off x="4696556" y="3665420"/>
              <a:ext cx="327264" cy="42388"/>
            </a:xfrm>
            <a:custGeom>
              <a:rect b="b" l="l" r="r" t="t"/>
              <a:pathLst>
                <a:path extrusionOk="0" h="2176" w="16800">
                  <a:moveTo>
                    <a:pt x="0" y="1"/>
                  </a:moveTo>
                  <a:lnTo>
                    <a:pt x="0" y="1323"/>
                  </a:lnTo>
                  <a:cubicBezTo>
                    <a:pt x="0" y="1811"/>
                    <a:pt x="365" y="2176"/>
                    <a:pt x="859" y="2176"/>
                  </a:cubicBezTo>
                  <a:lnTo>
                    <a:pt x="15941" y="2176"/>
                  </a:lnTo>
                  <a:cubicBezTo>
                    <a:pt x="16405" y="2176"/>
                    <a:pt x="16799" y="1811"/>
                    <a:pt x="16799" y="1323"/>
                  </a:cubicBezTo>
                  <a:lnTo>
                    <a:pt x="16799" y="1"/>
                  </a:ln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24"/>
            <p:cNvSpPr/>
            <p:nvPr/>
          </p:nvSpPr>
          <p:spPr>
            <a:xfrm>
              <a:off x="4991851" y="3665420"/>
              <a:ext cx="31967" cy="42388"/>
            </a:xfrm>
            <a:custGeom>
              <a:rect b="b" l="l" r="r" t="t"/>
              <a:pathLst>
                <a:path extrusionOk="0" h="2176" w="1641">
                  <a:moveTo>
                    <a:pt x="859" y="1"/>
                  </a:moveTo>
                  <a:lnTo>
                    <a:pt x="859" y="1323"/>
                  </a:lnTo>
                  <a:cubicBezTo>
                    <a:pt x="859" y="1811"/>
                    <a:pt x="465" y="2176"/>
                    <a:pt x="0" y="2176"/>
                  </a:cubicBezTo>
                  <a:lnTo>
                    <a:pt x="782" y="2176"/>
                  </a:lnTo>
                  <a:cubicBezTo>
                    <a:pt x="1246" y="2176"/>
                    <a:pt x="1640" y="1811"/>
                    <a:pt x="1640" y="1323"/>
                  </a:cubicBezTo>
                  <a:lnTo>
                    <a:pt x="1640" y="1"/>
                  </a:lnTo>
                  <a:close/>
                </a:path>
              </a:pathLst>
            </a:custGeom>
            <a:solidFill>
              <a:srgbClr val="866A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24"/>
            <p:cNvSpPr/>
            <p:nvPr/>
          </p:nvSpPr>
          <p:spPr>
            <a:xfrm>
              <a:off x="4722328" y="3511315"/>
              <a:ext cx="275720" cy="154126"/>
            </a:xfrm>
            <a:custGeom>
              <a:rect b="b" l="l" r="r" t="t"/>
              <a:pathLst>
                <a:path extrusionOk="0" h="7912" w="14154">
                  <a:moveTo>
                    <a:pt x="341" y="0"/>
                  </a:moveTo>
                  <a:cubicBezTo>
                    <a:pt x="147" y="0"/>
                    <a:pt x="0" y="147"/>
                    <a:pt x="0" y="365"/>
                  </a:cubicBezTo>
                  <a:lnTo>
                    <a:pt x="0" y="7912"/>
                  </a:lnTo>
                  <a:lnTo>
                    <a:pt x="14154" y="7912"/>
                  </a:lnTo>
                  <a:lnTo>
                    <a:pt x="14154" y="365"/>
                  </a:lnTo>
                  <a:cubicBezTo>
                    <a:pt x="14154" y="147"/>
                    <a:pt x="13983" y="0"/>
                    <a:pt x="13789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24"/>
            <p:cNvSpPr/>
            <p:nvPr/>
          </p:nvSpPr>
          <p:spPr>
            <a:xfrm>
              <a:off x="4976053" y="3511315"/>
              <a:ext cx="21993" cy="154126"/>
            </a:xfrm>
            <a:custGeom>
              <a:rect b="b" l="l" r="r" t="t"/>
              <a:pathLst>
                <a:path extrusionOk="0" h="7912" w="1129">
                  <a:moveTo>
                    <a:pt x="0" y="0"/>
                  </a:moveTo>
                  <a:cubicBezTo>
                    <a:pt x="200" y="0"/>
                    <a:pt x="347" y="147"/>
                    <a:pt x="347" y="365"/>
                  </a:cubicBezTo>
                  <a:lnTo>
                    <a:pt x="347" y="7912"/>
                  </a:lnTo>
                  <a:lnTo>
                    <a:pt x="1129" y="7912"/>
                  </a:lnTo>
                  <a:lnTo>
                    <a:pt x="1129" y="365"/>
                  </a:lnTo>
                  <a:cubicBezTo>
                    <a:pt x="1129" y="147"/>
                    <a:pt x="958" y="0"/>
                    <a:pt x="764" y="0"/>
                  </a:cubicBezTo>
                  <a:close/>
                </a:path>
              </a:pathLst>
            </a:custGeom>
            <a:solidFill>
              <a:srgbClr val="AEE2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24"/>
            <p:cNvSpPr/>
            <p:nvPr/>
          </p:nvSpPr>
          <p:spPr>
            <a:xfrm>
              <a:off x="4843006" y="3681121"/>
              <a:ext cx="33915" cy="11006"/>
            </a:xfrm>
            <a:custGeom>
              <a:rect b="b" l="l" r="r" t="t"/>
              <a:pathLst>
                <a:path extrusionOk="0" h="565" w="1741">
                  <a:moveTo>
                    <a:pt x="294" y="0"/>
                  </a:moveTo>
                  <a:cubicBezTo>
                    <a:pt x="147" y="0"/>
                    <a:pt x="0" y="124"/>
                    <a:pt x="0" y="294"/>
                  </a:cubicBezTo>
                  <a:cubicBezTo>
                    <a:pt x="0" y="441"/>
                    <a:pt x="147" y="564"/>
                    <a:pt x="294" y="564"/>
                  </a:cubicBezTo>
                  <a:lnTo>
                    <a:pt x="1446" y="564"/>
                  </a:lnTo>
                  <a:cubicBezTo>
                    <a:pt x="1617" y="564"/>
                    <a:pt x="1740" y="441"/>
                    <a:pt x="1740" y="294"/>
                  </a:cubicBezTo>
                  <a:cubicBezTo>
                    <a:pt x="1740" y="124"/>
                    <a:pt x="1617" y="0"/>
                    <a:pt x="144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24"/>
            <p:cNvSpPr/>
            <p:nvPr/>
          </p:nvSpPr>
          <p:spPr>
            <a:xfrm>
              <a:off x="4767093" y="3549048"/>
              <a:ext cx="70206" cy="78621"/>
            </a:xfrm>
            <a:custGeom>
              <a:rect b="b" l="l" r="r" t="t"/>
              <a:pathLst>
                <a:path extrusionOk="0" h="4036" w="3604">
                  <a:moveTo>
                    <a:pt x="3265" y="1"/>
                  </a:moveTo>
                  <a:cubicBezTo>
                    <a:pt x="3189" y="1"/>
                    <a:pt x="3116" y="31"/>
                    <a:pt x="3063" y="97"/>
                  </a:cubicBezTo>
                  <a:lnTo>
                    <a:pt x="100" y="3571"/>
                  </a:lnTo>
                  <a:cubicBezTo>
                    <a:pt x="0" y="3694"/>
                    <a:pt x="0" y="3865"/>
                    <a:pt x="124" y="3965"/>
                  </a:cubicBezTo>
                  <a:cubicBezTo>
                    <a:pt x="177" y="4012"/>
                    <a:pt x="247" y="4035"/>
                    <a:pt x="324" y="4035"/>
                  </a:cubicBezTo>
                  <a:cubicBezTo>
                    <a:pt x="394" y="4035"/>
                    <a:pt x="470" y="4012"/>
                    <a:pt x="517" y="3941"/>
                  </a:cubicBezTo>
                  <a:lnTo>
                    <a:pt x="3503" y="462"/>
                  </a:lnTo>
                  <a:cubicBezTo>
                    <a:pt x="3603" y="338"/>
                    <a:pt x="3580" y="168"/>
                    <a:pt x="3456" y="68"/>
                  </a:cubicBezTo>
                  <a:cubicBezTo>
                    <a:pt x="3399" y="24"/>
                    <a:pt x="3331" y="1"/>
                    <a:pt x="326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24"/>
            <p:cNvSpPr/>
            <p:nvPr/>
          </p:nvSpPr>
          <p:spPr>
            <a:xfrm>
              <a:off x="4767093" y="3563365"/>
              <a:ext cx="27720" cy="28577"/>
            </a:xfrm>
            <a:custGeom>
              <a:rect b="b" l="l" r="r" t="t"/>
              <a:pathLst>
                <a:path extrusionOk="0" h="1467" w="1423">
                  <a:moveTo>
                    <a:pt x="1109" y="0"/>
                  </a:moveTo>
                  <a:cubicBezTo>
                    <a:pt x="1034" y="0"/>
                    <a:pt x="962" y="31"/>
                    <a:pt x="911" y="97"/>
                  </a:cubicBezTo>
                  <a:lnTo>
                    <a:pt x="100" y="1002"/>
                  </a:lnTo>
                  <a:cubicBezTo>
                    <a:pt x="0" y="1125"/>
                    <a:pt x="0" y="1296"/>
                    <a:pt x="124" y="1419"/>
                  </a:cubicBezTo>
                  <a:cubicBezTo>
                    <a:pt x="177" y="1443"/>
                    <a:pt x="247" y="1466"/>
                    <a:pt x="324" y="1466"/>
                  </a:cubicBezTo>
                  <a:cubicBezTo>
                    <a:pt x="394" y="1466"/>
                    <a:pt x="470" y="1443"/>
                    <a:pt x="517" y="1390"/>
                  </a:cubicBezTo>
                  <a:lnTo>
                    <a:pt x="1323" y="485"/>
                  </a:lnTo>
                  <a:cubicBezTo>
                    <a:pt x="1423" y="361"/>
                    <a:pt x="1423" y="191"/>
                    <a:pt x="1299" y="67"/>
                  </a:cubicBezTo>
                  <a:cubicBezTo>
                    <a:pt x="1242" y="24"/>
                    <a:pt x="1174" y="0"/>
                    <a:pt x="110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24"/>
            <p:cNvSpPr/>
            <p:nvPr/>
          </p:nvSpPr>
          <p:spPr>
            <a:xfrm>
              <a:off x="4703647" y="3783254"/>
              <a:ext cx="312498" cy="76849"/>
            </a:xfrm>
            <a:custGeom>
              <a:rect b="b" l="l" r="r" t="t"/>
              <a:pathLst>
                <a:path extrusionOk="0" h="3945" w="16042">
                  <a:moveTo>
                    <a:pt x="1523" y="0"/>
                  </a:moveTo>
                  <a:cubicBezTo>
                    <a:pt x="1253" y="0"/>
                    <a:pt x="1030" y="171"/>
                    <a:pt x="959" y="418"/>
                  </a:cubicBezTo>
                  <a:lnTo>
                    <a:pt x="77" y="3180"/>
                  </a:lnTo>
                  <a:cubicBezTo>
                    <a:pt x="1" y="3380"/>
                    <a:pt x="54" y="3550"/>
                    <a:pt x="148" y="3721"/>
                  </a:cubicBezTo>
                  <a:cubicBezTo>
                    <a:pt x="271" y="3868"/>
                    <a:pt x="442" y="3944"/>
                    <a:pt x="642" y="3944"/>
                  </a:cubicBezTo>
                  <a:lnTo>
                    <a:pt x="15430" y="3944"/>
                  </a:lnTo>
                  <a:cubicBezTo>
                    <a:pt x="15601" y="3944"/>
                    <a:pt x="15777" y="3868"/>
                    <a:pt x="15895" y="3721"/>
                  </a:cubicBezTo>
                  <a:cubicBezTo>
                    <a:pt x="15994" y="3550"/>
                    <a:pt x="16041" y="3380"/>
                    <a:pt x="15971" y="3180"/>
                  </a:cubicBezTo>
                  <a:lnTo>
                    <a:pt x="15089" y="418"/>
                  </a:lnTo>
                  <a:cubicBezTo>
                    <a:pt x="15013" y="171"/>
                    <a:pt x="14795" y="0"/>
                    <a:pt x="14549" y="0"/>
                  </a:cubicBezTo>
                  <a:lnTo>
                    <a:pt x="4874" y="0"/>
                  </a:lnTo>
                  <a:cubicBezTo>
                    <a:pt x="4703" y="0"/>
                    <a:pt x="4580" y="124"/>
                    <a:pt x="4580" y="294"/>
                  </a:cubicBezTo>
                  <a:cubicBezTo>
                    <a:pt x="4580" y="441"/>
                    <a:pt x="4703" y="564"/>
                    <a:pt x="4874" y="564"/>
                  </a:cubicBezTo>
                  <a:lnTo>
                    <a:pt x="14549" y="564"/>
                  </a:lnTo>
                  <a:lnTo>
                    <a:pt x="14549" y="588"/>
                  </a:lnTo>
                  <a:lnTo>
                    <a:pt x="15430" y="3356"/>
                  </a:lnTo>
                  <a:lnTo>
                    <a:pt x="15430" y="3380"/>
                  </a:lnTo>
                  <a:lnTo>
                    <a:pt x="612" y="3380"/>
                  </a:lnTo>
                  <a:lnTo>
                    <a:pt x="612" y="3356"/>
                  </a:lnTo>
                  <a:lnTo>
                    <a:pt x="1494" y="588"/>
                  </a:lnTo>
                  <a:cubicBezTo>
                    <a:pt x="1494" y="588"/>
                    <a:pt x="1494" y="564"/>
                    <a:pt x="1523" y="564"/>
                  </a:cubicBezTo>
                  <a:lnTo>
                    <a:pt x="3581" y="564"/>
                  </a:lnTo>
                  <a:cubicBezTo>
                    <a:pt x="3751" y="564"/>
                    <a:pt x="3874" y="441"/>
                    <a:pt x="3874" y="294"/>
                  </a:cubicBezTo>
                  <a:cubicBezTo>
                    <a:pt x="3874" y="124"/>
                    <a:pt x="3751" y="0"/>
                    <a:pt x="358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24"/>
            <p:cNvSpPr/>
            <p:nvPr/>
          </p:nvSpPr>
          <p:spPr>
            <a:xfrm>
              <a:off x="4690829" y="3480284"/>
              <a:ext cx="338251" cy="284330"/>
            </a:xfrm>
            <a:custGeom>
              <a:rect b="b" l="l" r="r" t="t"/>
              <a:pathLst>
                <a:path extrusionOk="0" h="14596" w="17364">
                  <a:moveTo>
                    <a:pt x="16235" y="588"/>
                  </a:moveTo>
                  <a:cubicBezTo>
                    <a:pt x="16529" y="588"/>
                    <a:pt x="16799" y="835"/>
                    <a:pt x="16799" y="1153"/>
                  </a:cubicBezTo>
                  <a:lnTo>
                    <a:pt x="16799" y="9235"/>
                  </a:lnTo>
                  <a:lnTo>
                    <a:pt x="16041" y="9235"/>
                  </a:lnTo>
                  <a:lnTo>
                    <a:pt x="16041" y="4997"/>
                  </a:lnTo>
                  <a:cubicBezTo>
                    <a:pt x="16041" y="4850"/>
                    <a:pt x="15918" y="4726"/>
                    <a:pt x="15771" y="4726"/>
                  </a:cubicBezTo>
                  <a:cubicBezTo>
                    <a:pt x="15600" y="4726"/>
                    <a:pt x="15477" y="4850"/>
                    <a:pt x="15477" y="4997"/>
                  </a:cubicBezTo>
                  <a:lnTo>
                    <a:pt x="15477" y="9235"/>
                  </a:lnTo>
                  <a:lnTo>
                    <a:pt x="1887" y="9235"/>
                  </a:lnTo>
                  <a:lnTo>
                    <a:pt x="1887" y="1958"/>
                  </a:lnTo>
                  <a:cubicBezTo>
                    <a:pt x="1887" y="1911"/>
                    <a:pt x="1934" y="1864"/>
                    <a:pt x="1958" y="1864"/>
                  </a:cubicBezTo>
                  <a:lnTo>
                    <a:pt x="15406" y="1864"/>
                  </a:lnTo>
                  <a:cubicBezTo>
                    <a:pt x="15430" y="1864"/>
                    <a:pt x="15477" y="1911"/>
                    <a:pt x="15477" y="1958"/>
                  </a:cubicBezTo>
                  <a:lnTo>
                    <a:pt x="15477" y="3698"/>
                  </a:lnTo>
                  <a:cubicBezTo>
                    <a:pt x="15477" y="3868"/>
                    <a:pt x="15600" y="3992"/>
                    <a:pt x="15771" y="3992"/>
                  </a:cubicBezTo>
                  <a:cubicBezTo>
                    <a:pt x="15918" y="3992"/>
                    <a:pt x="16041" y="3868"/>
                    <a:pt x="16041" y="3698"/>
                  </a:cubicBezTo>
                  <a:lnTo>
                    <a:pt x="16041" y="1958"/>
                  </a:lnTo>
                  <a:cubicBezTo>
                    <a:pt x="16041" y="1593"/>
                    <a:pt x="15747" y="1300"/>
                    <a:pt x="15406" y="1300"/>
                  </a:cubicBezTo>
                  <a:lnTo>
                    <a:pt x="1958" y="1300"/>
                  </a:lnTo>
                  <a:cubicBezTo>
                    <a:pt x="1617" y="1300"/>
                    <a:pt x="1323" y="1593"/>
                    <a:pt x="1323" y="1958"/>
                  </a:cubicBezTo>
                  <a:lnTo>
                    <a:pt x="1323" y="9235"/>
                  </a:lnTo>
                  <a:lnTo>
                    <a:pt x="565" y="9235"/>
                  </a:lnTo>
                  <a:lnTo>
                    <a:pt x="565" y="1153"/>
                  </a:lnTo>
                  <a:cubicBezTo>
                    <a:pt x="565" y="835"/>
                    <a:pt x="829" y="588"/>
                    <a:pt x="1153" y="588"/>
                  </a:cubicBezTo>
                  <a:close/>
                  <a:moveTo>
                    <a:pt x="16799" y="9799"/>
                  </a:moveTo>
                  <a:lnTo>
                    <a:pt x="16799" y="10827"/>
                  </a:lnTo>
                  <a:cubicBezTo>
                    <a:pt x="16799" y="11145"/>
                    <a:pt x="16529" y="11415"/>
                    <a:pt x="16235" y="11415"/>
                  </a:cubicBezTo>
                  <a:lnTo>
                    <a:pt x="1153" y="11415"/>
                  </a:lnTo>
                  <a:cubicBezTo>
                    <a:pt x="829" y="11415"/>
                    <a:pt x="565" y="11145"/>
                    <a:pt x="565" y="10827"/>
                  </a:cubicBezTo>
                  <a:lnTo>
                    <a:pt x="565" y="9799"/>
                  </a:lnTo>
                  <a:close/>
                  <a:moveTo>
                    <a:pt x="10040" y="11974"/>
                  </a:moveTo>
                  <a:cubicBezTo>
                    <a:pt x="10063" y="12444"/>
                    <a:pt x="10116" y="13396"/>
                    <a:pt x="10234" y="14031"/>
                  </a:cubicBezTo>
                  <a:lnTo>
                    <a:pt x="7125" y="14031"/>
                  </a:lnTo>
                  <a:cubicBezTo>
                    <a:pt x="7271" y="13396"/>
                    <a:pt x="7295" y="12444"/>
                    <a:pt x="7324" y="11974"/>
                  </a:cubicBezTo>
                  <a:close/>
                  <a:moveTo>
                    <a:pt x="1153" y="1"/>
                  </a:moveTo>
                  <a:cubicBezTo>
                    <a:pt x="512" y="1"/>
                    <a:pt x="1" y="512"/>
                    <a:pt x="1" y="1153"/>
                  </a:cubicBezTo>
                  <a:lnTo>
                    <a:pt x="1" y="10827"/>
                  </a:lnTo>
                  <a:cubicBezTo>
                    <a:pt x="1" y="11462"/>
                    <a:pt x="512" y="11974"/>
                    <a:pt x="1153" y="11974"/>
                  </a:cubicBezTo>
                  <a:lnTo>
                    <a:pt x="6760" y="11974"/>
                  </a:lnTo>
                  <a:cubicBezTo>
                    <a:pt x="6737" y="12538"/>
                    <a:pt x="6684" y="13496"/>
                    <a:pt x="6560" y="14031"/>
                  </a:cubicBezTo>
                  <a:lnTo>
                    <a:pt x="5314" y="14031"/>
                  </a:lnTo>
                  <a:cubicBezTo>
                    <a:pt x="5167" y="14031"/>
                    <a:pt x="5044" y="14154"/>
                    <a:pt x="5044" y="14325"/>
                  </a:cubicBezTo>
                  <a:cubicBezTo>
                    <a:pt x="5044" y="14472"/>
                    <a:pt x="5167" y="14595"/>
                    <a:pt x="5314" y="14595"/>
                  </a:cubicBezTo>
                  <a:lnTo>
                    <a:pt x="12050" y="14595"/>
                  </a:lnTo>
                  <a:cubicBezTo>
                    <a:pt x="12197" y="14595"/>
                    <a:pt x="12321" y="14472"/>
                    <a:pt x="12321" y="14325"/>
                  </a:cubicBezTo>
                  <a:cubicBezTo>
                    <a:pt x="12321" y="14154"/>
                    <a:pt x="12197" y="14031"/>
                    <a:pt x="12050" y="14031"/>
                  </a:cubicBezTo>
                  <a:lnTo>
                    <a:pt x="10822" y="14031"/>
                  </a:lnTo>
                  <a:cubicBezTo>
                    <a:pt x="10704" y="13496"/>
                    <a:pt x="10628" y="12538"/>
                    <a:pt x="10604" y="11974"/>
                  </a:cubicBezTo>
                  <a:lnTo>
                    <a:pt x="16235" y="11974"/>
                  </a:lnTo>
                  <a:cubicBezTo>
                    <a:pt x="16846" y="11974"/>
                    <a:pt x="17364" y="11462"/>
                    <a:pt x="17364" y="10827"/>
                  </a:cubicBezTo>
                  <a:lnTo>
                    <a:pt x="17364" y="1153"/>
                  </a:lnTo>
                  <a:cubicBezTo>
                    <a:pt x="17364" y="512"/>
                    <a:pt x="16846" y="1"/>
                    <a:pt x="1623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24"/>
            <p:cNvSpPr/>
            <p:nvPr/>
          </p:nvSpPr>
          <p:spPr>
            <a:xfrm>
              <a:off x="4760450" y="3806142"/>
              <a:ext cx="18681" cy="11474"/>
            </a:xfrm>
            <a:custGeom>
              <a:rect b="b" l="l" r="r" t="t"/>
              <a:pathLst>
                <a:path extrusionOk="0" h="589" w="959">
                  <a:moveTo>
                    <a:pt x="271" y="1"/>
                  </a:moveTo>
                  <a:cubicBezTo>
                    <a:pt x="124" y="1"/>
                    <a:pt x="0" y="124"/>
                    <a:pt x="0" y="295"/>
                  </a:cubicBezTo>
                  <a:cubicBezTo>
                    <a:pt x="0" y="442"/>
                    <a:pt x="124" y="589"/>
                    <a:pt x="271" y="589"/>
                  </a:cubicBezTo>
                  <a:lnTo>
                    <a:pt x="665" y="589"/>
                  </a:lnTo>
                  <a:cubicBezTo>
                    <a:pt x="835" y="589"/>
                    <a:pt x="958" y="442"/>
                    <a:pt x="958" y="295"/>
                  </a:cubicBezTo>
                  <a:cubicBezTo>
                    <a:pt x="958" y="124"/>
                    <a:pt x="835" y="1"/>
                    <a:pt x="66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24"/>
            <p:cNvSpPr/>
            <p:nvPr/>
          </p:nvSpPr>
          <p:spPr>
            <a:xfrm>
              <a:off x="4790566" y="3806142"/>
              <a:ext cx="18564" cy="11474"/>
            </a:xfrm>
            <a:custGeom>
              <a:rect b="b" l="l" r="r" t="t"/>
              <a:pathLst>
                <a:path extrusionOk="0" h="589" w="953">
                  <a:moveTo>
                    <a:pt x="294" y="1"/>
                  </a:moveTo>
                  <a:cubicBezTo>
                    <a:pt x="118" y="1"/>
                    <a:pt x="0" y="124"/>
                    <a:pt x="0" y="295"/>
                  </a:cubicBezTo>
                  <a:cubicBezTo>
                    <a:pt x="0" y="442"/>
                    <a:pt x="118" y="589"/>
                    <a:pt x="294" y="589"/>
                  </a:cubicBezTo>
                  <a:lnTo>
                    <a:pt x="682" y="589"/>
                  </a:lnTo>
                  <a:cubicBezTo>
                    <a:pt x="829" y="589"/>
                    <a:pt x="952" y="442"/>
                    <a:pt x="952" y="295"/>
                  </a:cubicBezTo>
                  <a:cubicBezTo>
                    <a:pt x="952" y="124"/>
                    <a:pt x="829" y="1"/>
                    <a:pt x="682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24"/>
            <p:cNvSpPr/>
            <p:nvPr/>
          </p:nvSpPr>
          <p:spPr>
            <a:xfrm>
              <a:off x="4820565" y="3806142"/>
              <a:ext cx="19129" cy="11474"/>
            </a:xfrm>
            <a:custGeom>
              <a:rect b="b" l="l" r="r" t="t"/>
              <a:pathLst>
                <a:path extrusionOk="0" h="589" w="982">
                  <a:moveTo>
                    <a:pt x="294" y="1"/>
                  </a:moveTo>
                  <a:cubicBezTo>
                    <a:pt x="147" y="1"/>
                    <a:pt x="0" y="124"/>
                    <a:pt x="0" y="295"/>
                  </a:cubicBezTo>
                  <a:cubicBezTo>
                    <a:pt x="0" y="442"/>
                    <a:pt x="147" y="589"/>
                    <a:pt x="294" y="589"/>
                  </a:cubicBezTo>
                  <a:lnTo>
                    <a:pt x="688" y="589"/>
                  </a:lnTo>
                  <a:cubicBezTo>
                    <a:pt x="835" y="589"/>
                    <a:pt x="982" y="442"/>
                    <a:pt x="982" y="295"/>
                  </a:cubicBezTo>
                  <a:cubicBezTo>
                    <a:pt x="982" y="124"/>
                    <a:pt x="835" y="1"/>
                    <a:pt x="68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24"/>
            <p:cNvSpPr/>
            <p:nvPr/>
          </p:nvSpPr>
          <p:spPr>
            <a:xfrm>
              <a:off x="4851129" y="3806142"/>
              <a:ext cx="18564" cy="11474"/>
            </a:xfrm>
            <a:custGeom>
              <a:rect b="b" l="l" r="r" t="t"/>
              <a:pathLst>
                <a:path extrusionOk="0" h="589" w="953">
                  <a:moveTo>
                    <a:pt x="271" y="1"/>
                  </a:moveTo>
                  <a:cubicBezTo>
                    <a:pt x="124" y="1"/>
                    <a:pt x="1" y="124"/>
                    <a:pt x="1" y="295"/>
                  </a:cubicBezTo>
                  <a:cubicBezTo>
                    <a:pt x="1" y="442"/>
                    <a:pt x="124" y="589"/>
                    <a:pt x="271" y="589"/>
                  </a:cubicBezTo>
                  <a:lnTo>
                    <a:pt x="659" y="589"/>
                  </a:lnTo>
                  <a:cubicBezTo>
                    <a:pt x="829" y="589"/>
                    <a:pt x="953" y="442"/>
                    <a:pt x="953" y="295"/>
                  </a:cubicBezTo>
                  <a:cubicBezTo>
                    <a:pt x="953" y="124"/>
                    <a:pt x="829" y="1"/>
                    <a:pt x="65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24"/>
            <p:cNvSpPr/>
            <p:nvPr/>
          </p:nvSpPr>
          <p:spPr>
            <a:xfrm>
              <a:off x="4881128" y="3806142"/>
              <a:ext cx="18681" cy="11474"/>
            </a:xfrm>
            <a:custGeom>
              <a:rect b="b" l="l" r="r" t="t"/>
              <a:pathLst>
                <a:path extrusionOk="0" h="589" w="959">
                  <a:moveTo>
                    <a:pt x="294" y="1"/>
                  </a:moveTo>
                  <a:cubicBezTo>
                    <a:pt x="124" y="1"/>
                    <a:pt x="1" y="124"/>
                    <a:pt x="1" y="295"/>
                  </a:cubicBezTo>
                  <a:cubicBezTo>
                    <a:pt x="1" y="442"/>
                    <a:pt x="124" y="589"/>
                    <a:pt x="294" y="589"/>
                  </a:cubicBezTo>
                  <a:lnTo>
                    <a:pt x="688" y="589"/>
                  </a:lnTo>
                  <a:cubicBezTo>
                    <a:pt x="835" y="589"/>
                    <a:pt x="959" y="442"/>
                    <a:pt x="959" y="295"/>
                  </a:cubicBezTo>
                  <a:cubicBezTo>
                    <a:pt x="959" y="124"/>
                    <a:pt x="835" y="1"/>
                    <a:pt x="68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24"/>
            <p:cNvSpPr/>
            <p:nvPr/>
          </p:nvSpPr>
          <p:spPr>
            <a:xfrm>
              <a:off x="4911244" y="3806142"/>
              <a:ext cx="19032" cy="11474"/>
            </a:xfrm>
            <a:custGeom>
              <a:rect b="b" l="l" r="r" t="t"/>
              <a:pathLst>
                <a:path extrusionOk="0" h="589" w="977">
                  <a:moveTo>
                    <a:pt x="294" y="1"/>
                  </a:moveTo>
                  <a:cubicBezTo>
                    <a:pt x="147" y="1"/>
                    <a:pt x="0" y="124"/>
                    <a:pt x="0" y="295"/>
                  </a:cubicBezTo>
                  <a:cubicBezTo>
                    <a:pt x="0" y="442"/>
                    <a:pt x="147" y="589"/>
                    <a:pt x="294" y="589"/>
                  </a:cubicBezTo>
                  <a:lnTo>
                    <a:pt x="682" y="589"/>
                  </a:lnTo>
                  <a:cubicBezTo>
                    <a:pt x="829" y="589"/>
                    <a:pt x="976" y="442"/>
                    <a:pt x="976" y="295"/>
                  </a:cubicBezTo>
                  <a:cubicBezTo>
                    <a:pt x="976" y="124"/>
                    <a:pt x="829" y="1"/>
                    <a:pt x="682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24"/>
            <p:cNvSpPr/>
            <p:nvPr/>
          </p:nvSpPr>
          <p:spPr>
            <a:xfrm>
              <a:off x="4940775" y="3806142"/>
              <a:ext cx="18681" cy="11474"/>
            </a:xfrm>
            <a:custGeom>
              <a:rect b="b" l="l" r="r" t="t"/>
              <a:pathLst>
                <a:path extrusionOk="0" h="589" w="959">
                  <a:moveTo>
                    <a:pt x="295" y="1"/>
                  </a:moveTo>
                  <a:cubicBezTo>
                    <a:pt x="124" y="1"/>
                    <a:pt x="1" y="124"/>
                    <a:pt x="1" y="295"/>
                  </a:cubicBezTo>
                  <a:cubicBezTo>
                    <a:pt x="1" y="442"/>
                    <a:pt x="124" y="589"/>
                    <a:pt x="295" y="589"/>
                  </a:cubicBezTo>
                  <a:lnTo>
                    <a:pt x="689" y="589"/>
                  </a:lnTo>
                  <a:cubicBezTo>
                    <a:pt x="836" y="589"/>
                    <a:pt x="959" y="442"/>
                    <a:pt x="959" y="295"/>
                  </a:cubicBezTo>
                  <a:cubicBezTo>
                    <a:pt x="959" y="124"/>
                    <a:pt x="836" y="1"/>
                    <a:pt x="68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24"/>
            <p:cNvSpPr/>
            <p:nvPr/>
          </p:nvSpPr>
          <p:spPr>
            <a:xfrm>
              <a:off x="4760450" y="3826187"/>
              <a:ext cx="18681" cy="11006"/>
            </a:xfrm>
            <a:custGeom>
              <a:rect b="b" l="l" r="r" t="t"/>
              <a:pathLst>
                <a:path extrusionOk="0" h="565" w="959">
                  <a:moveTo>
                    <a:pt x="271" y="0"/>
                  </a:moveTo>
                  <a:cubicBezTo>
                    <a:pt x="124" y="0"/>
                    <a:pt x="0" y="124"/>
                    <a:pt x="0" y="294"/>
                  </a:cubicBezTo>
                  <a:cubicBezTo>
                    <a:pt x="0" y="441"/>
                    <a:pt x="124" y="565"/>
                    <a:pt x="271" y="565"/>
                  </a:cubicBezTo>
                  <a:lnTo>
                    <a:pt x="665" y="565"/>
                  </a:lnTo>
                  <a:cubicBezTo>
                    <a:pt x="835" y="565"/>
                    <a:pt x="958" y="441"/>
                    <a:pt x="958" y="294"/>
                  </a:cubicBezTo>
                  <a:cubicBezTo>
                    <a:pt x="958" y="124"/>
                    <a:pt x="835" y="0"/>
                    <a:pt x="66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24"/>
            <p:cNvSpPr/>
            <p:nvPr/>
          </p:nvSpPr>
          <p:spPr>
            <a:xfrm>
              <a:off x="4790566" y="3826187"/>
              <a:ext cx="18564" cy="11006"/>
            </a:xfrm>
            <a:custGeom>
              <a:rect b="b" l="l" r="r" t="t"/>
              <a:pathLst>
                <a:path extrusionOk="0" h="565" w="953">
                  <a:moveTo>
                    <a:pt x="294" y="0"/>
                  </a:moveTo>
                  <a:cubicBezTo>
                    <a:pt x="118" y="0"/>
                    <a:pt x="0" y="124"/>
                    <a:pt x="0" y="294"/>
                  </a:cubicBezTo>
                  <a:cubicBezTo>
                    <a:pt x="0" y="441"/>
                    <a:pt x="118" y="565"/>
                    <a:pt x="294" y="565"/>
                  </a:cubicBezTo>
                  <a:lnTo>
                    <a:pt x="682" y="565"/>
                  </a:lnTo>
                  <a:cubicBezTo>
                    <a:pt x="829" y="565"/>
                    <a:pt x="952" y="441"/>
                    <a:pt x="952" y="294"/>
                  </a:cubicBezTo>
                  <a:cubicBezTo>
                    <a:pt x="952" y="124"/>
                    <a:pt x="829" y="0"/>
                    <a:pt x="68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24"/>
            <p:cNvSpPr/>
            <p:nvPr/>
          </p:nvSpPr>
          <p:spPr>
            <a:xfrm>
              <a:off x="4820565" y="3826187"/>
              <a:ext cx="19129" cy="11006"/>
            </a:xfrm>
            <a:custGeom>
              <a:rect b="b" l="l" r="r" t="t"/>
              <a:pathLst>
                <a:path extrusionOk="0" h="565" w="982">
                  <a:moveTo>
                    <a:pt x="294" y="0"/>
                  </a:moveTo>
                  <a:cubicBezTo>
                    <a:pt x="147" y="0"/>
                    <a:pt x="0" y="124"/>
                    <a:pt x="0" y="294"/>
                  </a:cubicBezTo>
                  <a:cubicBezTo>
                    <a:pt x="0" y="441"/>
                    <a:pt x="147" y="565"/>
                    <a:pt x="294" y="565"/>
                  </a:cubicBezTo>
                  <a:lnTo>
                    <a:pt x="688" y="565"/>
                  </a:lnTo>
                  <a:cubicBezTo>
                    <a:pt x="835" y="565"/>
                    <a:pt x="982" y="441"/>
                    <a:pt x="982" y="294"/>
                  </a:cubicBezTo>
                  <a:cubicBezTo>
                    <a:pt x="982" y="124"/>
                    <a:pt x="835" y="0"/>
                    <a:pt x="68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24"/>
            <p:cNvSpPr/>
            <p:nvPr/>
          </p:nvSpPr>
          <p:spPr>
            <a:xfrm>
              <a:off x="4851129" y="3826187"/>
              <a:ext cx="18564" cy="11006"/>
            </a:xfrm>
            <a:custGeom>
              <a:rect b="b" l="l" r="r" t="t"/>
              <a:pathLst>
                <a:path extrusionOk="0" h="565" w="953">
                  <a:moveTo>
                    <a:pt x="271" y="0"/>
                  </a:moveTo>
                  <a:cubicBezTo>
                    <a:pt x="124" y="0"/>
                    <a:pt x="1" y="124"/>
                    <a:pt x="1" y="294"/>
                  </a:cubicBezTo>
                  <a:cubicBezTo>
                    <a:pt x="1" y="441"/>
                    <a:pt x="124" y="565"/>
                    <a:pt x="271" y="565"/>
                  </a:cubicBezTo>
                  <a:lnTo>
                    <a:pt x="659" y="565"/>
                  </a:lnTo>
                  <a:cubicBezTo>
                    <a:pt x="829" y="565"/>
                    <a:pt x="953" y="441"/>
                    <a:pt x="953" y="294"/>
                  </a:cubicBezTo>
                  <a:cubicBezTo>
                    <a:pt x="953" y="124"/>
                    <a:pt x="829" y="0"/>
                    <a:pt x="65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24"/>
            <p:cNvSpPr/>
            <p:nvPr/>
          </p:nvSpPr>
          <p:spPr>
            <a:xfrm>
              <a:off x="4881128" y="3826187"/>
              <a:ext cx="18681" cy="11006"/>
            </a:xfrm>
            <a:custGeom>
              <a:rect b="b" l="l" r="r" t="t"/>
              <a:pathLst>
                <a:path extrusionOk="0" h="565" w="959">
                  <a:moveTo>
                    <a:pt x="294" y="0"/>
                  </a:moveTo>
                  <a:cubicBezTo>
                    <a:pt x="124" y="0"/>
                    <a:pt x="1" y="124"/>
                    <a:pt x="1" y="294"/>
                  </a:cubicBezTo>
                  <a:cubicBezTo>
                    <a:pt x="1" y="441"/>
                    <a:pt x="124" y="565"/>
                    <a:pt x="294" y="565"/>
                  </a:cubicBezTo>
                  <a:lnTo>
                    <a:pt x="688" y="565"/>
                  </a:lnTo>
                  <a:cubicBezTo>
                    <a:pt x="835" y="565"/>
                    <a:pt x="959" y="441"/>
                    <a:pt x="959" y="294"/>
                  </a:cubicBezTo>
                  <a:cubicBezTo>
                    <a:pt x="959" y="124"/>
                    <a:pt x="835" y="0"/>
                    <a:pt x="68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24"/>
            <p:cNvSpPr/>
            <p:nvPr/>
          </p:nvSpPr>
          <p:spPr>
            <a:xfrm>
              <a:off x="4911244" y="3826187"/>
              <a:ext cx="19032" cy="11006"/>
            </a:xfrm>
            <a:custGeom>
              <a:rect b="b" l="l" r="r" t="t"/>
              <a:pathLst>
                <a:path extrusionOk="0" h="565" w="977">
                  <a:moveTo>
                    <a:pt x="294" y="0"/>
                  </a:moveTo>
                  <a:cubicBezTo>
                    <a:pt x="147" y="0"/>
                    <a:pt x="0" y="124"/>
                    <a:pt x="0" y="294"/>
                  </a:cubicBezTo>
                  <a:cubicBezTo>
                    <a:pt x="0" y="441"/>
                    <a:pt x="147" y="565"/>
                    <a:pt x="294" y="565"/>
                  </a:cubicBezTo>
                  <a:lnTo>
                    <a:pt x="682" y="565"/>
                  </a:lnTo>
                  <a:cubicBezTo>
                    <a:pt x="829" y="565"/>
                    <a:pt x="976" y="441"/>
                    <a:pt x="976" y="294"/>
                  </a:cubicBezTo>
                  <a:cubicBezTo>
                    <a:pt x="976" y="124"/>
                    <a:pt x="829" y="0"/>
                    <a:pt x="68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24"/>
            <p:cNvSpPr/>
            <p:nvPr/>
          </p:nvSpPr>
          <p:spPr>
            <a:xfrm>
              <a:off x="4940775" y="3826187"/>
              <a:ext cx="18681" cy="11006"/>
            </a:xfrm>
            <a:custGeom>
              <a:rect b="b" l="l" r="r" t="t"/>
              <a:pathLst>
                <a:path extrusionOk="0" h="565" w="959">
                  <a:moveTo>
                    <a:pt x="295" y="0"/>
                  </a:moveTo>
                  <a:cubicBezTo>
                    <a:pt x="124" y="0"/>
                    <a:pt x="1" y="124"/>
                    <a:pt x="1" y="294"/>
                  </a:cubicBezTo>
                  <a:cubicBezTo>
                    <a:pt x="1" y="441"/>
                    <a:pt x="124" y="565"/>
                    <a:pt x="295" y="565"/>
                  </a:cubicBezTo>
                  <a:lnTo>
                    <a:pt x="689" y="565"/>
                  </a:lnTo>
                  <a:cubicBezTo>
                    <a:pt x="836" y="565"/>
                    <a:pt x="959" y="441"/>
                    <a:pt x="959" y="294"/>
                  </a:cubicBezTo>
                  <a:cubicBezTo>
                    <a:pt x="959" y="124"/>
                    <a:pt x="836" y="0"/>
                    <a:pt x="68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7"/>
          <p:cNvSpPr txBox="1"/>
          <p:nvPr>
            <p:ph idx="4294967295" type="title"/>
          </p:nvPr>
        </p:nvSpPr>
        <p:spPr>
          <a:xfrm>
            <a:off x="719988" y="996550"/>
            <a:ext cx="7791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accent1"/>
                </a:solidFill>
              </a:rPr>
              <a:t>01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32" name="Google Shape;632;p17"/>
          <p:cNvSpPr txBox="1"/>
          <p:nvPr>
            <p:ph idx="2" type="subTitle"/>
          </p:nvPr>
        </p:nvSpPr>
        <p:spPr>
          <a:xfrm>
            <a:off x="1499098" y="996550"/>
            <a:ext cx="65553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400"/>
              <a:t>Alcance</a:t>
            </a:r>
            <a:endParaRPr sz="2400"/>
          </a:p>
        </p:txBody>
      </p:sp>
      <p:sp>
        <p:nvSpPr>
          <p:cNvPr id="633" name="Google Shape;633;p17"/>
          <p:cNvSpPr txBox="1"/>
          <p:nvPr>
            <p:ph idx="4294967295" type="title"/>
          </p:nvPr>
        </p:nvSpPr>
        <p:spPr>
          <a:xfrm>
            <a:off x="719988" y="2746938"/>
            <a:ext cx="7791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accent1"/>
                </a:solidFill>
              </a:rPr>
              <a:t>02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34" name="Google Shape;634;p17"/>
          <p:cNvSpPr txBox="1"/>
          <p:nvPr>
            <p:ph idx="1" type="subTitle"/>
          </p:nvPr>
        </p:nvSpPr>
        <p:spPr>
          <a:xfrm>
            <a:off x="1499100" y="1425850"/>
            <a:ext cx="65553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 sz="1300">
                <a:solidFill>
                  <a:srgbClr val="000000"/>
                </a:solidFill>
              </a:rPr>
              <a:t>El proyecto contempla el registro de viviendas e integrantes.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 sz="1300">
                <a:solidFill>
                  <a:srgbClr val="000000"/>
                </a:solidFill>
              </a:rPr>
              <a:t>La consulta de información por parte de bomberos.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 sz="1300">
                <a:solidFill>
                  <a:srgbClr val="000000"/>
                </a:solidFill>
              </a:rPr>
              <a:t>El uso offline con sincronización posterior.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 sz="1300">
                <a:solidFill>
                  <a:srgbClr val="000000"/>
                </a:solidFill>
              </a:rPr>
              <a:t>La visualización de grifos y su estado.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635" name="Google Shape;635;p17"/>
          <p:cNvSpPr txBox="1"/>
          <p:nvPr>
            <p:ph idx="4" type="subTitle"/>
          </p:nvPr>
        </p:nvSpPr>
        <p:spPr>
          <a:xfrm>
            <a:off x="1499077" y="2746938"/>
            <a:ext cx="65553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Limitaciones/restricciones:</a:t>
            </a:r>
            <a:endParaRPr/>
          </a:p>
        </p:txBody>
      </p:sp>
      <p:sp>
        <p:nvSpPr>
          <p:cNvPr id="636" name="Google Shape;636;p17"/>
          <p:cNvSpPr txBox="1"/>
          <p:nvPr>
            <p:ph idx="3" type="subTitle"/>
          </p:nvPr>
        </p:nvSpPr>
        <p:spPr>
          <a:xfrm>
            <a:off x="1499100" y="3252450"/>
            <a:ext cx="6555300" cy="11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000000"/>
                </a:solidFill>
              </a:rPr>
              <a:t>El sistema solo funcionará en Chile.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000000"/>
                </a:solidFill>
              </a:rPr>
              <a:t>No tendrá localización de rutas tipo waze. 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000000"/>
                </a:solidFill>
              </a:rPr>
              <a:t>No envia mensajes.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000000"/>
                </a:solidFill>
              </a:rPr>
              <a:t>Además dependerá de un BaaS (Backend como Servicio) para reducir costos.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1" name="Google Shape;641;p6"/>
          <p:cNvGrpSpPr/>
          <p:nvPr/>
        </p:nvGrpSpPr>
        <p:grpSpPr>
          <a:xfrm>
            <a:off x="674425" y="2051931"/>
            <a:ext cx="3170700" cy="2696994"/>
            <a:chOff x="674425" y="2051931"/>
            <a:chExt cx="3170700" cy="2696994"/>
          </a:xfrm>
        </p:grpSpPr>
        <p:sp>
          <p:nvSpPr>
            <p:cNvPr id="642" name="Google Shape;642;p6"/>
            <p:cNvSpPr/>
            <p:nvPr/>
          </p:nvSpPr>
          <p:spPr>
            <a:xfrm>
              <a:off x="674425" y="4086225"/>
              <a:ext cx="3170700" cy="662700"/>
            </a:xfrm>
            <a:prstGeom prst="ellipse">
              <a:avLst/>
            </a:prstGeom>
            <a:solidFill>
              <a:srgbClr val="3E285A">
                <a:alpha val="1372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3" name="Google Shape;643;p6"/>
            <p:cNvGrpSpPr/>
            <p:nvPr/>
          </p:nvGrpSpPr>
          <p:grpSpPr>
            <a:xfrm>
              <a:off x="774889" y="2051931"/>
              <a:ext cx="2761783" cy="2556652"/>
              <a:chOff x="1040300" y="433750"/>
              <a:chExt cx="4203627" cy="3891402"/>
            </a:xfrm>
          </p:grpSpPr>
          <p:sp>
            <p:nvSpPr>
              <p:cNvPr id="644" name="Google Shape;644;p6"/>
              <p:cNvSpPr/>
              <p:nvPr/>
            </p:nvSpPr>
            <p:spPr>
              <a:xfrm>
                <a:off x="1040300" y="1327292"/>
                <a:ext cx="3297391" cy="2659009"/>
              </a:xfrm>
              <a:custGeom>
                <a:rect b="b" l="l" r="r" t="t"/>
                <a:pathLst>
                  <a:path extrusionOk="0" h="16965" w="21038">
                    <a:moveTo>
                      <a:pt x="6122" y="0"/>
                    </a:moveTo>
                    <a:cubicBezTo>
                      <a:pt x="5488" y="0"/>
                      <a:pt x="5018" y="170"/>
                      <a:pt x="4651" y="384"/>
                    </a:cubicBezTo>
                    <a:cubicBezTo>
                      <a:pt x="3845" y="840"/>
                      <a:pt x="1" y="7082"/>
                      <a:pt x="111" y="8501"/>
                    </a:cubicBezTo>
                    <a:cubicBezTo>
                      <a:pt x="200" y="9915"/>
                      <a:pt x="3232" y="16550"/>
                      <a:pt x="3824" y="16854"/>
                    </a:cubicBezTo>
                    <a:cubicBezTo>
                      <a:pt x="3985" y="16933"/>
                      <a:pt x="5222" y="16964"/>
                      <a:pt x="6950" y="16964"/>
                    </a:cubicBezTo>
                    <a:cubicBezTo>
                      <a:pt x="11506" y="16964"/>
                      <a:pt x="19472" y="16749"/>
                      <a:pt x="20121" y="16639"/>
                    </a:cubicBezTo>
                    <a:cubicBezTo>
                      <a:pt x="21017" y="16487"/>
                      <a:pt x="21038" y="10570"/>
                      <a:pt x="20582" y="9522"/>
                    </a:cubicBezTo>
                    <a:cubicBezTo>
                      <a:pt x="20100" y="8501"/>
                      <a:pt x="19053" y="8239"/>
                      <a:pt x="17963" y="7951"/>
                    </a:cubicBezTo>
                    <a:cubicBezTo>
                      <a:pt x="16895" y="7648"/>
                      <a:pt x="14381" y="6537"/>
                      <a:pt x="13009" y="4223"/>
                    </a:cubicBezTo>
                    <a:cubicBezTo>
                      <a:pt x="11611" y="1887"/>
                      <a:pt x="9406" y="1059"/>
                      <a:pt x="9406" y="1059"/>
                    </a:cubicBezTo>
                    <a:cubicBezTo>
                      <a:pt x="7974" y="269"/>
                      <a:pt x="6919" y="0"/>
                      <a:pt x="612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6"/>
              <p:cNvSpPr/>
              <p:nvPr/>
            </p:nvSpPr>
            <p:spPr>
              <a:xfrm>
                <a:off x="1044532" y="1319926"/>
                <a:ext cx="3279993" cy="2673742"/>
              </a:xfrm>
              <a:custGeom>
                <a:rect b="b" l="l" r="r" t="t"/>
                <a:pathLst>
                  <a:path extrusionOk="0" h="17059" w="20927">
                    <a:moveTo>
                      <a:pt x="6123" y="95"/>
                    </a:moveTo>
                    <a:cubicBezTo>
                      <a:pt x="6195" y="95"/>
                      <a:pt x="6270" y="97"/>
                      <a:pt x="6347" y="101"/>
                    </a:cubicBezTo>
                    <a:cubicBezTo>
                      <a:pt x="7091" y="169"/>
                      <a:pt x="8070" y="452"/>
                      <a:pt x="9358" y="1148"/>
                    </a:cubicBezTo>
                    <a:cubicBezTo>
                      <a:pt x="9358" y="1148"/>
                      <a:pt x="11563" y="1976"/>
                      <a:pt x="12914" y="4291"/>
                    </a:cubicBezTo>
                    <a:cubicBezTo>
                      <a:pt x="14313" y="6647"/>
                      <a:pt x="16842" y="7736"/>
                      <a:pt x="17936" y="8045"/>
                    </a:cubicBezTo>
                    <a:cubicBezTo>
                      <a:pt x="18460" y="8197"/>
                      <a:pt x="19005" y="8328"/>
                      <a:pt x="19439" y="8548"/>
                    </a:cubicBezTo>
                    <a:cubicBezTo>
                      <a:pt x="19900" y="8784"/>
                      <a:pt x="20272" y="9093"/>
                      <a:pt x="20508" y="9596"/>
                    </a:cubicBezTo>
                    <a:cubicBezTo>
                      <a:pt x="20618" y="9857"/>
                      <a:pt x="20707" y="10423"/>
                      <a:pt x="20749" y="11119"/>
                    </a:cubicBezTo>
                    <a:cubicBezTo>
                      <a:pt x="20796" y="11821"/>
                      <a:pt x="20817" y="12649"/>
                      <a:pt x="20770" y="13455"/>
                    </a:cubicBezTo>
                    <a:cubicBezTo>
                      <a:pt x="20749" y="14283"/>
                      <a:pt x="20686" y="15047"/>
                      <a:pt x="20555" y="15639"/>
                    </a:cubicBezTo>
                    <a:cubicBezTo>
                      <a:pt x="20508" y="15943"/>
                      <a:pt x="20424" y="16184"/>
                      <a:pt x="20335" y="16356"/>
                    </a:cubicBezTo>
                    <a:cubicBezTo>
                      <a:pt x="20272" y="16534"/>
                      <a:pt x="20162" y="16618"/>
                      <a:pt x="20094" y="16618"/>
                    </a:cubicBezTo>
                    <a:cubicBezTo>
                      <a:pt x="19984" y="16639"/>
                      <a:pt x="19659" y="16665"/>
                      <a:pt x="19157" y="16686"/>
                    </a:cubicBezTo>
                    <a:cubicBezTo>
                      <a:pt x="18675" y="16707"/>
                      <a:pt x="18020" y="16749"/>
                      <a:pt x="17261" y="16770"/>
                    </a:cubicBezTo>
                    <a:cubicBezTo>
                      <a:pt x="15732" y="16817"/>
                      <a:pt x="13768" y="16859"/>
                      <a:pt x="11825" y="16901"/>
                    </a:cubicBezTo>
                    <a:cubicBezTo>
                      <a:pt x="9882" y="16927"/>
                      <a:pt x="7939" y="16948"/>
                      <a:pt x="6457" y="16948"/>
                    </a:cubicBezTo>
                    <a:cubicBezTo>
                      <a:pt x="5714" y="16948"/>
                      <a:pt x="5085" y="16948"/>
                      <a:pt x="4624" y="16927"/>
                    </a:cubicBezTo>
                    <a:cubicBezTo>
                      <a:pt x="4383" y="16901"/>
                      <a:pt x="4211" y="16901"/>
                      <a:pt x="4059" y="16880"/>
                    </a:cubicBezTo>
                    <a:cubicBezTo>
                      <a:pt x="3928" y="16880"/>
                      <a:pt x="3839" y="16859"/>
                      <a:pt x="3818" y="16838"/>
                    </a:cubicBezTo>
                    <a:cubicBezTo>
                      <a:pt x="3797" y="16838"/>
                      <a:pt x="3750" y="16796"/>
                      <a:pt x="3687" y="16728"/>
                    </a:cubicBezTo>
                    <a:cubicBezTo>
                      <a:pt x="3645" y="16665"/>
                      <a:pt x="3577" y="16576"/>
                      <a:pt x="3514" y="16487"/>
                    </a:cubicBezTo>
                    <a:cubicBezTo>
                      <a:pt x="3383" y="16273"/>
                      <a:pt x="3205" y="15985"/>
                      <a:pt x="3032" y="15639"/>
                    </a:cubicBezTo>
                    <a:cubicBezTo>
                      <a:pt x="2660" y="14963"/>
                      <a:pt x="2226" y="14068"/>
                      <a:pt x="1812" y="13130"/>
                    </a:cubicBezTo>
                    <a:cubicBezTo>
                      <a:pt x="1372" y="12188"/>
                      <a:pt x="979" y="11208"/>
                      <a:pt x="676" y="10381"/>
                    </a:cubicBezTo>
                    <a:cubicBezTo>
                      <a:pt x="372" y="9548"/>
                      <a:pt x="152" y="8873"/>
                      <a:pt x="131" y="8548"/>
                    </a:cubicBezTo>
                    <a:cubicBezTo>
                      <a:pt x="110" y="8218"/>
                      <a:pt x="325" y="7543"/>
                      <a:pt x="676" y="6757"/>
                    </a:cubicBezTo>
                    <a:cubicBezTo>
                      <a:pt x="1047" y="5972"/>
                      <a:pt x="1550" y="5055"/>
                      <a:pt x="2074" y="4160"/>
                    </a:cubicBezTo>
                    <a:cubicBezTo>
                      <a:pt x="2598" y="3264"/>
                      <a:pt x="3142" y="2395"/>
                      <a:pt x="3598" y="1714"/>
                    </a:cubicBezTo>
                    <a:cubicBezTo>
                      <a:pt x="3839" y="1389"/>
                      <a:pt x="4059" y="1106"/>
                      <a:pt x="4232" y="887"/>
                    </a:cubicBezTo>
                    <a:cubicBezTo>
                      <a:pt x="4431" y="667"/>
                      <a:pt x="4582" y="515"/>
                      <a:pt x="4666" y="473"/>
                    </a:cubicBezTo>
                    <a:cubicBezTo>
                      <a:pt x="5019" y="256"/>
                      <a:pt x="5478" y="95"/>
                      <a:pt x="6123" y="95"/>
                    </a:cubicBezTo>
                    <a:close/>
                    <a:moveTo>
                      <a:pt x="6061" y="0"/>
                    </a:moveTo>
                    <a:cubicBezTo>
                      <a:pt x="5439" y="0"/>
                      <a:pt x="4964" y="174"/>
                      <a:pt x="4603" y="384"/>
                    </a:cubicBezTo>
                    <a:cubicBezTo>
                      <a:pt x="4493" y="452"/>
                      <a:pt x="4341" y="583"/>
                      <a:pt x="4169" y="824"/>
                    </a:cubicBezTo>
                    <a:cubicBezTo>
                      <a:pt x="3970" y="1038"/>
                      <a:pt x="3750" y="1321"/>
                      <a:pt x="3514" y="1651"/>
                    </a:cubicBezTo>
                    <a:cubicBezTo>
                      <a:pt x="3053" y="2327"/>
                      <a:pt x="2488" y="3201"/>
                      <a:pt x="1964" y="4097"/>
                    </a:cubicBezTo>
                    <a:cubicBezTo>
                      <a:pt x="1440" y="4987"/>
                      <a:pt x="938" y="5930"/>
                      <a:pt x="587" y="6715"/>
                    </a:cubicBezTo>
                    <a:cubicBezTo>
                      <a:pt x="241" y="7522"/>
                      <a:pt x="0" y="8176"/>
                      <a:pt x="21" y="8548"/>
                    </a:cubicBezTo>
                    <a:cubicBezTo>
                      <a:pt x="63" y="8915"/>
                      <a:pt x="262" y="9596"/>
                      <a:pt x="566" y="10423"/>
                    </a:cubicBezTo>
                    <a:cubicBezTo>
                      <a:pt x="869" y="11250"/>
                      <a:pt x="1288" y="12235"/>
                      <a:pt x="1702" y="13172"/>
                    </a:cubicBezTo>
                    <a:cubicBezTo>
                      <a:pt x="2116" y="14110"/>
                      <a:pt x="2550" y="15005"/>
                      <a:pt x="2922" y="15681"/>
                    </a:cubicBezTo>
                    <a:cubicBezTo>
                      <a:pt x="3121" y="16032"/>
                      <a:pt x="3273" y="16335"/>
                      <a:pt x="3425" y="16534"/>
                    </a:cubicBezTo>
                    <a:cubicBezTo>
                      <a:pt x="3488" y="16639"/>
                      <a:pt x="3556" y="16728"/>
                      <a:pt x="3619" y="16796"/>
                    </a:cubicBezTo>
                    <a:cubicBezTo>
                      <a:pt x="3666" y="16859"/>
                      <a:pt x="3708" y="16927"/>
                      <a:pt x="3776" y="16948"/>
                    </a:cubicBezTo>
                    <a:cubicBezTo>
                      <a:pt x="3818" y="16969"/>
                      <a:pt x="3907" y="16969"/>
                      <a:pt x="4059" y="16990"/>
                    </a:cubicBezTo>
                    <a:cubicBezTo>
                      <a:pt x="4190" y="17011"/>
                      <a:pt x="4383" y="17011"/>
                      <a:pt x="4624" y="17032"/>
                    </a:cubicBezTo>
                    <a:cubicBezTo>
                      <a:pt x="5085" y="17032"/>
                      <a:pt x="5714" y="17058"/>
                      <a:pt x="6457" y="17058"/>
                    </a:cubicBezTo>
                    <a:cubicBezTo>
                      <a:pt x="7939" y="17058"/>
                      <a:pt x="9882" y="17032"/>
                      <a:pt x="11825" y="17011"/>
                    </a:cubicBezTo>
                    <a:cubicBezTo>
                      <a:pt x="13768" y="16969"/>
                      <a:pt x="15732" y="16927"/>
                      <a:pt x="17261" y="16859"/>
                    </a:cubicBezTo>
                    <a:cubicBezTo>
                      <a:pt x="18020" y="16838"/>
                      <a:pt x="18675" y="16817"/>
                      <a:pt x="19157" y="16796"/>
                    </a:cubicBezTo>
                    <a:cubicBezTo>
                      <a:pt x="19659" y="16770"/>
                      <a:pt x="19984" y="16749"/>
                      <a:pt x="20094" y="16728"/>
                    </a:cubicBezTo>
                    <a:cubicBezTo>
                      <a:pt x="20246" y="16707"/>
                      <a:pt x="20356" y="16576"/>
                      <a:pt x="20445" y="16404"/>
                    </a:cubicBezTo>
                    <a:cubicBezTo>
                      <a:pt x="20534" y="16205"/>
                      <a:pt x="20597" y="15964"/>
                      <a:pt x="20665" y="15660"/>
                    </a:cubicBezTo>
                    <a:cubicBezTo>
                      <a:pt x="20796" y="15068"/>
                      <a:pt x="20859" y="14283"/>
                      <a:pt x="20880" y="13476"/>
                    </a:cubicBezTo>
                    <a:cubicBezTo>
                      <a:pt x="20927" y="12649"/>
                      <a:pt x="20901" y="11821"/>
                      <a:pt x="20859" y="11099"/>
                    </a:cubicBezTo>
                    <a:cubicBezTo>
                      <a:pt x="20817" y="10402"/>
                      <a:pt x="20728" y="9831"/>
                      <a:pt x="20597" y="9548"/>
                    </a:cubicBezTo>
                    <a:cubicBezTo>
                      <a:pt x="20356" y="9025"/>
                      <a:pt x="19963" y="8700"/>
                      <a:pt x="19508" y="8459"/>
                    </a:cubicBezTo>
                    <a:cubicBezTo>
                      <a:pt x="19026" y="8218"/>
                      <a:pt x="18502" y="8087"/>
                      <a:pt x="17957" y="7935"/>
                    </a:cubicBezTo>
                    <a:cubicBezTo>
                      <a:pt x="16889" y="7653"/>
                      <a:pt x="14381" y="6537"/>
                      <a:pt x="13024" y="4228"/>
                    </a:cubicBezTo>
                    <a:cubicBezTo>
                      <a:pt x="11631" y="1892"/>
                      <a:pt x="9406" y="1059"/>
                      <a:pt x="9406" y="1059"/>
                    </a:cubicBezTo>
                    <a:cubicBezTo>
                      <a:pt x="8117" y="342"/>
                      <a:pt x="7112" y="59"/>
                      <a:pt x="6347" y="12"/>
                    </a:cubicBezTo>
                    <a:cubicBezTo>
                      <a:pt x="6248" y="4"/>
                      <a:pt x="6153" y="0"/>
                      <a:pt x="6061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6"/>
              <p:cNvSpPr/>
              <p:nvPr/>
            </p:nvSpPr>
            <p:spPr>
              <a:xfrm>
                <a:off x="1625547" y="2909212"/>
                <a:ext cx="1310148" cy="430238"/>
              </a:xfrm>
              <a:custGeom>
                <a:rect b="b" l="l" r="r" t="t"/>
                <a:pathLst>
                  <a:path extrusionOk="0" h="2745" w="8359">
                    <a:moveTo>
                      <a:pt x="69" y="0"/>
                    </a:moveTo>
                    <a:cubicBezTo>
                      <a:pt x="22" y="0"/>
                      <a:pt x="1" y="21"/>
                      <a:pt x="1" y="42"/>
                    </a:cubicBezTo>
                    <a:cubicBezTo>
                      <a:pt x="1" y="84"/>
                      <a:pt x="22" y="110"/>
                      <a:pt x="43" y="110"/>
                    </a:cubicBezTo>
                    <a:cubicBezTo>
                      <a:pt x="43" y="110"/>
                      <a:pt x="3033" y="194"/>
                      <a:pt x="5411" y="1178"/>
                    </a:cubicBezTo>
                    <a:cubicBezTo>
                      <a:pt x="6589" y="1655"/>
                      <a:pt x="7312" y="2048"/>
                      <a:pt x="7725" y="2310"/>
                    </a:cubicBezTo>
                    <a:cubicBezTo>
                      <a:pt x="8139" y="2571"/>
                      <a:pt x="8249" y="2729"/>
                      <a:pt x="8249" y="2729"/>
                    </a:cubicBezTo>
                    <a:cubicBezTo>
                      <a:pt x="8259" y="2739"/>
                      <a:pt x="8276" y="2744"/>
                      <a:pt x="8293" y="2744"/>
                    </a:cubicBezTo>
                    <a:cubicBezTo>
                      <a:pt x="8310" y="2744"/>
                      <a:pt x="8327" y="2739"/>
                      <a:pt x="8338" y="2729"/>
                    </a:cubicBezTo>
                    <a:cubicBezTo>
                      <a:pt x="8359" y="2702"/>
                      <a:pt x="8359" y="2681"/>
                      <a:pt x="8338" y="2640"/>
                    </a:cubicBezTo>
                    <a:cubicBezTo>
                      <a:pt x="8338" y="2640"/>
                      <a:pt x="8207" y="2488"/>
                      <a:pt x="7793" y="2226"/>
                    </a:cubicBezTo>
                    <a:cubicBezTo>
                      <a:pt x="7353" y="1964"/>
                      <a:pt x="6636" y="1571"/>
                      <a:pt x="5437" y="1068"/>
                    </a:cubicBezTo>
                    <a:cubicBezTo>
                      <a:pt x="3054" y="84"/>
                      <a:pt x="69" y="0"/>
                      <a:pt x="69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6"/>
              <p:cNvSpPr/>
              <p:nvPr/>
            </p:nvSpPr>
            <p:spPr>
              <a:xfrm>
                <a:off x="2970018" y="3941778"/>
                <a:ext cx="844802" cy="203129"/>
              </a:xfrm>
              <a:custGeom>
                <a:rect b="b" l="l" r="r" t="t"/>
                <a:pathLst>
                  <a:path extrusionOk="0" h="1296" w="5390">
                    <a:moveTo>
                      <a:pt x="1" y="0"/>
                    </a:moveTo>
                    <a:cubicBezTo>
                      <a:pt x="1" y="0"/>
                      <a:pt x="22" y="676"/>
                      <a:pt x="195" y="744"/>
                    </a:cubicBezTo>
                    <a:cubicBezTo>
                      <a:pt x="349" y="781"/>
                      <a:pt x="1393" y="1132"/>
                      <a:pt x="1663" y="1132"/>
                    </a:cubicBezTo>
                    <a:cubicBezTo>
                      <a:pt x="1695" y="1132"/>
                      <a:pt x="1717" y="1127"/>
                      <a:pt x="1724" y="1116"/>
                    </a:cubicBezTo>
                    <a:cubicBezTo>
                      <a:pt x="1758" y="1043"/>
                      <a:pt x="1722" y="942"/>
                      <a:pt x="1837" y="942"/>
                    </a:cubicBezTo>
                    <a:cubicBezTo>
                      <a:pt x="1862" y="942"/>
                      <a:pt x="1896" y="947"/>
                      <a:pt x="1939" y="959"/>
                    </a:cubicBezTo>
                    <a:cubicBezTo>
                      <a:pt x="2144" y="1017"/>
                      <a:pt x="2889" y="1295"/>
                      <a:pt x="3672" y="1295"/>
                    </a:cubicBezTo>
                    <a:cubicBezTo>
                      <a:pt x="3808" y="1295"/>
                      <a:pt x="3945" y="1287"/>
                      <a:pt x="4080" y="1268"/>
                    </a:cubicBezTo>
                    <a:cubicBezTo>
                      <a:pt x="5018" y="1137"/>
                      <a:pt x="5259" y="828"/>
                      <a:pt x="5322" y="723"/>
                    </a:cubicBezTo>
                    <a:cubicBezTo>
                      <a:pt x="5390" y="613"/>
                      <a:pt x="5322" y="262"/>
                      <a:pt x="5322" y="262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6"/>
              <p:cNvSpPr/>
              <p:nvPr/>
            </p:nvSpPr>
            <p:spPr>
              <a:xfrm>
                <a:off x="2959360" y="3935195"/>
                <a:ext cx="858751" cy="216294"/>
              </a:xfrm>
              <a:custGeom>
                <a:rect b="b" l="l" r="r" t="t"/>
                <a:pathLst>
                  <a:path extrusionOk="0" h="1380" w="5479">
                    <a:moveTo>
                      <a:pt x="132" y="110"/>
                    </a:moveTo>
                    <a:lnTo>
                      <a:pt x="5348" y="372"/>
                    </a:lnTo>
                    <a:lnTo>
                      <a:pt x="5348" y="503"/>
                    </a:lnTo>
                    <a:cubicBezTo>
                      <a:pt x="5369" y="545"/>
                      <a:pt x="5369" y="608"/>
                      <a:pt x="5369" y="655"/>
                    </a:cubicBezTo>
                    <a:cubicBezTo>
                      <a:pt x="5348" y="697"/>
                      <a:pt x="5348" y="718"/>
                      <a:pt x="5348" y="739"/>
                    </a:cubicBezTo>
                    <a:cubicBezTo>
                      <a:pt x="5280" y="828"/>
                      <a:pt x="5065" y="1111"/>
                      <a:pt x="4148" y="1241"/>
                    </a:cubicBezTo>
                    <a:cubicBezTo>
                      <a:pt x="3995" y="1264"/>
                      <a:pt x="3839" y="1274"/>
                      <a:pt x="3687" y="1274"/>
                    </a:cubicBezTo>
                    <a:cubicBezTo>
                      <a:pt x="3381" y="1274"/>
                      <a:pt x="3087" y="1234"/>
                      <a:pt x="2839" y="1179"/>
                    </a:cubicBezTo>
                    <a:cubicBezTo>
                      <a:pt x="2446" y="1090"/>
                      <a:pt x="2137" y="1001"/>
                      <a:pt x="2007" y="959"/>
                    </a:cubicBezTo>
                    <a:cubicBezTo>
                      <a:pt x="1944" y="938"/>
                      <a:pt x="1902" y="938"/>
                      <a:pt x="1876" y="938"/>
                    </a:cubicBezTo>
                    <a:cubicBezTo>
                      <a:pt x="1834" y="938"/>
                      <a:pt x="1792" y="959"/>
                      <a:pt x="1771" y="1001"/>
                    </a:cubicBezTo>
                    <a:cubicBezTo>
                      <a:pt x="1771" y="1027"/>
                      <a:pt x="1771" y="1048"/>
                      <a:pt x="1745" y="1069"/>
                    </a:cubicBezTo>
                    <a:lnTo>
                      <a:pt x="1745" y="1111"/>
                    </a:lnTo>
                    <a:cubicBezTo>
                      <a:pt x="1745" y="1111"/>
                      <a:pt x="1735" y="1120"/>
                      <a:pt x="1723" y="1120"/>
                    </a:cubicBezTo>
                    <a:cubicBezTo>
                      <a:pt x="1717" y="1120"/>
                      <a:pt x="1710" y="1118"/>
                      <a:pt x="1703" y="1111"/>
                    </a:cubicBezTo>
                    <a:cubicBezTo>
                      <a:pt x="1682" y="1111"/>
                      <a:pt x="1614" y="1111"/>
                      <a:pt x="1551" y="1090"/>
                    </a:cubicBezTo>
                    <a:cubicBezTo>
                      <a:pt x="1420" y="1069"/>
                      <a:pt x="1268" y="1027"/>
                      <a:pt x="1090" y="980"/>
                    </a:cubicBezTo>
                    <a:cubicBezTo>
                      <a:pt x="723" y="870"/>
                      <a:pt x="373" y="765"/>
                      <a:pt x="284" y="718"/>
                    </a:cubicBezTo>
                    <a:cubicBezTo>
                      <a:pt x="263" y="718"/>
                      <a:pt x="242" y="676"/>
                      <a:pt x="221" y="608"/>
                    </a:cubicBezTo>
                    <a:cubicBezTo>
                      <a:pt x="200" y="545"/>
                      <a:pt x="174" y="456"/>
                      <a:pt x="153" y="372"/>
                    </a:cubicBezTo>
                    <a:cubicBezTo>
                      <a:pt x="132" y="241"/>
                      <a:pt x="132" y="152"/>
                      <a:pt x="132" y="110"/>
                    </a:cubicBezTo>
                    <a:close/>
                    <a:moveTo>
                      <a:pt x="69" y="0"/>
                    </a:moveTo>
                    <a:lnTo>
                      <a:pt x="1" y="42"/>
                    </a:lnTo>
                    <a:cubicBezTo>
                      <a:pt x="1" y="42"/>
                      <a:pt x="22" y="215"/>
                      <a:pt x="43" y="393"/>
                    </a:cubicBezTo>
                    <a:cubicBezTo>
                      <a:pt x="69" y="477"/>
                      <a:pt x="90" y="566"/>
                      <a:pt x="111" y="655"/>
                    </a:cubicBezTo>
                    <a:cubicBezTo>
                      <a:pt x="132" y="718"/>
                      <a:pt x="174" y="807"/>
                      <a:pt x="242" y="828"/>
                    </a:cubicBezTo>
                    <a:cubicBezTo>
                      <a:pt x="331" y="849"/>
                      <a:pt x="697" y="980"/>
                      <a:pt x="1048" y="1090"/>
                    </a:cubicBezTo>
                    <a:cubicBezTo>
                      <a:pt x="1221" y="1131"/>
                      <a:pt x="1399" y="1179"/>
                      <a:pt x="1530" y="1200"/>
                    </a:cubicBezTo>
                    <a:cubicBezTo>
                      <a:pt x="1593" y="1221"/>
                      <a:pt x="1661" y="1221"/>
                      <a:pt x="1703" y="1221"/>
                    </a:cubicBezTo>
                    <a:lnTo>
                      <a:pt x="1771" y="1221"/>
                    </a:lnTo>
                    <a:cubicBezTo>
                      <a:pt x="1792" y="1221"/>
                      <a:pt x="1813" y="1221"/>
                      <a:pt x="1834" y="1179"/>
                    </a:cubicBezTo>
                    <a:cubicBezTo>
                      <a:pt x="1855" y="1158"/>
                      <a:pt x="1855" y="1111"/>
                      <a:pt x="1855" y="1090"/>
                    </a:cubicBezTo>
                    <a:cubicBezTo>
                      <a:pt x="1855" y="1069"/>
                      <a:pt x="1876" y="1048"/>
                      <a:pt x="1876" y="1048"/>
                    </a:cubicBezTo>
                    <a:cubicBezTo>
                      <a:pt x="1902" y="1048"/>
                      <a:pt x="1923" y="1048"/>
                      <a:pt x="1986" y="1069"/>
                    </a:cubicBezTo>
                    <a:cubicBezTo>
                      <a:pt x="2096" y="1090"/>
                      <a:pt x="2425" y="1200"/>
                      <a:pt x="2818" y="1289"/>
                    </a:cubicBezTo>
                    <a:cubicBezTo>
                      <a:pt x="3095" y="1333"/>
                      <a:pt x="3413" y="1380"/>
                      <a:pt x="3739" y="1380"/>
                    </a:cubicBezTo>
                    <a:cubicBezTo>
                      <a:pt x="3875" y="1380"/>
                      <a:pt x="4012" y="1372"/>
                      <a:pt x="4148" y="1351"/>
                    </a:cubicBezTo>
                    <a:cubicBezTo>
                      <a:pt x="5086" y="1221"/>
                      <a:pt x="5369" y="896"/>
                      <a:pt x="5437" y="786"/>
                    </a:cubicBezTo>
                    <a:cubicBezTo>
                      <a:pt x="5458" y="739"/>
                      <a:pt x="5458" y="697"/>
                      <a:pt x="5458" y="655"/>
                    </a:cubicBezTo>
                    <a:cubicBezTo>
                      <a:pt x="5479" y="608"/>
                      <a:pt x="5458" y="545"/>
                      <a:pt x="5458" y="503"/>
                    </a:cubicBezTo>
                    <a:cubicBezTo>
                      <a:pt x="5458" y="393"/>
                      <a:pt x="5437" y="304"/>
                      <a:pt x="5437" y="304"/>
                    </a:cubicBezTo>
                    <a:lnTo>
                      <a:pt x="5390" y="262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6"/>
              <p:cNvSpPr/>
              <p:nvPr/>
            </p:nvSpPr>
            <p:spPr>
              <a:xfrm>
                <a:off x="2970018" y="3941778"/>
                <a:ext cx="844802" cy="203129"/>
              </a:xfrm>
              <a:custGeom>
                <a:rect b="b" l="l" r="r" t="t"/>
                <a:pathLst>
                  <a:path extrusionOk="0" h="1296" w="5390">
                    <a:moveTo>
                      <a:pt x="1" y="0"/>
                    </a:moveTo>
                    <a:cubicBezTo>
                      <a:pt x="1" y="0"/>
                      <a:pt x="22" y="676"/>
                      <a:pt x="195" y="744"/>
                    </a:cubicBezTo>
                    <a:cubicBezTo>
                      <a:pt x="349" y="781"/>
                      <a:pt x="1393" y="1132"/>
                      <a:pt x="1663" y="1132"/>
                    </a:cubicBezTo>
                    <a:cubicBezTo>
                      <a:pt x="1695" y="1132"/>
                      <a:pt x="1717" y="1127"/>
                      <a:pt x="1724" y="1116"/>
                    </a:cubicBezTo>
                    <a:cubicBezTo>
                      <a:pt x="1758" y="1043"/>
                      <a:pt x="1722" y="942"/>
                      <a:pt x="1837" y="942"/>
                    </a:cubicBezTo>
                    <a:cubicBezTo>
                      <a:pt x="1862" y="942"/>
                      <a:pt x="1896" y="947"/>
                      <a:pt x="1939" y="959"/>
                    </a:cubicBezTo>
                    <a:cubicBezTo>
                      <a:pt x="2144" y="1017"/>
                      <a:pt x="2889" y="1295"/>
                      <a:pt x="3672" y="1295"/>
                    </a:cubicBezTo>
                    <a:cubicBezTo>
                      <a:pt x="3808" y="1295"/>
                      <a:pt x="3945" y="1287"/>
                      <a:pt x="4080" y="1268"/>
                    </a:cubicBezTo>
                    <a:cubicBezTo>
                      <a:pt x="5018" y="1137"/>
                      <a:pt x="5259" y="828"/>
                      <a:pt x="5322" y="723"/>
                    </a:cubicBezTo>
                    <a:cubicBezTo>
                      <a:pt x="5390" y="613"/>
                      <a:pt x="5322" y="262"/>
                      <a:pt x="5322" y="262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6"/>
              <p:cNvSpPr/>
              <p:nvPr/>
            </p:nvSpPr>
            <p:spPr>
              <a:xfrm>
                <a:off x="2959360" y="3935195"/>
                <a:ext cx="858751" cy="216294"/>
              </a:xfrm>
              <a:custGeom>
                <a:rect b="b" l="l" r="r" t="t"/>
                <a:pathLst>
                  <a:path extrusionOk="0" h="1380" w="5479">
                    <a:moveTo>
                      <a:pt x="132" y="110"/>
                    </a:moveTo>
                    <a:lnTo>
                      <a:pt x="5348" y="372"/>
                    </a:lnTo>
                    <a:lnTo>
                      <a:pt x="5348" y="503"/>
                    </a:lnTo>
                    <a:cubicBezTo>
                      <a:pt x="5369" y="545"/>
                      <a:pt x="5369" y="608"/>
                      <a:pt x="5369" y="655"/>
                    </a:cubicBezTo>
                    <a:cubicBezTo>
                      <a:pt x="5348" y="697"/>
                      <a:pt x="5348" y="718"/>
                      <a:pt x="5348" y="739"/>
                    </a:cubicBezTo>
                    <a:cubicBezTo>
                      <a:pt x="5280" y="828"/>
                      <a:pt x="5065" y="1111"/>
                      <a:pt x="4148" y="1241"/>
                    </a:cubicBezTo>
                    <a:cubicBezTo>
                      <a:pt x="3995" y="1264"/>
                      <a:pt x="3839" y="1274"/>
                      <a:pt x="3687" y="1274"/>
                    </a:cubicBezTo>
                    <a:cubicBezTo>
                      <a:pt x="3381" y="1274"/>
                      <a:pt x="3087" y="1234"/>
                      <a:pt x="2839" y="1179"/>
                    </a:cubicBezTo>
                    <a:cubicBezTo>
                      <a:pt x="2446" y="1090"/>
                      <a:pt x="2137" y="1001"/>
                      <a:pt x="2007" y="959"/>
                    </a:cubicBezTo>
                    <a:cubicBezTo>
                      <a:pt x="1944" y="938"/>
                      <a:pt x="1902" y="938"/>
                      <a:pt x="1876" y="938"/>
                    </a:cubicBezTo>
                    <a:cubicBezTo>
                      <a:pt x="1834" y="938"/>
                      <a:pt x="1792" y="959"/>
                      <a:pt x="1771" y="1001"/>
                    </a:cubicBezTo>
                    <a:cubicBezTo>
                      <a:pt x="1771" y="1027"/>
                      <a:pt x="1771" y="1048"/>
                      <a:pt x="1745" y="1069"/>
                    </a:cubicBezTo>
                    <a:lnTo>
                      <a:pt x="1745" y="1111"/>
                    </a:lnTo>
                    <a:cubicBezTo>
                      <a:pt x="1745" y="1111"/>
                      <a:pt x="1735" y="1120"/>
                      <a:pt x="1723" y="1120"/>
                    </a:cubicBezTo>
                    <a:cubicBezTo>
                      <a:pt x="1717" y="1120"/>
                      <a:pt x="1710" y="1118"/>
                      <a:pt x="1703" y="1111"/>
                    </a:cubicBezTo>
                    <a:cubicBezTo>
                      <a:pt x="1682" y="1111"/>
                      <a:pt x="1614" y="1111"/>
                      <a:pt x="1551" y="1090"/>
                    </a:cubicBezTo>
                    <a:cubicBezTo>
                      <a:pt x="1420" y="1069"/>
                      <a:pt x="1268" y="1027"/>
                      <a:pt x="1090" y="980"/>
                    </a:cubicBezTo>
                    <a:cubicBezTo>
                      <a:pt x="723" y="870"/>
                      <a:pt x="373" y="765"/>
                      <a:pt x="284" y="718"/>
                    </a:cubicBezTo>
                    <a:cubicBezTo>
                      <a:pt x="263" y="718"/>
                      <a:pt x="242" y="676"/>
                      <a:pt x="221" y="608"/>
                    </a:cubicBezTo>
                    <a:cubicBezTo>
                      <a:pt x="200" y="545"/>
                      <a:pt x="174" y="456"/>
                      <a:pt x="153" y="372"/>
                    </a:cubicBezTo>
                    <a:cubicBezTo>
                      <a:pt x="132" y="241"/>
                      <a:pt x="132" y="152"/>
                      <a:pt x="132" y="110"/>
                    </a:cubicBezTo>
                    <a:close/>
                    <a:moveTo>
                      <a:pt x="69" y="0"/>
                    </a:moveTo>
                    <a:lnTo>
                      <a:pt x="1" y="42"/>
                    </a:lnTo>
                    <a:cubicBezTo>
                      <a:pt x="1" y="42"/>
                      <a:pt x="22" y="215"/>
                      <a:pt x="43" y="393"/>
                    </a:cubicBezTo>
                    <a:cubicBezTo>
                      <a:pt x="69" y="477"/>
                      <a:pt x="90" y="566"/>
                      <a:pt x="111" y="655"/>
                    </a:cubicBezTo>
                    <a:cubicBezTo>
                      <a:pt x="132" y="718"/>
                      <a:pt x="174" y="807"/>
                      <a:pt x="242" y="828"/>
                    </a:cubicBezTo>
                    <a:cubicBezTo>
                      <a:pt x="331" y="849"/>
                      <a:pt x="697" y="980"/>
                      <a:pt x="1048" y="1090"/>
                    </a:cubicBezTo>
                    <a:cubicBezTo>
                      <a:pt x="1221" y="1131"/>
                      <a:pt x="1399" y="1179"/>
                      <a:pt x="1530" y="1200"/>
                    </a:cubicBezTo>
                    <a:cubicBezTo>
                      <a:pt x="1593" y="1221"/>
                      <a:pt x="1661" y="1221"/>
                      <a:pt x="1703" y="1221"/>
                    </a:cubicBezTo>
                    <a:lnTo>
                      <a:pt x="1771" y="1221"/>
                    </a:lnTo>
                    <a:cubicBezTo>
                      <a:pt x="1792" y="1221"/>
                      <a:pt x="1813" y="1221"/>
                      <a:pt x="1834" y="1179"/>
                    </a:cubicBezTo>
                    <a:cubicBezTo>
                      <a:pt x="1855" y="1158"/>
                      <a:pt x="1855" y="1111"/>
                      <a:pt x="1855" y="1090"/>
                    </a:cubicBezTo>
                    <a:cubicBezTo>
                      <a:pt x="1855" y="1069"/>
                      <a:pt x="1876" y="1048"/>
                      <a:pt x="1876" y="1048"/>
                    </a:cubicBezTo>
                    <a:cubicBezTo>
                      <a:pt x="1902" y="1048"/>
                      <a:pt x="1923" y="1048"/>
                      <a:pt x="1986" y="1069"/>
                    </a:cubicBezTo>
                    <a:cubicBezTo>
                      <a:pt x="2096" y="1090"/>
                      <a:pt x="2425" y="1200"/>
                      <a:pt x="2818" y="1289"/>
                    </a:cubicBezTo>
                    <a:cubicBezTo>
                      <a:pt x="3095" y="1333"/>
                      <a:pt x="3413" y="1380"/>
                      <a:pt x="3739" y="1380"/>
                    </a:cubicBezTo>
                    <a:cubicBezTo>
                      <a:pt x="3875" y="1380"/>
                      <a:pt x="4012" y="1372"/>
                      <a:pt x="4148" y="1351"/>
                    </a:cubicBezTo>
                    <a:cubicBezTo>
                      <a:pt x="5086" y="1221"/>
                      <a:pt x="5369" y="896"/>
                      <a:pt x="5437" y="786"/>
                    </a:cubicBezTo>
                    <a:cubicBezTo>
                      <a:pt x="5458" y="739"/>
                      <a:pt x="5458" y="697"/>
                      <a:pt x="5458" y="655"/>
                    </a:cubicBezTo>
                    <a:cubicBezTo>
                      <a:pt x="5479" y="608"/>
                      <a:pt x="5458" y="545"/>
                      <a:pt x="5458" y="503"/>
                    </a:cubicBezTo>
                    <a:cubicBezTo>
                      <a:pt x="5458" y="393"/>
                      <a:pt x="5437" y="304"/>
                      <a:pt x="5437" y="304"/>
                    </a:cubicBezTo>
                    <a:lnTo>
                      <a:pt x="5390" y="262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6"/>
              <p:cNvSpPr/>
              <p:nvPr/>
            </p:nvSpPr>
            <p:spPr>
              <a:xfrm>
                <a:off x="4275931" y="4050865"/>
                <a:ext cx="964704" cy="265196"/>
              </a:xfrm>
              <a:custGeom>
                <a:rect b="b" l="l" r="r" t="t"/>
                <a:pathLst>
                  <a:path extrusionOk="0" h="1692" w="6155">
                    <a:moveTo>
                      <a:pt x="6023" y="1"/>
                    </a:moveTo>
                    <a:lnTo>
                      <a:pt x="1" y="744"/>
                    </a:lnTo>
                    <a:cubicBezTo>
                      <a:pt x="1" y="744"/>
                      <a:pt x="179" y="1488"/>
                      <a:pt x="373" y="1530"/>
                    </a:cubicBezTo>
                    <a:cubicBezTo>
                      <a:pt x="532" y="1547"/>
                      <a:pt x="1557" y="1691"/>
                      <a:pt x="1981" y="1691"/>
                    </a:cubicBezTo>
                    <a:cubicBezTo>
                      <a:pt x="2086" y="1691"/>
                      <a:pt x="2154" y="1683"/>
                      <a:pt x="2164" y="1661"/>
                    </a:cubicBezTo>
                    <a:cubicBezTo>
                      <a:pt x="2202" y="1541"/>
                      <a:pt x="2095" y="1438"/>
                      <a:pt x="2311" y="1438"/>
                    </a:cubicBezTo>
                    <a:cubicBezTo>
                      <a:pt x="2331" y="1438"/>
                      <a:pt x="2353" y="1439"/>
                      <a:pt x="2378" y="1441"/>
                    </a:cubicBezTo>
                    <a:cubicBezTo>
                      <a:pt x="2539" y="1455"/>
                      <a:pt x="2967" y="1522"/>
                      <a:pt x="3489" y="1522"/>
                    </a:cubicBezTo>
                    <a:cubicBezTo>
                      <a:pt x="3904" y="1522"/>
                      <a:pt x="4379" y="1480"/>
                      <a:pt x="4824" y="1336"/>
                    </a:cubicBezTo>
                    <a:cubicBezTo>
                      <a:pt x="5850" y="1006"/>
                      <a:pt x="6070" y="613"/>
                      <a:pt x="6112" y="483"/>
                    </a:cubicBezTo>
                    <a:cubicBezTo>
                      <a:pt x="6154" y="373"/>
                      <a:pt x="6023" y="1"/>
                      <a:pt x="602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6"/>
              <p:cNvSpPr/>
              <p:nvPr/>
            </p:nvSpPr>
            <p:spPr>
              <a:xfrm>
                <a:off x="4269349" y="4040991"/>
                <a:ext cx="974578" cy="284161"/>
              </a:xfrm>
              <a:custGeom>
                <a:rect b="b" l="l" r="r" t="t"/>
                <a:pathLst>
                  <a:path extrusionOk="0" h="1813" w="6218">
                    <a:moveTo>
                      <a:pt x="6023" y="111"/>
                    </a:moveTo>
                    <a:cubicBezTo>
                      <a:pt x="6044" y="132"/>
                      <a:pt x="6044" y="195"/>
                      <a:pt x="6086" y="263"/>
                    </a:cubicBezTo>
                    <a:cubicBezTo>
                      <a:pt x="6086" y="326"/>
                      <a:pt x="6112" y="373"/>
                      <a:pt x="6112" y="436"/>
                    </a:cubicBezTo>
                    <a:lnTo>
                      <a:pt x="6112" y="546"/>
                    </a:lnTo>
                    <a:cubicBezTo>
                      <a:pt x="6065" y="655"/>
                      <a:pt x="5871" y="1027"/>
                      <a:pt x="4866" y="1352"/>
                    </a:cubicBezTo>
                    <a:cubicBezTo>
                      <a:pt x="4462" y="1495"/>
                      <a:pt x="4031" y="1537"/>
                      <a:pt x="3652" y="1537"/>
                    </a:cubicBezTo>
                    <a:cubicBezTo>
                      <a:pt x="3559" y="1537"/>
                      <a:pt x="3469" y="1534"/>
                      <a:pt x="3384" y="1530"/>
                    </a:cubicBezTo>
                    <a:cubicBezTo>
                      <a:pt x="2923" y="1530"/>
                      <a:pt x="2577" y="1462"/>
                      <a:pt x="2420" y="1441"/>
                    </a:cubicBezTo>
                    <a:cubicBezTo>
                      <a:pt x="2337" y="1441"/>
                      <a:pt x="2289" y="1441"/>
                      <a:pt x="2248" y="1462"/>
                    </a:cubicBezTo>
                    <a:cubicBezTo>
                      <a:pt x="2206" y="1462"/>
                      <a:pt x="2185" y="1504"/>
                      <a:pt x="2158" y="1530"/>
                    </a:cubicBezTo>
                    <a:lnTo>
                      <a:pt x="2158" y="1635"/>
                    </a:lnTo>
                    <a:lnTo>
                      <a:pt x="2158" y="1682"/>
                    </a:lnTo>
                    <a:cubicBezTo>
                      <a:pt x="2138" y="1682"/>
                      <a:pt x="2138" y="1703"/>
                      <a:pt x="2117" y="1703"/>
                    </a:cubicBezTo>
                    <a:lnTo>
                      <a:pt x="1944" y="1703"/>
                    </a:lnTo>
                    <a:cubicBezTo>
                      <a:pt x="1792" y="1703"/>
                      <a:pt x="1572" y="1682"/>
                      <a:pt x="1373" y="1661"/>
                    </a:cubicBezTo>
                    <a:cubicBezTo>
                      <a:pt x="959" y="1614"/>
                      <a:pt x="525" y="1551"/>
                      <a:pt x="436" y="1530"/>
                    </a:cubicBezTo>
                    <a:cubicBezTo>
                      <a:pt x="415" y="1530"/>
                      <a:pt x="373" y="1483"/>
                      <a:pt x="326" y="1420"/>
                    </a:cubicBezTo>
                    <a:cubicBezTo>
                      <a:pt x="284" y="1352"/>
                      <a:pt x="242" y="1268"/>
                      <a:pt x="221" y="1158"/>
                    </a:cubicBezTo>
                    <a:cubicBezTo>
                      <a:pt x="153" y="1006"/>
                      <a:pt x="132" y="896"/>
                      <a:pt x="111" y="849"/>
                    </a:cubicBezTo>
                    <a:lnTo>
                      <a:pt x="6023" y="111"/>
                    </a:lnTo>
                    <a:close/>
                    <a:moveTo>
                      <a:pt x="6065" y="1"/>
                    </a:moveTo>
                    <a:lnTo>
                      <a:pt x="43" y="765"/>
                    </a:lnTo>
                    <a:lnTo>
                      <a:pt x="1" y="828"/>
                    </a:lnTo>
                    <a:cubicBezTo>
                      <a:pt x="1" y="828"/>
                      <a:pt x="43" y="1006"/>
                      <a:pt x="111" y="1200"/>
                    </a:cubicBezTo>
                    <a:cubicBezTo>
                      <a:pt x="153" y="1289"/>
                      <a:pt x="174" y="1399"/>
                      <a:pt x="242" y="1483"/>
                    </a:cubicBezTo>
                    <a:cubicBezTo>
                      <a:pt x="284" y="1551"/>
                      <a:pt x="326" y="1614"/>
                      <a:pt x="415" y="1635"/>
                    </a:cubicBezTo>
                    <a:cubicBezTo>
                      <a:pt x="525" y="1661"/>
                      <a:pt x="938" y="1724"/>
                      <a:pt x="1352" y="1766"/>
                    </a:cubicBezTo>
                    <a:cubicBezTo>
                      <a:pt x="1572" y="1792"/>
                      <a:pt x="1766" y="1813"/>
                      <a:pt x="1923" y="1813"/>
                    </a:cubicBezTo>
                    <a:cubicBezTo>
                      <a:pt x="2007" y="1813"/>
                      <a:pt x="2075" y="1813"/>
                      <a:pt x="2117" y="1792"/>
                    </a:cubicBezTo>
                    <a:lnTo>
                      <a:pt x="2206" y="1792"/>
                    </a:lnTo>
                    <a:cubicBezTo>
                      <a:pt x="2206" y="1766"/>
                      <a:pt x="2248" y="1766"/>
                      <a:pt x="2248" y="1724"/>
                    </a:cubicBezTo>
                    <a:cubicBezTo>
                      <a:pt x="2268" y="1703"/>
                      <a:pt x="2268" y="1661"/>
                      <a:pt x="2268" y="1614"/>
                    </a:cubicBezTo>
                    <a:lnTo>
                      <a:pt x="2268" y="1572"/>
                    </a:lnTo>
                    <a:lnTo>
                      <a:pt x="2268" y="1551"/>
                    </a:lnTo>
                    <a:lnTo>
                      <a:pt x="2399" y="1551"/>
                    </a:lnTo>
                    <a:cubicBezTo>
                      <a:pt x="2551" y="1572"/>
                      <a:pt x="2902" y="1635"/>
                      <a:pt x="3363" y="1635"/>
                    </a:cubicBezTo>
                    <a:cubicBezTo>
                      <a:pt x="3441" y="1639"/>
                      <a:pt x="3523" y="1642"/>
                      <a:pt x="3607" y="1642"/>
                    </a:cubicBezTo>
                    <a:cubicBezTo>
                      <a:pt x="4012" y="1642"/>
                      <a:pt x="4471" y="1588"/>
                      <a:pt x="4887" y="1462"/>
                    </a:cubicBezTo>
                    <a:cubicBezTo>
                      <a:pt x="5913" y="1137"/>
                      <a:pt x="6154" y="718"/>
                      <a:pt x="6196" y="566"/>
                    </a:cubicBezTo>
                    <a:cubicBezTo>
                      <a:pt x="6217" y="525"/>
                      <a:pt x="6217" y="483"/>
                      <a:pt x="6217" y="415"/>
                    </a:cubicBezTo>
                    <a:cubicBezTo>
                      <a:pt x="6217" y="373"/>
                      <a:pt x="6196" y="305"/>
                      <a:pt x="6175" y="242"/>
                    </a:cubicBezTo>
                    <a:cubicBezTo>
                      <a:pt x="6154" y="132"/>
                      <a:pt x="6112" y="43"/>
                      <a:pt x="6112" y="43"/>
                    </a:cubicBezTo>
                    <a:lnTo>
                      <a:pt x="6065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6"/>
              <p:cNvSpPr/>
              <p:nvPr/>
            </p:nvSpPr>
            <p:spPr>
              <a:xfrm>
                <a:off x="2956068" y="3630660"/>
                <a:ext cx="865334" cy="484154"/>
              </a:xfrm>
              <a:custGeom>
                <a:rect b="b" l="l" r="r" t="t"/>
                <a:pathLst>
                  <a:path extrusionOk="0" h="3089" w="5521">
                    <a:moveTo>
                      <a:pt x="483" y="0"/>
                    </a:moveTo>
                    <a:cubicBezTo>
                      <a:pt x="326" y="21"/>
                      <a:pt x="132" y="194"/>
                      <a:pt x="111" y="351"/>
                    </a:cubicBezTo>
                    <a:cubicBezTo>
                      <a:pt x="90" y="524"/>
                      <a:pt x="1" y="1943"/>
                      <a:pt x="132" y="2158"/>
                    </a:cubicBezTo>
                    <a:cubicBezTo>
                      <a:pt x="284" y="2357"/>
                      <a:pt x="2247" y="2902"/>
                      <a:pt x="3232" y="3033"/>
                    </a:cubicBezTo>
                    <a:cubicBezTo>
                      <a:pt x="3492" y="3072"/>
                      <a:pt x="3720" y="3088"/>
                      <a:pt x="3921" y="3088"/>
                    </a:cubicBezTo>
                    <a:cubicBezTo>
                      <a:pt x="4494" y="3088"/>
                      <a:pt x="4839" y="2957"/>
                      <a:pt x="5018" y="2860"/>
                    </a:cubicBezTo>
                    <a:cubicBezTo>
                      <a:pt x="5259" y="2729"/>
                      <a:pt x="5411" y="2488"/>
                      <a:pt x="5458" y="2336"/>
                    </a:cubicBezTo>
                    <a:cubicBezTo>
                      <a:pt x="5500" y="2205"/>
                      <a:pt x="5521" y="1702"/>
                      <a:pt x="5479" y="1530"/>
                    </a:cubicBezTo>
                    <a:cubicBezTo>
                      <a:pt x="5411" y="1352"/>
                      <a:pt x="5348" y="1331"/>
                      <a:pt x="4934" y="1221"/>
                    </a:cubicBezTo>
                    <a:cubicBezTo>
                      <a:pt x="4494" y="1090"/>
                      <a:pt x="3599" y="786"/>
                      <a:pt x="3515" y="676"/>
                    </a:cubicBezTo>
                    <a:cubicBezTo>
                      <a:pt x="3426" y="566"/>
                      <a:pt x="3468" y="351"/>
                      <a:pt x="3468" y="351"/>
                    </a:cubicBezTo>
                    <a:lnTo>
                      <a:pt x="4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6"/>
              <p:cNvSpPr/>
              <p:nvPr/>
            </p:nvSpPr>
            <p:spPr>
              <a:xfrm>
                <a:off x="2956068" y="3620002"/>
                <a:ext cx="868625" cy="503433"/>
              </a:xfrm>
              <a:custGeom>
                <a:rect b="b" l="l" r="r" t="t"/>
                <a:pathLst>
                  <a:path extrusionOk="0" h="3212" w="5542">
                    <a:moveTo>
                      <a:pt x="504" y="110"/>
                    </a:moveTo>
                    <a:lnTo>
                      <a:pt x="3426" y="461"/>
                    </a:lnTo>
                    <a:cubicBezTo>
                      <a:pt x="3405" y="482"/>
                      <a:pt x="3405" y="482"/>
                      <a:pt x="3405" y="524"/>
                    </a:cubicBezTo>
                    <a:cubicBezTo>
                      <a:pt x="3405" y="613"/>
                      <a:pt x="3405" y="702"/>
                      <a:pt x="3468" y="765"/>
                    </a:cubicBezTo>
                    <a:cubicBezTo>
                      <a:pt x="3494" y="812"/>
                      <a:pt x="3515" y="812"/>
                      <a:pt x="3557" y="833"/>
                    </a:cubicBezTo>
                    <a:cubicBezTo>
                      <a:pt x="3578" y="854"/>
                      <a:pt x="3625" y="875"/>
                      <a:pt x="3688" y="896"/>
                    </a:cubicBezTo>
                    <a:cubicBezTo>
                      <a:pt x="3798" y="943"/>
                      <a:pt x="3929" y="1006"/>
                      <a:pt x="4080" y="1048"/>
                    </a:cubicBezTo>
                    <a:cubicBezTo>
                      <a:pt x="4363" y="1158"/>
                      <a:pt x="4693" y="1268"/>
                      <a:pt x="4908" y="1336"/>
                    </a:cubicBezTo>
                    <a:cubicBezTo>
                      <a:pt x="5128" y="1399"/>
                      <a:pt x="5238" y="1420"/>
                      <a:pt x="5301" y="1467"/>
                    </a:cubicBezTo>
                    <a:cubicBezTo>
                      <a:pt x="5369" y="1509"/>
                      <a:pt x="5390" y="1530"/>
                      <a:pt x="5411" y="1598"/>
                    </a:cubicBezTo>
                    <a:cubicBezTo>
                      <a:pt x="5432" y="1681"/>
                      <a:pt x="5432" y="1859"/>
                      <a:pt x="5432" y="2011"/>
                    </a:cubicBezTo>
                    <a:cubicBezTo>
                      <a:pt x="5432" y="2184"/>
                      <a:pt x="5411" y="2336"/>
                      <a:pt x="5411" y="2404"/>
                    </a:cubicBezTo>
                    <a:cubicBezTo>
                      <a:pt x="5369" y="2514"/>
                      <a:pt x="5238" y="2750"/>
                      <a:pt x="4997" y="2881"/>
                    </a:cubicBezTo>
                    <a:cubicBezTo>
                      <a:pt x="4812" y="2965"/>
                      <a:pt x="4461" y="3102"/>
                      <a:pt x="3865" y="3102"/>
                    </a:cubicBezTo>
                    <a:cubicBezTo>
                      <a:pt x="3684" y="3102"/>
                      <a:pt x="3481" y="3089"/>
                      <a:pt x="3253" y="3059"/>
                    </a:cubicBezTo>
                    <a:cubicBezTo>
                      <a:pt x="2750" y="2991"/>
                      <a:pt x="2007" y="2818"/>
                      <a:pt x="1399" y="2645"/>
                    </a:cubicBezTo>
                    <a:cubicBezTo>
                      <a:pt x="1069" y="2556"/>
                      <a:pt x="786" y="2446"/>
                      <a:pt x="566" y="2383"/>
                    </a:cubicBezTo>
                    <a:cubicBezTo>
                      <a:pt x="456" y="2336"/>
                      <a:pt x="373" y="2294"/>
                      <a:pt x="305" y="2273"/>
                    </a:cubicBezTo>
                    <a:cubicBezTo>
                      <a:pt x="242" y="2226"/>
                      <a:pt x="195" y="2205"/>
                      <a:pt x="174" y="2184"/>
                    </a:cubicBezTo>
                    <a:cubicBezTo>
                      <a:pt x="174" y="2184"/>
                      <a:pt x="153" y="2142"/>
                      <a:pt x="153" y="2074"/>
                    </a:cubicBezTo>
                    <a:cubicBezTo>
                      <a:pt x="132" y="2032"/>
                      <a:pt x="132" y="1943"/>
                      <a:pt x="132" y="1880"/>
                    </a:cubicBezTo>
                    <a:cubicBezTo>
                      <a:pt x="111" y="1702"/>
                      <a:pt x="111" y="1509"/>
                      <a:pt x="111" y="1310"/>
                    </a:cubicBezTo>
                    <a:cubicBezTo>
                      <a:pt x="132" y="1116"/>
                      <a:pt x="132" y="896"/>
                      <a:pt x="153" y="744"/>
                    </a:cubicBezTo>
                    <a:cubicBezTo>
                      <a:pt x="153" y="592"/>
                      <a:pt x="153" y="461"/>
                      <a:pt x="174" y="440"/>
                    </a:cubicBezTo>
                    <a:cubicBezTo>
                      <a:pt x="174" y="351"/>
                      <a:pt x="221" y="288"/>
                      <a:pt x="284" y="220"/>
                    </a:cubicBezTo>
                    <a:cubicBezTo>
                      <a:pt x="352" y="178"/>
                      <a:pt x="436" y="131"/>
                      <a:pt x="504" y="110"/>
                    </a:cubicBezTo>
                    <a:close/>
                    <a:moveTo>
                      <a:pt x="483" y="0"/>
                    </a:moveTo>
                    <a:cubicBezTo>
                      <a:pt x="394" y="27"/>
                      <a:pt x="305" y="68"/>
                      <a:pt x="221" y="157"/>
                    </a:cubicBezTo>
                    <a:cubicBezTo>
                      <a:pt x="132" y="220"/>
                      <a:pt x="90" y="309"/>
                      <a:pt x="64" y="419"/>
                    </a:cubicBezTo>
                    <a:cubicBezTo>
                      <a:pt x="64" y="461"/>
                      <a:pt x="43" y="571"/>
                      <a:pt x="43" y="744"/>
                    </a:cubicBezTo>
                    <a:cubicBezTo>
                      <a:pt x="22" y="896"/>
                      <a:pt x="22" y="1095"/>
                      <a:pt x="22" y="1310"/>
                    </a:cubicBezTo>
                    <a:cubicBezTo>
                      <a:pt x="1" y="1509"/>
                      <a:pt x="1" y="1702"/>
                      <a:pt x="22" y="1880"/>
                    </a:cubicBezTo>
                    <a:cubicBezTo>
                      <a:pt x="22" y="1964"/>
                      <a:pt x="22" y="2032"/>
                      <a:pt x="43" y="2095"/>
                    </a:cubicBezTo>
                    <a:cubicBezTo>
                      <a:pt x="64" y="2163"/>
                      <a:pt x="64" y="2205"/>
                      <a:pt x="90" y="2252"/>
                    </a:cubicBezTo>
                    <a:cubicBezTo>
                      <a:pt x="132" y="2294"/>
                      <a:pt x="174" y="2315"/>
                      <a:pt x="242" y="2357"/>
                    </a:cubicBezTo>
                    <a:cubicBezTo>
                      <a:pt x="326" y="2404"/>
                      <a:pt x="415" y="2425"/>
                      <a:pt x="525" y="2467"/>
                    </a:cubicBezTo>
                    <a:cubicBezTo>
                      <a:pt x="744" y="2556"/>
                      <a:pt x="1048" y="2645"/>
                      <a:pt x="1352" y="2729"/>
                    </a:cubicBezTo>
                    <a:cubicBezTo>
                      <a:pt x="1986" y="2928"/>
                      <a:pt x="2729" y="3101"/>
                      <a:pt x="3232" y="3169"/>
                    </a:cubicBezTo>
                    <a:cubicBezTo>
                      <a:pt x="3463" y="3199"/>
                      <a:pt x="3669" y="3211"/>
                      <a:pt x="3853" y="3211"/>
                    </a:cubicBezTo>
                    <a:cubicBezTo>
                      <a:pt x="4468" y="3211"/>
                      <a:pt x="4837" y="3070"/>
                      <a:pt x="5039" y="2970"/>
                    </a:cubicBezTo>
                    <a:cubicBezTo>
                      <a:pt x="5301" y="2839"/>
                      <a:pt x="5458" y="2577"/>
                      <a:pt x="5500" y="2425"/>
                    </a:cubicBezTo>
                    <a:cubicBezTo>
                      <a:pt x="5521" y="2336"/>
                      <a:pt x="5541" y="2184"/>
                      <a:pt x="5541" y="2011"/>
                    </a:cubicBezTo>
                    <a:cubicBezTo>
                      <a:pt x="5541" y="1859"/>
                      <a:pt x="5541" y="1681"/>
                      <a:pt x="5521" y="1571"/>
                    </a:cubicBezTo>
                    <a:cubicBezTo>
                      <a:pt x="5500" y="1488"/>
                      <a:pt x="5458" y="1420"/>
                      <a:pt x="5369" y="1378"/>
                    </a:cubicBezTo>
                    <a:cubicBezTo>
                      <a:pt x="5280" y="1336"/>
                      <a:pt x="5149" y="1289"/>
                      <a:pt x="4934" y="1226"/>
                    </a:cubicBezTo>
                    <a:cubicBezTo>
                      <a:pt x="4735" y="1158"/>
                      <a:pt x="4410" y="1048"/>
                      <a:pt x="4101" y="964"/>
                    </a:cubicBezTo>
                    <a:cubicBezTo>
                      <a:pt x="3970" y="896"/>
                      <a:pt x="3839" y="854"/>
                      <a:pt x="3730" y="812"/>
                    </a:cubicBezTo>
                    <a:cubicBezTo>
                      <a:pt x="3688" y="786"/>
                      <a:pt x="3646" y="765"/>
                      <a:pt x="3599" y="744"/>
                    </a:cubicBezTo>
                    <a:cubicBezTo>
                      <a:pt x="3578" y="723"/>
                      <a:pt x="3557" y="702"/>
                      <a:pt x="3557" y="702"/>
                    </a:cubicBezTo>
                    <a:cubicBezTo>
                      <a:pt x="3515" y="681"/>
                      <a:pt x="3515" y="592"/>
                      <a:pt x="3515" y="550"/>
                    </a:cubicBezTo>
                    <a:cubicBezTo>
                      <a:pt x="3515" y="482"/>
                      <a:pt x="3536" y="419"/>
                      <a:pt x="3536" y="419"/>
                    </a:cubicBezTo>
                    <a:lnTo>
                      <a:pt x="3494" y="351"/>
                    </a:lnTo>
                    <a:lnTo>
                      <a:pt x="504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6"/>
              <p:cNvSpPr/>
              <p:nvPr/>
            </p:nvSpPr>
            <p:spPr>
              <a:xfrm>
                <a:off x="2956068" y="3630660"/>
                <a:ext cx="865334" cy="484154"/>
              </a:xfrm>
              <a:custGeom>
                <a:rect b="b" l="l" r="r" t="t"/>
                <a:pathLst>
                  <a:path extrusionOk="0" h="3089" w="5521">
                    <a:moveTo>
                      <a:pt x="483" y="0"/>
                    </a:moveTo>
                    <a:cubicBezTo>
                      <a:pt x="326" y="21"/>
                      <a:pt x="132" y="194"/>
                      <a:pt x="111" y="351"/>
                    </a:cubicBezTo>
                    <a:cubicBezTo>
                      <a:pt x="90" y="524"/>
                      <a:pt x="1" y="1943"/>
                      <a:pt x="132" y="2158"/>
                    </a:cubicBezTo>
                    <a:cubicBezTo>
                      <a:pt x="284" y="2357"/>
                      <a:pt x="2247" y="2902"/>
                      <a:pt x="3232" y="3033"/>
                    </a:cubicBezTo>
                    <a:cubicBezTo>
                      <a:pt x="3492" y="3072"/>
                      <a:pt x="3720" y="3088"/>
                      <a:pt x="3921" y="3088"/>
                    </a:cubicBezTo>
                    <a:cubicBezTo>
                      <a:pt x="4494" y="3088"/>
                      <a:pt x="4839" y="2957"/>
                      <a:pt x="5018" y="2860"/>
                    </a:cubicBezTo>
                    <a:cubicBezTo>
                      <a:pt x="5259" y="2729"/>
                      <a:pt x="5411" y="2488"/>
                      <a:pt x="5458" y="2336"/>
                    </a:cubicBezTo>
                    <a:cubicBezTo>
                      <a:pt x="5500" y="2205"/>
                      <a:pt x="5521" y="1702"/>
                      <a:pt x="5479" y="1530"/>
                    </a:cubicBezTo>
                    <a:cubicBezTo>
                      <a:pt x="5411" y="1352"/>
                      <a:pt x="5348" y="1331"/>
                      <a:pt x="4934" y="1221"/>
                    </a:cubicBezTo>
                    <a:cubicBezTo>
                      <a:pt x="4494" y="1090"/>
                      <a:pt x="3599" y="786"/>
                      <a:pt x="3515" y="676"/>
                    </a:cubicBezTo>
                    <a:cubicBezTo>
                      <a:pt x="3426" y="566"/>
                      <a:pt x="3468" y="351"/>
                      <a:pt x="3468" y="351"/>
                    </a:cubicBezTo>
                    <a:lnTo>
                      <a:pt x="4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6"/>
              <p:cNvSpPr/>
              <p:nvPr/>
            </p:nvSpPr>
            <p:spPr>
              <a:xfrm>
                <a:off x="2956068" y="3620002"/>
                <a:ext cx="868625" cy="503433"/>
              </a:xfrm>
              <a:custGeom>
                <a:rect b="b" l="l" r="r" t="t"/>
                <a:pathLst>
                  <a:path extrusionOk="0" h="3212" w="5542">
                    <a:moveTo>
                      <a:pt x="504" y="110"/>
                    </a:moveTo>
                    <a:lnTo>
                      <a:pt x="3426" y="461"/>
                    </a:lnTo>
                    <a:cubicBezTo>
                      <a:pt x="3405" y="482"/>
                      <a:pt x="3405" y="482"/>
                      <a:pt x="3405" y="524"/>
                    </a:cubicBezTo>
                    <a:cubicBezTo>
                      <a:pt x="3405" y="613"/>
                      <a:pt x="3405" y="702"/>
                      <a:pt x="3468" y="765"/>
                    </a:cubicBezTo>
                    <a:cubicBezTo>
                      <a:pt x="3494" y="812"/>
                      <a:pt x="3515" y="812"/>
                      <a:pt x="3557" y="833"/>
                    </a:cubicBezTo>
                    <a:cubicBezTo>
                      <a:pt x="3578" y="854"/>
                      <a:pt x="3625" y="875"/>
                      <a:pt x="3688" y="896"/>
                    </a:cubicBezTo>
                    <a:cubicBezTo>
                      <a:pt x="3798" y="943"/>
                      <a:pt x="3929" y="1006"/>
                      <a:pt x="4080" y="1048"/>
                    </a:cubicBezTo>
                    <a:cubicBezTo>
                      <a:pt x="4363" y="1158"/>
                      <a:pt x="4693" y="1268"/>
                      <a:pt x="4908" y="1336"/>
                    </a:cubicBezTo>
                    <a:cubicBezTo>
                      <a:pt x="5128" y="1399"/>
                      <a:pt x="5238" y="1420"/>
                      <a:pt x="5301" y="1467"/>
                    </a:cubicBezTo>
                    <a:cubicBezTo>
                      <a:pt x="5369" y="1509"/>
                      <a:pt x="5390" y="1530"/>
                      <a:pt x="5411" y="1598"/>
                    </a:cubicBezTo>
                    <a:cubicBezTo>
                      <a:pt x="5432" y="1681"/>
                      <a:pt x="5432" y="1859"/>
                      <a:pt x="5432" y="2011"/>
                    </a:cubicBezTo>
                    <a:cubicBezTo>
                      <a:pt x="5432" y="2184"/>
                      <a:pt x="5411" y="2336"/>
                      <a:pt x="5411" y="2404"/>
                    </a:cubicBezTo>
                    <a:cubicBezTo>
                      <a:pt x="5369" y="2514"/>
                      <a:pt x="5238" y="2750"/>
                      <a:pt x="4997" y="2881"/>
                    </a:cubicBezTo>
                    <a:cubicBezTo>
                      <a:pt x="4812" y="2965"/>
                      <a:pt x="4461" y="3102"/>
                      <a:pt x="3865" y="3102"/>
                    </a:cubicBezTo>
                    <a:cubicBezTo>
                      <a:pt x="3684" y="3102"/>
                      <a:pt x="3481" y="3089"/>
                      <a:pt x="3253" y="3059"/>
                    </a:cubicBezTo>
                    <a:cubicBezTo>
                      <a:pt x="2750" y="2991"/>
                      <a:pt x="2007" y="2818"/>
                      <a:pt x="1399" y="2645"/>
                    </a:cubicBezTo>
                    <a:cubicBezTo>
                      <a:pt x="1069" y="2556"/>
                      <a:pt x="786" y="2446"/>
                      <a:pt x="566" y="2383"/>
                    </a:cubicBezTo>
                    <a:cubicBezTo>
                      <a:pt x="456" y="2336"/>
                      <a:pt x="373" y="2294"/>
                      <a:pt x="305" y="2273"/>
                    </a:cubicBezTo>
                    <a:cubicBezTo>
                      <a:pt x="242" y="2226"/>
                      <a:pt x="195" y="2205"/>
                      <a:pt x="174" y="2184"/>
                    </a:cubicBezTo>
                    <a:cubicBezTo>
                      <a:pt x="174" y="2184"/>
                      <a:pt x="153" y="2142"/>
                      <a:pt x="153" y="2074"/>
                    </a:cubicBezTo>
                    <a:cubicBezTo>
                      <a:pt x="132" y="2032"/>
                      <a:pt x="132" y="1943"/>
                      <a:pt x="132" y="1880"/>
                    </a:cubicBezTo>
                    <a:cubicBezTo>
                      <a:pt x="111" y="1702"/>
                      <a:pt x="111" y="1509"/>
                      <a:pt x="111" y="1310"/>
                    </a:cubicBezTo>
                    <a:cubicBezTo>
                      <a:pt x="132" y="1116"/>
                      <a:pt x="132" y="896"/>
                      <a:pt x="153" y="744"/>
                    </a:cubicBezTo>
                    <a:cubicBezTo>
                      <a:pt x="153" y="592"/>
                      <a:pt x="153" y="461"/>
                      <a:pt x="174" y="440"/>
                    </a:cubicBezTo>
                    <a:cubicBezTo>
                      <a:pt x="174" y="351"/>
                      <a:pt x="221" y="288"/>
                      <a:pt x="284" y="220"/>
                    </a:cubicBezTo>
                    <a:cubicBezTo>
                      <a:pt x="352" y="178"/>
                      <a:pt x="436" y="131"/>
                      <a:pt x="504" y="110"/>
                    </a:cubicBezTo>
                    <a:close/>
                    <a:moveTo>
                      <a:pt x="483" y="0"/>
                    </a:moveTo>
                    <a:cubicBezTo>
                      <a:pt x="394" y="27"/>
                      <a:pt x="305" y="68"/>
                      <a:pt x="221" y="157"/>
                    </a:cubicBezTo>
                    <a:cubicBezTo>
                      <a:pt x="132" y="220"/>
                      <a:pt x="90" y="309"/>
                      <a:pt x="64" y="419"/>
                    </a:cubicBezTo>
                    <a:cubicBezTo>
                      <a:pt x="64" y="461"/>
                      <a:pt x="43" y="571"/>
                      <a:pt x="43" y="744"/>
                    </a:cubicBezTo>
                    <a:cubicBezTo>
                      <a:pt x="22" y="896"/>
                      <a:pt x="22" y="1095"/>
                      <a:pt x="22" y="1310"/>
                    </a:cubicBezTo>
                    <a:cubicBezTo>
                      <a:pt x="1" y="1509"/>
                      <a:pt x="1" y="1702"/>
                      <a:pt x="22" y="1880"/>
                    </a:cubicBezTo>
                    <a:cubicBezTo>
                      <a:pt x="22" y="1964"/>
                      <a:pt x="22" y="2032"/>
                      <a:pt x="43" y="2095"/>
                    </a:cubicBezTo>
                    <a:cubicBezTo>
                      <a:pt x="64" y="2163"/>
                      <a:pt x="64" y="2205"/>
                      <a:pt x="90" y="2252"/>
                    </a:cubicBezTo>
                    <a:cubicBezTo>
                      <a:pt x="132" y="2294"/>
                      <a:pt x="174" y="2315"/>
                      <a:pt x="242" y="2357"/>
                    </a:cubicBezTo>
                    <a:cubicBezTo>
                      <a:pt x="326" y="2404"/>
                      <a:pt x="415" y="2425"/>
                      <a:pt x="525" y="2467"/>
                    </a:cubicBezTo>
                    <a:cubicBezTo>
                      <a:pt x="744" y="2556"/>
                      <a:pt x="1048" y="2645"/>
                      <a:pt x="1352" y="2729"/>
                    </a:cubicBezTo>
                    <a:cubicBezTo>
                      <a:pt x="1986" y="2928"/>
                      <a:pt x="2729" y="3101"/>
                      <a:pt x="3232" y="3169"/>
                    </a:cubicBezTo>
                    <a:cubicBezTo>
                      <a:pt x="3463" y="3199"/>
                      <a:pt x="3669" y="3211"/>
                      <a:pt x="3853" y="3211"/>
                    </a:cubicBezTo>
                    <a:cubicBezTo>
                      <a:pt x="4468" y="3211"/>
                      <a:pt x="4837" y="3070"/>
                      <a:pt x="5039" y="2970"/>
                    </a:cubicBezTo>
                    <a:cubicBezTo>
                      <a:pt x="5301" y="2839"/>
                      <a:pt x="5458" y="2577"/>
                      <a:pt x="5500" y="2425"/>
                    </a:cubicBezTo>
                    <a:cubicBezTo>
                      <a:pt x="5521" y="2336"/>
                      <a:pt x="5541" y="2184"/>
                      <a:pt x="5541" y="2011"/>
                    </a:cubicBezTo>
                    <a:cubicBezTo>
                      <a:pt x="5541" y="1859"/>
                      <a:pt x="5541" y="1681"/>
                      <a:pt x="5521" y="1571"/>
                    </a:cubicBezTo>
                    <a:cubicBezTo>
                      <a:pt x="5500" y="1488"/>
                      <a:pt x="5458" y="1420"/>
                      <a:pt x="5369" y="1378"/>
                    </a:cubicBezTo>
                    <a:cubicBezTo>
                      <a:pt x="5280" y="1336"/>
                      <a:pt x="5149" y="1289"/>
                      <a:pt x="4934" y="1226"/>
                    </a:cubicBezTo>
                    <a:cubicBezTo>
                      <a:pt x="4735" y="1158"/>
                      <a:pt x="4410" y="1048"/>
                      <a:pt x="4101" y="964"/>
                    </a:cubicBezTo>
                    <a:cubicBezTo>
                      <a:pt x="3970" y="896"/>
                      <a:pt x="3839" y="854"/>
                      <a:pt x="3730" y="812"/>
                    </a:cubicBezTo>
                    <a:cubicBezTo>
                      <a:pt x="3688" y="786"/>
                      <a:pt x="3646" y="765"/>
                      <a:pt x="3599" y="744"/>
                    </a:cubicBezTo>
                    <a:cubicBezTo>
                      <a:pt x="3578" y="723"/>
                      <a:pt x="3557" y="702"/>
                      <a:pt x="3557" y="702"/>
                    </a:cubicBezTo>
                    <a:cubicBezTo>
                      <a:pt x="3515" y="681"/>
                      <a:pt x="3515" y="592"/>
                      <a:pt x="3515" y="550"/>
                    </a:cubicBezTo>
                    <a:cubicBezTo>
                      <a:pt x="3515" y="482"/>
                      <a:pt x="3536" y="419"/>
                      <a:pt x="3536" y="419"/>
                    </a:cubicBezTo>
                    <a:lnTo>
                      <a:pt x="3494" y="351"/>
                    </a:lnTo>
                    <a:lnTo>
                      <a:pt x="504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6"/>
              <p:cNvSpPr/>
              <p:nvPr/>
            </p:nvSpPr>
            <p:spPr>
              <a:xfrm>
                <a:off x="4231575" y="3777520"/>
                <a:ext cx="1002477" cy="476474"/>
              </a:xfrm>
              <a:custGeom>
                <a:rect b="b" l="l" r="r" t="t"/>
                <a:pathLst>
                  <a:path extrusionOk="0" h="3040" w="6396">
                    <a:moveTo>
                      <a:pt x="3316" y="1"/>
                    </a:moveTo>
                    <a:lnTo>
                      <a:pt x="352" y="174"/>
                    </a:lnTo>
                    <a:cubicBezTo>
                      <a:pt x="174" y="242"/>
                      <a:pt x="1" y="462"/>
                      <a:pt x="1" y="655"/>
                    </a:cubicBezTo>
                    <a:cubicBezTo>
                      <a:pt x="1" y="828"/>
                      <a:pt x="174" y="2467"/>
                      <a:pt x="394" y="2661"/>
                    </a:cubicBezTo>
                    <a:cubicBezTo>
                      <a:pt x="574" y="2842"/>
                      <a:pt x="2491" y="3039"/>
                      <a:pt x="3694" y="3039"/>
                    </a:cubicBezTo>
                    <a:cubicBezTo>
                      <a:pt x="3817" y="3039"/>
                      <a:pt x="3933" y="3037"/>
                      <a:pt x="4039" y="3033"/>
                    </a:cubicBezTo>
                    <a:cubicBezTo>
                      <a:pt x="5175" y="2991"/>
                      <a:pt x="5741" y="2687"/>
                      <a:pt x="6002" y="2488"/>
                    </a:cubicBezTo>
                    <a:cubicBezTo>
                      <a:pt x="6243" y="2295"/>
                      <a:pt x="6374" y="1986"/>
                      <a:pt x="6374" y="1834"/>
                    </a:cubicBezTo>
                    <a:cubicBezTo>
                      <a:pt x="6395" y="1661"/>
                      <a:pt x="6306" y="1090"/>
                      <a:pt x="6222" y="896"/>
                    </a:cubicBezTo>
                    <a:cubicBezTo>
                      <a:pt x="6133" y="724"/>
                      <a:pt x="6065" y="724"/>
                      <a:pt x="5568" y="655"/>
                    </a:cubicBezTo>
                    <a:cubicBezTo>
                      <a:pt x="5065" y="593"/>
                      <a:pt x="3997" y="435"/>
                      <a:pt x="3866" y="331"/>
                    </a:cubicBezTo>
                    <a:cubicBezTo>
                      <a:pt x="3756" y="242"/>
                      <a:pt x="3316" y="1"/>
                      <a:pt x="331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6"/>
              <p:cNvSpPr/>
              <p:nvPr/>
            </p:nvSpPr>
            <p:spPr>
              <a:xfrm>
                <a:off x="4221858" y="3767646"/>
                <a:ext cx="1018778" cy="496850"/>
              </a:xfrm>
              <a:custGeom>
                <a:rect b="b" l="l" r="r" t="t"/>
                <a:pathLst>
                  <a:path extrusionOk="0" h="3170" w="6500">
                    <a:moveTo>
                      <a:pt x="3357" y="106"/>
                    </a:moveTo>
                    <a:cubicBezTo>
                      <a:pt x="3378" y="132"/>
                      <a:pt x="3467" y="174"/>
                      <a:pt x="3577" y="237"/>
                    </a:cubicBezTo>
                    <a:cubicBezTo>
                      <a:pt x="3708" y="305"/>
                      <a:pt x="3839" y="394"/>
                      <a:pt x="3902" y="436"/>
                    </a:cubicBezTo>
                    <a:cubicBezTo>
                      <a:pt x="3928" y="457"/>
                      <a:pt x="3949" y="478"/>
                      <a:pt x="3991" y="498"/>
                    </a:cubicBezTo>
                    <a:cubicBezTo>
                      <a:pt x="4033" y="498"/>
                      <a:pt x="4101" y="525"/>
                      <a:pt x="4163" y="546"/>
                    </a:cubicBezTo>
                    <a:cubicBezTo>
                      <a:pt x="4294" y="567"/>
                      <a:pt x="4452" y="608"/>
                      <a:pt x="4624" y="629"/>
                    </a:cubicBezTo>
                    <a:cubicBezTo>
                      <a:pt x="4975" y="697"/>
                      <a:pt x="5368" y="739"/>
                      <a:pt x="5604" y="787"/>
                    </a:cubicBezTo>
                    <a:cubicBezTo>
                      <a:pt x="5865" y="807"/>
                      <a:pt x="6023" y="828"/>
                      <a:pt x="6085" y="849"/>
                    </a:cubicBezTo>
                    <a:cubicBezTo>
                      <a:pt x="6174" y="870"/>
                      <a:pt x="6195" y="891"/>
                      <a:pt x="6237" y="980"/>
                    </a:cubicBezTo>
                    <a:cubicBezTo>
                      <a:pt x="6284" y="1069"/>
                      <a:pt x="6326" y="1263"/>
                      <a:pt x="6347" y="1441"/>
                    </a:cubicBezTo>
                    <a:cubicBezTo>
                      <a:pt x="6368" y="1635"/>
                      <a:pt x="6389" y="1808"/>
                      <a:pt x="6389" y="1876"/>
                    </a:cubicBezTo>
                    <a:cubicBezTo>
                      <a:pt x="6368" y="2028"/>
                      <a:pt x="6258" y="2331"/>
                      <a:pt x="6023" y="2509"/>
                    </a:cubicBezTo>
                    <a:cubicBezTo>
                      <a:pt x="5782" y="2682"/>
                      <a:pt x="5211" y="3012"/>
                      <a:pt x="4101" y="3054"/>
                    </a:cubicBezTo>
                    <a:cubicBezTo>
                      <a:pt x="4004" y="3058"/>
                      <a:pt x="3899" y="3059"/>
                      <a:pt x="3787" y="3059"/>
                    </a:cubicBezTo>
                    <a:cubicBezTo>
                      <a:pt x="3241" y="3059"/>
                      <a:pt x="2534" y="3018"/>
                      <a:pt x="1917" y="2944"/>
                    </a:cubicBezTo>
                    <a:cubicBezTo>
                      <a:pt x="1545" y="2923"/>
                      <a:pt x="1220" y="2881"/>
                      <a:pt x="958" y="2813"/>
                    </a:cubicBezTo>
                    <a:cubicBezTo>
                      <a:pt x="828" y="2792"/>
                      <a:pt x="718" y="2771"/>
                      <a:pt x="629" y="2750"/>
                    </a:cubicBezTo>
                    <a:cubicBezTo>
                      <a:pt x="545" y="2724"/>
                      <a:pt x="498" y="2703"/>
                      <a:pt x="477" y="2682"/>
                    </a:cubicBezTo>
                    <a:cubicBezTo>
                      <a:pt x="477" y="2682"/>
                      <a:pt x="435" y="2640"/>
                      <a:pt x="414" y="2572"/>
                    </a:cubicBezTo>
                    <a:cubicBezTo>
                      <a:pt x="393" y="2509"/>
                      <a:pt x="367" y="2420"/>
                      <a:pt x="346" y="2331"/>
                    </a:cubicBezTo>
                    <a:cubicBezTo>
                      <a:pt x="304" y="2159"/>
                      <a:pt x="262" y="1939"/>
                      <a:pt x="236" y="1703"/>
                    </a:cubicBezTo>
                    <a:cubicBezTo>
                      <a:pt x="194" y="1483"/>
                      <a:pt x="173" y="1263"/>
                      <a:pt x="152" y="1069"/>
                    </a:cubicBezTo>
                    <a:cubicBezTo>
                      <a:pt x="131" y="891"/>
                      <a:pt x="131" y="739"/>
                      <a:pt x="105" y="718"/>
                    </a:cubicBezTo>
                    <a:cubicBezTo>
                      <a:pt x="105" y="629"/>
                      <a:pt x="152" y="546"/>
                      <a:pt x="215" y="457"/>
                    </a:cubicBezTo>
                    <a:cubicBezTo>
                      <a:pt x="283" y="368"/>
                      <a:pt x="346" y="326"/>
                      <a:pt x="435" y="284"/>
                    </a:cubicBezTo>
                    <a:lnTo>
                      <a:pt x="3357" y="106"/>
                    </a:lnTo>
                    <a:close/>
                    <a:moveTo>
                      <a:pt x="3378" y="1"/>
                    </a:moveTo>
                    <a:lnTo>
                      <a:pt x="414" y="195"/>
                    </a:lnTo>
                    <a:lnTo>
                      <a:pt x="393" y="195"/>
                    </a:lnTo>
                    <a:cubicBezTo>
                      <a:pt x="304" y="216"/>
                      <a:pt x="194" y="305"/>
                      <a:pt x="131" y="394"/>
                    </a:cubicBezTo>
                    <a:cubicBezTo>
                      <a:pt x="63" y="478"/>
                      <a:pt x="0" y="588"/>
                      <a:pt x="21" y="718"/>
                    </a:cubicBezTo>
                    <a:cubicBezTo>
                      <a:pt x="21" y="760"/>
                      <a:pt x="21" y="891"/>
                      <a:pt x="42" y="1090"/>
                    </a:cubicBezTo>
                    <a:cubicBezTo>
                      <a:pt x="63" y="1263"/>
                      <a:pt x="84" y="1504"/>
                      <a:pt x="131" y="1724"/>
                    </a:cubicBezTo>
                    <a:cubicBezTo>
                      <a:pt x="173" y="1939"/>
                      <a:pt x="194" y="2180"/>
                      <a:pt x="262" y="2358"/>
                    </a:cubicBezTo>
                    <a:cubicBezTo>
                      <a:pt x="283" y="2462"/>
                      <a:pt x="304" y="2530"/>
                      <a:pt x="325" y="2619"/>
                    </a:cubicBezTo>
                    <a:cubicBezTo>
                      <a:pt x="346" y="2682"/>
                      <a:pt x="367" y="2724"/>
                      <a:pt x="414" y="2771"/>
                    </a:cubicBezTo>
                    <a:cubicBezTo>
                      <a:pt x="456" y="2792"/>
                      <a:pt x="524" y="2813"/>
                      <a:pt x="608" y="2855"/>
                    </a:cubicBezTo>
                    <a:cubicBezTo>
                      <a:pt x="697" y="2881"/>
                      <a:pt x="807" y="2902"/>
                      <a:pt x="938" y="2923"/>
                    </a:cubicBezTo>
                    <a:cubicBezTo>
                      <a:pt x="1199" y="2965"/>
                      <a:pt x="1545" y="3012"/>
                      <a:pt x="1917" y="3054"/>
                    </a:cubicBezTo>
                    <a:cubicBezTo>
                      <a:pt x="2534" y="3128"/>
                      <a:pt x="3241" y="3169"/>
                      <a:pt x="3787" y="3169"/>
                    </a:cubicBezTo>
                    <a:cubicBezTo>
                      <a:pt x="3899" y="3169"/>
                      <a:pt x="4004" y="3168"/>
                      <a:pt x="4101" y="3164"/>
                    </a:cubicBezTo>
                    <a:cubicBezTo>
                      <a:pt x="5237" y="3117"/>
                      <a:pt x="5824" y="2792"/>
                      <a:pt x="6085" y="2593"/>
                    </a:cubicBezTo>
                    <a:cubicBezTo>
                      <a:pt x="6347" y="2379"/>
                      <a:pt x="6478" y="2070"/>
                      <a:pt x="6499" y="1897"/>
                    </a:cubicBezTo>
                    <a:cubicBezTo>
                      <a:pt x="6499" y="1787"/>
                      <a:pt x="6478" y="1614"/>
                      <a:pt x="6457" y="1415"/>
                    </a:cubicBezTo>
                    <a:cubicBezTo>
                      <a:pt x="6436" y="1242"/>
                      <a:pt x="6389" y="1048"/>
                      <a:pt x="6347" y="938"/>
                    </a:cubicBezTo>
                    <a:cubicBezTo>
                      <a:pt x="6305" y="849"/>
                      <a:pt x="6237" y="787"/>
                      <a:pt x="6127" y="739"/>
                    </a:cubicBezTo>
                    <a:cubicBezTo>
                      <a:pt x="6023" y="718"/>
                      <a:pt x="5865" y="697"/>
                      <a:pt x="5630" y="677"/>
                    </a:cubicBezTo>
                    <a:cubicBezTo>
                      <a:pt x="5389" y="629"/>
                      <a:pt x="4996" y="588"/>
                      <a:pt x="4645" y="525"/>
                    </a:cubicBezTo>
                    <a:cubicBezTo>
                      <a:pt x="4472" y="498"/>
                      <a:pt x="4321" y="457"/>
                      <a:pt x="4190" y="436"/>
                    </a:cubicBezTo>
                    <a:cubicBezTo>
                      <a:pt x="4122" y="415"/>
                      <a:pt x="4080" y="415"/>
                      <a:pt x="4033" y="394"/>
                    </a:cubicBezTo>
                    <a:cubicBezTo>
                      <a:pt x="3991" y="368"/>
                      <a:pt x="3970" y="368"/>
                      <a:pt x="3970" y="368"/>
                    </a:cubicBezTo>
                    <a:cubicBezTo>
                      <a:pt x="3902" y="305"/>
                      <a:pt x="3771" y="216"/>
                      <a:pt x="3640" y="153"/>
                    </a:cubicBezTo>
                    <a:cubicBezTo>
                      <a:pt x="3509" y="64"/>
                      <a:pt x="3404" y="22"/>
                      <a:pt x="3404" y="22"/>
                    </a:cubicBezTo>
                    <a:lnTo>
                      <a:pt x="3378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6"/>
              <p:cNvSpPr/>
              <p:nvPr/>
            </p:nvSpPr>
            <p:spPr>
              <a:xfrm>
                <a:off x="3267187" y="3657775"/>
                <a:ext cx="509859" cy="246858"/>
              </a:xfrm>
              <a:custGeom>
                <a:rect b="b" l="l" r="r" t="t"/>
                <a:pathLst>
                  <a:path extrusionOk="0" h="1575" w="3253">
                    <a:moveTo>
                      <a:pt x="43" y="0"/>
                    </a:moveTo>
                    <a:cubicBezTo>
                      <a:pt x="22" y="199"/>
                      <a:pt x="1" y="676"/>
                      <a:pt x="242" y="896"/>
                    </a:cubicBezTo>
                    <a:cubicBezTo>
                      <a:pt x="551" y="1126"/>
                      <a:pt x="1700" y="1575"/>
                      <a:pt x="2373" y="1575"/>
                    </a:cubicBezTo>
                    <a:cubicBezTo>
                      <a:pt x="2406" y="1575"/>
                      <a:pt x="2437" y="1573"/>
                      <a:pt x="2467" y="1571"/>
                    </a:cubicBezTo>
                    <a:cubicBezTo>
                      <a:pt x="3101" y="1529"/>
                      <a:pt x="3253" y="1357"/>
                      <a:pt x="3185" y="1116"/>
                    </a:cubicBezTo>
                    <a:cubicBezTo>
                      <a:pt x="3122" y="1095"/>
                      <a:pt x="3033" y="1069"/>
                      <a:pt x="2949" y="1048"/>
                    </a:cubicBezTo>
                    <a:cubicBezTo>
                      <a:pt x="2509" y="917"/>
                      <a:pt x="1614" y="613"/>
                      <a:pt x="1530" y="503"/>
                    </a:cubicBezTo>
                    <a:cubicBezTo>
                      <a:pt x="1441" y="393"/>
                      <a:pt x="1483" y="178"/>
                      <a:pt x="1483" y="178"/>
                    </a:cubicBez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6"/>
              <p:cNvSpPr/>
              <p:nvPr/>
            </p:nvSpPr>
            <p:spPr>
              <a:xfrm>
                <a:off x="3263895" y="3651192"/>
                <a:ext cx="516442" cy="260650"/>
              </a:xfrm>
              <a:custGeom>
                <a:rect b="b" l="l" r="r" t="t"/>
                <a:pathLst>
                  <a:path extrusionOk="0" h="1663" w="3295">
                    <a:moveTo>
                      <a:pt x="132" y="110"/>
                    </a:moveTo>
                    <a:lnTo>
                      <a:pt x="1462" y="262"/>
                    </a:lnTo>
                    <a:cubicBezTo>
                      <a:pt x="1441" y="283"/>
                      <a:pt x="1441" y="283"/>
                      <a:pt x="1441" y="325"/>
                    </a:cubicBezTo>
                    <a:cubicBezTo>
                      <a:pt x="1441" y="414"/>
                      <a:pt x="1441" y="503"/>
                      <a:pt x="1504" y="566"/>
                    </a:cubicBezTo>
                    <a:cubicBezTo>
                      <a:pt x="1530" y="613"/>
                      <a:pt x="1551" y="613"/>
                      <a:pt x="1593" y="634"/>
                    </a:cubicBezTo>
                    <a:cubicBezTo>
                      <a:pt x="1614" y="655"/>
                      <a:pt x="1661" y="676"/>
                      <a:pt x="1724" y="697"/>
                    </a:cubicBezTo>
                    <a:cubicBezTo>
                      <a:pt x="1834" y="744"/>
                      <a:pt x="1965" y="807"/>
                      <a:pt x="2116" y="849"/>
                    </a:cubicBezTo>
                    <a:cubicBezTo>
                      <a:pt x="2399" y="959"/>
                      <a:pt x="2729" y="1069"/>
                      <a:pt x="2944" y="1137"/>
                    </a:cubicBezTo>
                    <a:cubicBezTo>
                      <a:pt x="3033" y="1158"/>
                      <a:pt x="3101" y="1179"/>
                      <a:pt x="3164" y="1200"/>
                    </a:cubicBezTo>
                    <a:lnTo>
                      <a:pt x="3164" y="1310"/>
                    </a:lnTo>
                    <a:cubicBezTo>
                      <a:pt x="3143" y="1351"/>
                      <a:pt x="3122" y="1372"/>
                      <a:pt x="3075" y="1420"/>
                    </a:cubicBezTo>
                    <a:cubicBezTo>
                      <a:pt x="2991" y="1482"/>
                      <a:pt x="2792" y="1530"/>
                      <a:pt x="2488" y="1550"/>
                    </a:cubicBezTo>
                    <a:cubicBezTo>
                      <a:pt x="2459" y="1553"/>
                      <a:pt x="2427" y="1554"/>
                      <a:pt x="2395" y="1554"/>
                    </a:cubicBezTo>
                    <a:cubicBezTo>
                      <a:pt x="2091" y="1554"/>
                      <a:pt x="1660" y="1468"/>
                      <a:pt x="1268" y="1331"/>
                    </a:cubicBezTo>
                    <a:cubicBezTo>
                      <a:pt x="849" y="1179"/>
                      <a:pt x="435" y="1006"/>
                      <a:pt x="304" y="896"/>
                    </a:cubicBezTo>
                    <a:cubicBezTo>
                      <a:pt x="194" y="807"/>
                      <a:pt x="132" y="634"/>
                      <a:pt x="132" y="482"/>
                    </a:cubicBezTo>
                    <a:cubicBezTo>
                      <a:pt x="111" y="325"/>
                      <a:pt x="111" y="194"/>
                      <a:pt x="132" y="110"/>
                    </a:cubicBezTo>
                    <a:close/>
                    <a:moveTo>
                      <a:pt x="90" y="0"/>
                    </a:moveTo>
                    <a:lnTo>
                      <a:pt x="22" y="42"/>
                    </a:lnTo>
                    <a:cubicBezTo>
                      <a:pt x="1" y="131"/>
                      <a:pt x="1" y="304"/>
                      <a:pt x="22" y="482"/>
                    </a:cubicBezTo>
                    <a:cubicBezTo>
                      <a:pt x="43" y="676"/>
                      <a:pt x="90" y="849"/>
                      <a:pt x="242" y="959"/>
                    </a:cubicBezTo>
                    <a:cubicBezTo>
                      <a:pt x="414" y="1111"/>
                      <a:pt x="807" y="1289"/>
                      <a:pt x="1242" y="1440"/>
                    </a:cubicBezTo>
                    <a:cubicBezTo>
                      <a:pt x="1645" y="1561"/>
                      <a:pt x="2080" y="1663"/>
                      <a:pt x="2419" y="1663"/>
                    </a:cubicBezTo>
                    <a:cubicBezTo>
                      <a:pt x="2450" y="1663"/>
                      <a:pt x="2480" y="1662"/>
                      <a:pt x="2509" y="1660"/>
                    </a:cubicBezTo>
                    <a:cubicBezTo>
                      <a:pt x="2813" y="1634"/>
                      <a:pt x="3012" y="1592"/>
                      <a:pt x="3143" y="1503"/>
                    </a:cubicBezTo>
                    <a:cubicBezTo>
                      <a:pt x="3206" y="1461"/>
                      <a:pt x="3253" y="1399"/>
                      <a:pt x="3274" y="1351"/>
                    </a:cubicBezTo>
                    <a:cubicBezTo>
                      <a:pt x="3295" y="1289"/>
                      <a:pt x="3274" y="1221"/>
                      <a:pt x="3274" y="1158"/>
                    </a:cubicBezTo>
                    <a:lnTo>
                      <a:pt x="3232" y="1111"/>
                    </a:lnTo>
                    <a:cubicBezTo>
                      <a:pt x="3164" y="1090"/>
                      <a:pt x="3075" y="1069"/>
                      <a:pt x="2970" y="1027"/>
                    </a:cubicBezTo>
                    <a:cubicBezTo>
                      <a:pt x="2771" y="959"/>
                      <a:pt x="2446" y="849"/>
                      <a:pt x="2137" y="765"/>
                    </a:cubicBezTo>
                    <a:cubicBezTo>
                      <a:pt x="2006" y="697"/>
                      <a:pt x="1875" y="655"/>
                      <a:pt x="1766" y="613"/>
                    </a:cubicBezTo>
                    <a:cubicBezTo>
                      <a:pt x="1724" y="587"/>
                      <a:pt x="1682" y="566"/>
                      <a:pt x="1635" y="545"/>
                    </a:cubicBezTo>
                    <a:cubicBezTo>
                      <a:pt x="1614" y="524"/>
                      <a:pt x="1593" y="503"/>
                      <a:pt x="1593" y="503"/>
                    </a:cubicBezTo>
                    <a:cubicBezTo>
                      <a:pt x="1551" y="482"/>
                      <a:pt x="1551" y="393"/>
                      <a:pt x="1551" y="325"/>
                    </a:cubicBezTo>
                    <a:cubicBezTo>
                      <a:pt x="1551" y="283"/>
                      <a:pt x="1572" y="220"/>
                      <a:pt x="1572" y="220"/>
                    </a:cubicBezTo>
                    <a:lnTo>
                      <a:pt x="1530" y="152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6"/>
              <p:cNvSpPr/>
              <p:nvPr/>
            </p:nvSpPr>
            <p:spPr>
              <a:xfrm>
                <a:off x="3267187" y="3657775"/>
                <a:ext cx="509859" cy="246858"/>
              </a:xfrm>
              <a:custGeom>
                <a:rect b="b" l="l" r="r" t="t"/>
                <a:pathLst>
                  <a:path extrusionOk="0" h="1575" w="3253">
                    <a:moveTo>
                      <a:pt x="43" y="0"/>
                    </a:moveTo>
                    <a:cubicBezTo>
                      <a:pt x="22" y="199"/>
                      <a:pt x="1" y="676"/>
                      <a:pt x="242" y="896"/>
                    </a:cubicBezTo>
                    <a:cubicBezTo>
                      <a:pt x="551" y="1126"/>
                      <a:pt x="1700" y="1575"/>
                      <a:pt x="2373" y="1575"/>
                    </a:cubicBezTo>
                    <a:cubicBezTo>
                      <a:pt x="2406" y="1575"/>
                      <a:pt x="2437" y="1573"/>
                      <a:pt x="2467" y="1571"/>
                    </a:cubicBezTo>
                    <a:cubicBezTo>
                      <a:pt x="3101" y="1529"/>
                      <a:pt x="3253" y="1357"/>
                      <a:pt x="3185" y="1116"/>
                    </a:cubicBezTo>
                    <a:cubicBezTo>
                      <a:pt x="3122" y="1095"/>
                      <a:pt x="3033" y="1069"/>
                      <a:pt x="2949" y="1048"/>
                    </a:cubicBezTo>
                    <a:cubicBezTo>
                      <a:pt x="2509" y="917"/>
                      <a:pt x="1614" y="613"/>
                      <a:pt x="1530" y="503"/>
                    </a:cubicBezTo>
                    <a:cubicBezTo>
                      <a:pt x="1441" y="393"/>
                      <a:pt x="1483" y="178"/>
                      <a:pt x="1483" y="178"/>
                    </a:cubicBezTo>
                    <a:lnTo>
                      <a:pt x="4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6"/>
              <p:cNvSpPr/>
              <p:nvPr/>
            </p:nvSpPr>
            <p:spPr>
              <a:xfrm>
                <a:off x="3263895" y="3651192"/>
                <a:ext cx="516442" cy="260650"/>
              </a:xfrm>
              <a:custGeom>
                <a:rect b="b" l="l" r="r" t="t"/>
                <a:pathLst>
                  <a:path extrusionOk="0" h="1663" w="3295">
                    <a:moveTo>
                      <a:pt x="132" y="110"/>
                    </a:moveTo>
                    <a:lnTo>
                      <a:pt x="1462" y="262"/>
                    </a:lnTo>
                    <a:cubicBezTo>
                      <a:pt x="1441" y="283"/>
                      <a:pt x="1441" y="283"/>
                      <a:pt x="1441" y="325"/>
                    </a:cubicBezTo>
                    <a:cubicBezTo>
                      <a:pt x="1441" y="414"/>
                      <a:pt x="1441" y="503"/>
                      <a:pt x="1504" y="566"/>
                    </a:cubicBezTo>
                    <a:cubicBezTo>
                      <a:pt x="1530" y="613"/>
                      <a:pt x="1551" y="613"/>
                      <a:pt x="1593" y="634"/>
                    </a:cubicBezTo>
                    <a:cubicBezTo>
                      <a:pt x="1614" y="655"/>
                      <a:pt x="1661" y="676"/>
                      <a:pt x="1724" y="697"/>
                    </a:cubicBezTo>
                    <a:cubicBezTo>
                      <a:pt x="1834" y="744"/>
                      <a:pt x="1965" y="807"/>
                      <a:pt x="2116" y="849"/>
                    </a:cubicBezTo>
                    <a:cubicBezTo>
                      <a:pt x="2399" y="959"/>
                      <a:pt x="2729" y="1069"/>
                      <a:pt x="2944" y="1137"/>
                    </a:cubicBezTo>
                    <a:cubicBezTo>
                      <a:pt x="3033" y="1158"/>
                      <a:pt x="3101" y="1179"/>
                      <a:pt x="3164" y="1200"/>
                    </a:cubicBezTo>
                    <a:lnTo>
                      <a:pt x="3164" y="1310"/>
                    </a:lnTo>
                    <a:cubicBezTo>
                      <a:pt x="3143" y="1351"/>
                      <a:pt x="3122" y="1372"/>
                      <a:pt x="3075" y="1420"/>
                    </a:cubicBezTo>
                    <a:cubicBezTo>
                      <a:pt x="2991" y="1482"/>
                      <a:pt x="2792" y="1530"/>
                      <a:pt x="2488" y="1550"/>
                    </a:cubicBezTo>
                    <a:cubicBezTo>
                      <a:pt x="2459" y="1553"/>
                      <a:pt x="2427" y="1554"/>
                      <a:pt x="2395" y="1554"/>
                    </a:cubicBezTo>
                    <a:cubicBezTo>
                      <a:pt x="2091" y="1554"/>
                      <a:pt x="1660" y="1468"/>
                      <a:pt x="1268" y="1331"/>
                    </a:cubicBezTo>
                    <a:cubicBezTo>
                      <a:pt x="849" y="1179"/>
                      <a:pt x="435" y="1006"/>
                      <a:pt x="304" y="896"/>
                    </a:cubicBezTo>
                    <a:cubicBezTo>
                      <a:pt x="194" y="807"/>
                      <a:pt x="132" y="634"/>
                      <a:pt x="132" y="482"/>
                    </a:cubicBezTo>
                    <a:cubicBezTo>
                      <a:pt x="111" y="325"/>
                      <a:pt x="111" y="194"/>
                      <a:pt x="132" y="110"/>
                    </a:cubicBezTo>
                    <a:close/>
                    <a:moveTo>
                      <a:pt x="90" y="0"/>
                    </a:moveTo>
                    <a:lnTo>
                      <a:pt x="22" y="42"/>
                    </a:lnTo>
                    <a:cubicBezTo>
                      <a:pt x="1" y="131"/>
                      <a:pt x="1" y="304"/>
                      <a:pt x="22" y="482"/>
                    </a:cubicBezTo>
                    <a:cubicBezTo>
                      <a:pt x="43" y="676"/>
                      <a:pt x="90" y="849"/>
                      <a:pt x="242" y="959"/>
                    </a:cubicBezTo>
                    <a:cubicBezTo>
                      <a:pt x="414" y="1111"/>
                      <a:pt x="807" y="1289"/>
                      <a:pt x="1242" y="1440"/>
                    </a:cubicBezTo>
                    <a:cubicBezTo>
                      <a:pt x="1645" y="1561"/>
                      <a:pt x="2080" y="1663"/>
                      <a:pt x="2419" y="1663"/>
                    </a:cubicBezTo>
                    <a:cubicBezTo>
                      <a:pt x="2450" y="1663"/>
                      <a:pt x="2480" y="1662"/>
                      <a:pt x="2509" y="1660"/>
                    </a:cubicBezTo>
                    <a:cubicBezTo>
                      <a:pt x="2813" y="1634"/>
                      <a:pt x="3012" y="1592"/>
                      <a:pt x="3143" y="1503"/>
                    </a:cubicBezTo>
                    <a:cubicBezTo>
                      <a:pt x="3206" y="1461"/>
                      <a:pt x="3253" y="1399"/>
                      <a:pt x="3274" y="1351"/>
                    </a:cubicBezTo>
                    <a:cubicBezTo>
                      <a:pt x="3295" y="1289"/>
                      <a:pt x="3274" y="1221"/>
                      <a:pt x="3274" y="1158"/>
                    </a:cubicBezTo>
                    <a:lnTo>
                      <a:pt x="3232" y="1111"/>
                    </a:lnTo>
                    <a:cubicBezTo>
                      <a:pt x="3164" y="1090"/>
                      <a:pt x="3075" y="1069"/>
                      <a:pt x="2970" y="1027"/>
                    </a:cubicBezTo>
                    <a:cubicBezTo>
                      <a:pt x="2771" y="959"/>
                      <a:pt x="2446" y="849"/>
                      <a:pt x="2137" y="765"/>
                    </a:cubicBezTo>
                    <a:cubicBezTo>
                      <a:pt x="2006" y="697"/>
                      <a:pt x="1875" y="655"/>
                      <a:pt x="1766" y="613"/>
                    </a:cubicBezTo>
                    <a:cubicBezTo>
                      <a:pt x="1724" y="587"/>
                      <a:pt x="1682" y="566"/>
                      <a:pt x="1635" y="545"/>
                    </a:cubicBezTo>
                    <a:cubicBezTo>
                      <a:pt x="1614" y="524"/>
                      <a:pt x="1593" y="503"/>
                      <a:pt x="1593" y="503"/>
                    </a:cubicBezTo>
                    <a:cubicBezTo>
                      <a:pt x="1551" y="482"/>
                      <a:pt x="1551" y="393"/>
                      <a:pt x="1551" y="325"/>
                    </a:cubicBezTo>
                    <a:cubicBezTo>
                      <a:pt x="1551" y="283"/>
                      <a:pt x="1572" y="220"/>
                      <a:pt x="1572" y="220"/>
                    </a:cubicBezTo>
                    <a:lnTo>
                      <a:pt x="1530" y="152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6"/>
              <p:cNvSpPr/>
              <p:nvPr/>
            </p:nvSpPr>
            <p:spPr>
              <a:xfrm>
                <a:off x="3011082" y="3527999"/>
                <a:ext cx="426946" cy="202188"/>
              </a:xfrm>
              <a:custGeom>
                <a:rect b="b" l="l" r="r" t="t"/>
                <a:pathLst>
                  <a:path extrusionOk="0" h="1290" w="2724">
                    <a:moveTo>
                      <a:pt x="325" y="1"/>
                    </a:moveTo>
                    <a:cubicBezTo>
                      <a:pt x="85" y="373"/>
                      <a:pt x="1" y="959"/>
                      <a:pt x="1" y="959"/>
                    </a:cubicBezTo>
                    <a:cubicBezTo>
                      <a:pt x="1" y="959"/>
                      <a:pt x="456" y="1268"/>
                      <a:pt x="1001" y="1289"/>
                    </a:cubicBezTo>
                    <a:cubicBezTo>
                      <a:pt x="1546" y="1289"/>
                      <a:pt x="2179" y="1268"/>
                      <a:pt x="2441" y="1200"/>
                    </a:cubicBezTo>
                    <a:cubicBezTo>
                      <a:pt x="2682" y="1137"/>
                      <a:pt x="2724" y="959"/>
                      <a:pt x="2724" y="959"/>
                    </a:cubicBezTo>
                    <a:cubicBezTo>
                      <a:pt x="2724" y="959"/>
                      <a:pt x="2116" y="504"/>
                      <a:pt x="1394" y="305"/>
                    </a:cubicBezTo>
                    <a:cubicBezTo>
                      <a:pt x="697" y="111"/>
                      <a:pt x="325" y="1"/>
                      <a:pt x="32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6"/>
              <p:cNvSpPr/>
              <p:nvPr/>
            </p:nvSpPr>
            <p:spPr>
              <a:xfrm>
                <a:off x="3003716" y="3521416"/>
                <a:ext cx="441836" cy="216451"/>
              </a:xfrm>
              <a:custGeom>
                <a:rect b="b" l="l" r="r" t="t"/>
                <a:pathLst>
                  <a:path extrusionOk="0" h="1381" w="2819">
                    <a:moveTo>
                      <a:pt x="414" y="106"/>
                    </a:moveTo>
                    <a:cubicBezTo>
                      <a:pt x="440" y="132"/>
                      <a:pt x="765" y="216"/>
                      <a:pt x="1441" y="415"/>
                    </a:cubicBezTo>
                    <a:cubicBezTo>
                      <a:pt x="2095" y="587"/>
                      <a:pt x="2640" y="980"/>
                      <a:pt x="2708" y="1022"/>
                    </a:cubicBezTo>
                    <a:cubicBezTo>
                      <a:pt x="2708" y="1048"/>
                      <a:pt x="2708" y="1048"/>
                      <a:pt x="2687" y="1069"/>
                    </a:cubicBezTo>
                    <a:cubicBezTo>
                      <a:pt x="2640" y="1111"/>
                      <a:pt x="2577" y="1153"/>
                      <a:pt x="2467" y="1200"/>
                    </a:cubicBezTo>
                    <a:cubicBezTo>
                      <a:pt x="2286" y="1247"/>
                      <a:pt x="1885" y="1271"/>
                      <a:pt x="1466" y="1271"/>
                    </a:cubicBezTo>
                    <a:cubicBezTo>
                      <a:pt x="1326" y="1271"/>
                      <a:pt x="1184" y="1268"/>
                      <a:pt x="1048" y="1263"/>
                    </a:cubicBezTo>
                    <a:cubicBezTo>
                      <a:pt x="545" y="1263"/>
                      <a:pt x="152" y="1001"/>
                      <a:pt x="111" y="980"/>
                    </a:cubicBezTo>
                    <a:cubicBezTo>
                      <a:pt x="111" y="917"/>
                      <a:pt x="200" y="436"/>
                      <a:pt x="414" y="106"/>
                    </a:cubicBezTo>
                    <a:close/>
                    <a:moveTo>
                      <a:pt x="393" y="1"/>
                    </a:moveTo>
                    <a:lnTo>
                      <a:pt x="331" y="22"/>
                    </a:lnTo>
                    <a:cubicBezTo>
                      <a:pt x="69" y="394"/>
                      <a:pt x="1" y="1001"/>
                      <a:pt x="1" y="1001"/>
                    </a:cubicBezTo>
                    <a:lnTo>
                      <a:pt x="22" y="1048"/>
                    </a:lnTo>
                    <a:cubicBezTo>
                      <a:pt x="22" y="1048"/>
                      <a:pt x="482" y="1373"/>
                      <a:pt x="1048" y="1373"/>
                    </a:cubicBezTo>
                    <a:cubicBezTo>
                      <a:pt x="1184" y="1378"/>
                      <a:pt x="1326" y="1381"/>
                      <a:pt x="1466" y="1381"/>
                    </a:cubicBezTo>
                    <a:cubicBezTo>
                      <a:pt x="1886" y="1381"/>
                      <a:pt x="2292" y="1357"/>
                      <a:pt x="2488" y="1310"/>
                    </a:cubicBezTo>
                    <a:cubicBezTo>
                      <a:pt x="2619" y="1263"/>
                      <a:pt x="2708" y="1200"/>
                      <a:pt x="2771" y="1132"/>
                    </a:cubicBezTo>
                    <a:cubicBezTo>
                      <a:pt x="2818" y="1069"/>
                      <a:pt x="2818" y="1022"/>
                      <a:pt x="2818" y="1022"/>
                    </a:cubicBezTo>
                    <a:lnTo>
                      <a:pt x="2797" y="959"/>
                    </a:lnTo>
                    <a:cubicBezTo>
                      <a:pt x="2797" y="959"/>
                      <a:pt x="2184" y="498"/>
                      <a:pt x="1462" y="305"/>
                    </a:cubicBezTo>
                    <a:cubicBezTo>
                      <a:pt x="765" y="106"/>
                      <a:pt x="393" y="1"/>
                      <a:pt x="393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6"/>
              <p:cNvSpPr/>
              <p:nvPr/>
            </p:nvSpPr>
            <p:spPr>
              <a:xfrm>
                <a:off x="3011082" y="3527999"/>
                <a:ext cx="426946" cy="202188"/>
              </a:xfrm>
              <a:custGeom>
                <a:rect b="b" l="l" r="r" t="t"/>
                <a:pathLst>
                  <a:path extrusionOk="0" h="1290" w="2724">
                    <a:moveTo>
                      <a:pt x="325" y="1"/>
                    </a:moveTo>
                    <a:cubicBezTo>
                      <a:pt x="85" y="373"/>
                      <a:pt x="1" y="959"/>
                      <a:pt x="1" y="959"/>
                    </a:cubicBezTo>
                    <a:cubicBezTo>
                      <a:pt x="1" y="959"/>
                      <a:pt x="456" y="1268"/>
                      <a:pt x="1001" y="1289"/>
                    </a:cubicBezTo>
                    <a:cubicBezTo>
                      <a:pt x="1546" y="1289"/>
                      <a:pt x="2179" y="1268"/>
                      <a:pt x="2441" y="1200"/>
                    </a:cubicBezTo>
                    <a:cubicBezTo>
                      <a:pt x="2682" y="1137"/>
                      <a:pt x="2724" y="959"/>
                      <a:pt x="2724" y="959"/>
                    </a:cubicBezTo>
                    <a:cubicBezTo>
                      <a:pt x="2724" y="959"/>
                      <a:pt x="2116" y="504"/>
                      <a:pt x="1394" y="305"/>
                    </a:cubicBezTo>
                    <a:cubicBezTo>
                      <a:pt x="697" y="111"/>
                      <a:pt x="325" y="1"/>
                      <a:pt x="325" y="1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6"/>
              <p:cNvSpPr/>
              <p:nvPr/>
            </p:nvSpPr>
            <p:spPr>
              <a:xfrm>
                <a:off x="3003716" y="3521416"/>
                <a:ext cx="441836" cy="216451"/>
              </a:xfrm>
              <a:custGeom>
                <a:rect b="b" l="l" r="r" t="t"/>
                <a:pathLst>
                  <a:path extrusionOk="0" h="1381" w="2819">
                    <a:moveTo>
                      <a:pt x="414" y="106"/>
                    </a:moveTo>
                    <a:cubicBezTo>
                      <a:pt x="440" y="132"/>
                      <a:pt x="765" y="216"/>
                      <a:pt x="1441" y="415"/>
                    </a:cubicBezTo>
                    <a:cubicBezTo>
                      <a:pt x="2095" y="587"/>
                      <a:pt x="2640" y="980"/>
                      <a:pt x="2708" y="1022"/>
                    </a:cubicBezTo>
                    <a:cubicBezTo>
                      <a:pt x="2708" y="1048"/>
                      <a:pt x="2708" y="1048"/>
                      <a:pt x="2687" y="1069"/>
                    </a:cubicBezTo>
                    <a:cubicBezTo>
                      <a:pt x="2640" y="1111"/>
                      <a:pt x="2577" y="1153"/>
                      <a:pt x="2467" y="1200"/>
                    </a:cubicBezTo>
                    <a:cubicBezTo>
                      <a:pt x="2286" y="1247"/>
                      <a:pt x="1885" y="1271"/>
                      <a:pt x="1466" y="1271"/>
                    </a:cubicBezTo>
                    <a:cubicBezTo>
                      <a:pt x="1326" y="1271"/>
                      <a:pt x="1184" y="1268"/>
                      <a:pt x="1048" y="1263"/>
                    </a:cubicBezTo>
                    <a:cubicBezTo>
                      <a:pt x="545" y="1263"/>
                      <a:pt x="152" y="1001"/>
                      <a:pt x="111" y="980"/>
                    </a:cubicBezTo>
                    <a:cubicBezTo>
                      <a:pt x="111" y="917"/>
                      <a:pt x="200" y="436"/>
                      <a:pt x="414" y="106"/>
                    </a:cubicBezTo>
                    <a:close/>
                    <a:moveTo>
                      <a:pt x="393" y="1"/>
                    </a:moveTo>
                    <a:lnTo>
                      <a:pt x="331" y="22"/>
                    </a:lnTo>
                    <a:cubicBezTo>
                      <a:pt x="69" y="394"/>
                      <a:pt x="1" y="1001"/>
                      <a:pt x="1" y="1001"/>
                    </a:cubicBezTo>
                    <a:lnTo>
                      <a:pt x="22" y="1048"/>
                    </a:lnTo>
                    <a:cubicBezTo>
                      <a:pt x="22" y="1048"/>
                      <a:pt x="482" y="1373"/>
                      <a:pt x="1048" y="1373"/>
                    </a:cubicBezTo>
                    <a:cubicBezTo>
                      <a:pt x="1184" y="1378"/>
                      <a:pt x="1326" y="1381"/>
                      <a:pt x="1466" y="1381"/>
                    </a:cubicBezTo>
                    <a:cubicBezTo>
                      <a:pt x="1886" y="1381"/>
                      <a:pt x="2292" y="1357"/>
                      <a:pt x="2488" y="1310"/>
                    </a:cubicBezTo>
                    <a:cubicBezTo>
                      <a:pt x="2619" y="1263"/>
                      <a:pt x="2708" y="1200"/>
                      <a:pt x="2771" y="1132"/>
                    </a:cubicBezTo>
                    <a:cubicBezTo>
                      <a:pt x="2818" y="1069"/>
                      <a:pt x="2818" y="1022"/>
                      <a:pt x="2818" y="1022"/>
                    </a:cubicBezTo>
                    <a:lnTo>
                      <a:pt x="2797" y="959"/>
                    </a:lnTo>
                    <a:cubicBezTo>
                      <a:pt x="2797" y="959"/>
                      <a:pt x="2184" y="498"/>
                      <a:pt x="1462" y="305"/>
                    </a:cubicBezTo>
                    <a:cubicBezTo>
                      <a:pt x="765" y="106"/>
                      <a:pt x="393" y="1"/>
                      <a:pt x="393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6"/>
              <p:cNvSpPr/>
              <p:nvPr/>
            </p:nvSpPr>
            <p:spPr>
              <a:xfrm>
                <a:off x="4160261" y="3428159"/>
                <a:ext cx="591048" cy="465503"/>
              </a:xfrm>
              <a:custGeom>
                <a:rect b="b" l="l" r="r" t="t"/>
                <a:pathLst>
                  <a:path extrusionOk="0" h="2970" w="3771">
                    <a:moveTo>
                      <a:pt x="1464" y="1"/>
                    </a:moveTo>
                    <a:cubicBezTo>
                      <a:pt x="706" y="1"/>
                      <a:pt x="891" y="1643"/>
                      <a:pt x="891" y="1643"/>
                    </a:cubicBezTo>
                    <a:cubicBezTo>
                      <a:pt x="0" y="1748"/>
                      <a:pt x="718" y="2774"/>
                      <a:pt x="718" y="2774"/>
                    </a:cubicBezTo>
                    <a:cubicBezTo>
                      <a:pt x="718" y="2774"/>
                      <a:pt x="1123" y="2969"/>
                      <a:pt x="1640" y="2969"/>
                    </a:cubicBezTo>
                    <a:cubicBezTo>
                      <a:pt x="1723" y="2969"/>
                      <a:pt x="1809" y="2964"/>
                      <a:pt x="1896" y="2953"/>
                    </a:cubicBezTo>
                    <a:cubicBezTo>
                      <a:pt x="2509" y="2843"/>
                      <a:pt x="3205" y="2691"/>
                      <a:pt x="3488" y="2581"/>
                    </a:cubicBezTo>
                    <a:cubicBezTo>
                      <a:pt x="3750" y="2450"/>
                      <a:pt x="3771" y="2251"/>
                      <a:pt x="3771" y="2251"/>
                    </a:cubicBezTo>
                    <a:cubicBezTo>
                      <a:pt x="3771" y="2251"/>
                      <a:pt x="2357" y="72"/>
                      <a:pt x="1524" y="4"/>
                    </a:cubicBezTo>
                    <a:cubicBezTo>
                      <a:pt x="1504" y="2"/>
                      <a:pt x="1483" y="1"/>
                      <a:pt x="1464" y="1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6"/>
              <p:cNvSpPr/>
              <p:nvPr/>
            </p:nvSpPr>
            <p:spPr>
              <a:xfrm>
                <a:off x="4217626" y="3418285"/>
                <a:ext cx="541206" cy="483214"/>
              </a:xfrm>
              <a:custGeom>
                <a:rect b="b" l="l" r="r" t="t"/>
                <a:pathLst>
                  <a:path extrusionOk="0" h="3083" w="3453">
                    <a:moveTo>
                      <a:pt x="1103" y="106"/>
                    </a:moveTo>
                    <a:cubicBezTo>
                      <a:pt x="1121" y="106"/>
                      <a:pt x="1139" y="107"/>
                      <a:pt x="1158" y="109"/>
                    </a:cubicBezTo>
                    <a:cubicBezTo>
                      <a:pt x="1336" y="135"/>
                      <a:pt x="1572" y="266"/>
                      <a:pt x="1813" y="481"/>
                    </a:cubicBezTo>
                    <a:cubicBezTo>
                      <a:pt x="2075" y="701"/>
                      <a:pt x="2316" y="963"/>
                      <a:pt x="2557" y="1245"/>
                    </a:cubicBezTo>
                    <a:cubicBezTo>
                      <a:pt x="2991" y="1790"/>
                      <a:pt x="3321" y="2293"/>
                      <a:pt x="3342" y="2314"/>
                    </a:cubicBezTo>
                    <a:cubicBezTo>
                      <a:pt x="3342" y="2335"/>
                      <a:pt x="3342" y="2361"/>
                      <a:pt x="3321" y="2403"/>
                    </a:cubicBezTo>
                    <a:cubicBezTo>
                      <a:pt x="3274" y="2445"/>
                      <a:pt x="3232" y="2534"/>
                      <a:pt x="3101" y="2576"/>
                    </a:cubicBezTo>
                    <a:cubicBezTo>
                      <a:pt x="2839" y="2707"/>
                      <a:pt x="2143" y="2858"/>
                      <a:pt x="1530" y="2947"/>
                    </a:cubicBezTo>
                    <a:cubicBezTo>
                      <a:pt x="1432" y="2962"/>
                      <a:pt x="1335" y="2969"/>
                      <a:pt x="1242" y="2969"/>
                    </a:cubicBezTo>
                    <a:cubicBezTo>
                      <a:pt x="775" y="2969"/>
                      <a:pt x="390" y="2813"/>
                      <a:pt x="373" y="2796"/>
                    </a:cubicBezTo>
                    <a:cubicBezTo>
                      <a:pt x="373" y="2796"/>
                      <a:pt x="221" y="2555"/>
                      <a:pt x="158" y="2314"/>
                    </a:cubicBezTo>
                    <a:cubicBezTo>
                      <a:pt x="111" y="2183"/>
                      <a:pt x="111" y="2052"/>
                      <a:pt x="179" y="1968"/>
                    </a:cubicBezTo>
                    <a:cubicBezTo>
                      <a:pt x="221" y="1858"/>
                      <a:pt x="331" y="1790"/>
                      <a:pt x="525" y="1769"/>
                    </a:cubicBezTo>
                    <a:lnTo>
                      <a:pt x="572" y="1706"/>
                    </a:lnTo>
                    <a:cubicBezTo>
                      <a:pt x="572" y="1706"/>
                      <a:pt x="525" y="1266"/>
                      <a:pt x="593" y="853"/>
                    </a:cubicBezTo>
                    <a:cubicBezTo>
                      <a:pt x="614" y="659"/>
                      <a:pt x="656" y="460"/>
                      <a:pt x="745" y="308"/>
                    </a:cubicBezTo>
                    <a:cubicBezTo>
                      <a:pt x="825" y="190"/>
                      <a:pt x="939" y="106"/>
                      <a:pt x="1103" y="106"/>
                    </a:cubicBezTo>
                    <a:close/>
                    <a:moveTo>
                      <a:pt x="1096" y="0"/>
                    </a:moveTo>
                    <a:cubicBezTo>
                      <a:pt x="909" y="0"/>
                      <a:pt x="755" y="106"/>
                      <a:pt x="656" y="266"/>
                    </a:cubicBezTo>
                    <a:cubicBezTo>
                      <a:pt x="551" y="418"/>
                      <a:pt x="504" y="633"/>
                      <a:pt x="483" y="853"/>
                    </a:cubicBezTo>
                    <a:cubicBezTo>
                      <a:pt x="420" y="1266"/>
                      <a:pt x="462" y="1638"/>
                      <a:pt x="483" y="1680"/>
                    </a:cubicBezTo>
                    <a:cubicBezTo>
                      <a:pt x="289" y="1727"/>
                      <a:pt x="132" y="1790"/>
                      <a:pt x="69" y="1900"/>
                    </a:cubicBezTo>
                    <a:cubicBezTo>
                      <a:pt x="1" y="2031"/>
                      <a:pt x="27" y="2183"/>
                      <a:pt x="48" y="2335"/>
                    </a:cubicBezTo>
                    <a:cubicBezTo>
                      <a:pt x="111" y="2623"/>
                      <a:pt x="310" y="2885"/>
                      <a:pt x="310" y="2885"/>
                    </a:cubicBezTo>
                    <a:lnTo>
                      <a:pt x="331" y="2885"/>
                    </a:lnTo>
                    <a:cubicBezTo>
                      <a:pt x="331" y="2885"/>
                      <a:pt x="727" y="3083"/>
                      <a:pt x="1228" y="3083"/>
                    </a:cubicBezTo>
                    <a:cubicBezTo>
                      <a:pt x="1326" y="3083"/>
                      <a:pt x="1427" y="3075"/>
                      <a:pt x="1530" y="3057"/>
                    </a:cubicBezTo>
                    <a:cubicBezTo>
                      <a:pt x="2164" y="2968"/>
                      <a:pt x="2860" y="2817"/>
                      <a:pt x="3143" y="2686"/>
                    </a:cubicBezTo>
                    <a:cubicBezTo>
                      <a:pt x="3300" y="2623"/>
                      <a:pt x="3363" y="2534"/>
                      <a:pt x="3405" y="2445"/>
                    </a:cubicBezTo>
                    <a:cubicBezTo>
                      <a:pt x="3452" y="2382"/>
                      <a:pt x="3452" y="2314"/>
                      <a:pt x="3452" y="2314"/>
                    </a:cubicBezTo>
                    <a:lnTo>
                      <a:pt x="3452" y="2272"/>
                    </a:lnTo>
                    <a:cubicBezTo>
                      <a:pt x="3452" y="2272"/>
                      <a:pt x="3080" y="1727"/>
                      <a:pt x="2619" y="1183"/>
                    </a:cubicBezTo>
                    <a:cubicBezTo>
                      <a:pt x="2405" y="895"/>
                      <a:pt x="2143" y="612"/>
                      <a:pt x="1881" y="397"/>
                    </a:cubicBezTo>
                    <a:cubicBezTo>
                      <a:pt x="1640" y="177"/>
                      <a:pt x="1378" y="25"/>
                      <a:pt x="1158" y="4"/>
                    </a:cubicBezTo>
                    <a:cubicBezTo>
                      <a:pt x="1137" y="2"/>
                      <a:pt x="1116" y="0"/>
                      <a:pt x="1096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6"/>
              <p:cNvSpPr/>
              <p:nvPr/>
            </p:nvSpPr>
            <p:spPr>
              <a:xfrm>
                <a:off x="2757486" y="2388697"/>
                <a:ext cx="1275666" cy="1371901"/>
              </a:xfrm>
              <a:custGeom>
                <a:rect b="b" l="l" r="r" t="t"/>
                <a:pathLst>
                  <a:path extrusionOk="0" h="8753" w="8139">
                    <a:moveTo>
                      <a:pt x="2577" y="1"/>
                    </a:moveTo>
                    <a:cubicBezTo>
                      <a:pt x="2577" y="1"/>
                      <a:pt x="613" y="373"/>
                      <a:pt x="309" y="1027"/>
                    </a:cubicBezTo>
                    <a:cubicBezTo>
                      <a:pt x="1" y="1682"/>
                      <a:pt x="283" y="1682"/>
                      <a:pt x="917" y="1860"/>
                    </a:cubicBezTo>
                    <a:cubicBezTo>
                      <a:pt x="1572" y="2033"/>
                      <a:pt x="3645" y="2515"/>
                      <a:pt x="3645" y="2515"/>
                    </a:cubicBezTo>
                    <a:lnTo>
                      <a:pt x="1137" y="6856"/>
                    </a:lnTo>
                    <a:cubicBezTo>
                      <a:pt x="1137" y="6856"/>
                      <a:pt x="1833" y="8186"/>
                      <a:pt x="3342" y="8579"/>
                    </a:cubicBezTo>
                    <a:cubicBezTo>
                      <a:pt x="3811" y="8708"/>
                      <a:pt x="4238" y="8753"/>
                      <a:pt x="4603" y="8753"/>
                    </a:cubicBezTo>
                    <a:cubicBezTo>
                      <a:pt x="5408" y="8753"/>
                      <a:pt x="5913" y="8537"/>
                      <a:pt x="5913" y="8537"/>
                    </a:cubicBezTo>
                    <a:cubicBezTo>
                      <a:pt x="5913" y="8537"/>
                      <a:pt x="7945" y="3363"/>
                      <a:pt x="8055" y="2729"/>
                    </a:cubicBezTo>
                    <a:cubicBezTo>
                      <a:pt x="8139" y="2096"/>
                      <a:pt x="7924" y="572"/>
                      <a:pt x="7138" y="373"/>
                    </a:cubicBezTo>
                    <a:cubicBezTo>
                      <a:pt x="6353" y="179"/>
                      <a:pt x="2577" y="1"/>
                      <a:pt x="257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6"/>
              <p:cNvSpPr/>
              <p:nvPr/>
            </p:nvSpPr>
            <p:spPr>
              <a:xfrm>
                <a:off x="2778018" y="2378980"/>
                <a:ext cx="1259209" cy="1389299"/>
              </a:xfrm>
              <a:custGeom>
                <a:rect b="b" l="l" r="r" t="t"/>
                <a:pathLst>
                  <a:path extrusionOk="0" h="8864" w="8034">
                    <a:moveTo>
                      <a:pt x="2467" y="110"/>
                    </a:moveTo>
                    <a:cubicBezTo>
                      <a:pt x="2467" y="110"/>
                      <a:pt x="3383" y="152"/>
                      <a:pt x="4431" y="220"/>
                    </a:cubicBezTo>
                    <a:cubicBezTo>
                      <a:pt x="5478" y="304"/>
                      <a:pt x="6615" y="393"/>
                      <a:pt x="6986" y="482"/>
                    </a:cubicBezTo>
                    <a:cubicBezTo>
                      <a:pt x="7353" y="587"/>
                      <a:pt x="7594" y="979"/>
                      <a:pt x="7746" y="1461"/>
                    </a:cubicBezTo>
                    <a:cubicBezTo>
                      <a:pt x="7877" y="1943"/>
                      <a:pt x="7924" y="2488"/>
                      <a:pt x="7856" y="2791"/>
                    </a:cubicBezTo>
                    <a:cubicBezTo>
                      <a:pt x="7835" y="2922"/>
                      <a:pt x="7683" y="3383"/>
                      <a:pt x="7484" y="3949"/>
                    </a:cubicBezTo>
                    <a:cubicBezTo>
                      <a:pt x="7290" y="4514"/>
                      <a:pt x="7007" y="5216"/>
                      <a:pt x="6767" y="5913"/>
                    </a:cubicBezTo>
                    <a:cubicBezTo>
                      <a:pt x="6243" y="7264"/>
                      <a:pt x="5740" y="8531"/>
                      <a:pt x="5740" y="8552"/>
                    </a:cubicBezTo>
                    <a:cubicBezTo>
                      <a:pt x="5711" y="8552"/>
                      <a:pt x="5222" y="8762"/>
                      <a:pt x="4439" y="8762"/>
                    </a:cubicBezTo>
                    <a:cubicBezTo>
                      <a:pt x="4090" y="8762"/>
                      <a:pt x="3683" y="8720"/>
                      <a:pt x="3232" y="8599"/>
                    </a:cubicBezTo>
                    <a:cubicBezTo>
                      <a:pt x="1750" y="8206"/>
                      <a:pt x="1095" y="6960"/>
                      <a:pt x="1069" y="6918"/>
                    </a:cubicBezTo>
                    <a:lnTo>
                      <a:pt x="3556" y="2598"/>
                    </a:lnTo>
                    <a:lnTo>
                      <a:pt x="3514" y="2530"/>
                    </a:lnTo>
                    <a:cubicBezTo>
                      <a:pt x="3514" y="2530"/>
                      <a:pt x="1441" y="2027"/>
                      <a:pt x="807" y="1854"/>
                    </a:cubicBezTo>
                    <a:cubicBezTo>
                      <a:pt x="482" y="1765"/>
                      <a:pt x="262" y="1723"/>
                      <a:pt x="152" y="1634"/>
                    </a:cubicBezTo>
                    <a:cubicBezTo>
                      <a:pt x="110" y="1592"/>
                      <a:pt x="89" y="1550"/>
                      <a:pt x="110" y="1461"/>
                    </a:cubicBezTo>
                    <a:cubicBezTo>
                      <a:pt x="110" y="1398"/>
                      <a:pt x="152" y="1267"/>
                      <a:pt x="220" y="1110"/>
                    </a:cubicBezTo>
                    <a:cubicBezTo>
                      <a:pt x="283" y="958"/>
                      <a:pt x="461" y="828"/>
                      <a:pt x="702" y="697"/>
                    </a:cubicBezTo>
                    <a:cubicBezTo>
                      <a:pt x="917" y="566"/>
                      <a:pt x="1179" y="456"/>
                      <a:pt x="1441" y="372"/>
                    </a:cubicBezTo>
                    <a:cubicBezTo>
                      <a:pt x="1964" y="194"/>
                      <a:pt x="2446" y="110"/>
                      <a:pt x="2467" y="110"/>
                    </a:cubicBezTo>
                    <a:close/>
                    <a:moveTo>
                      <a:pt x="2446" y="0"/>
                    </a:moveTo>
                    <a:cubicBezTo>
                      <a:pt x="2446" y="0"/>
                      <a:pt x="1943" y="110"/>
                      <a:pt x="1420" y="283"/>
                    </a:cubicBezTo>
                    <a:cubicBezTo>
                      <a:pt x="1158" y="372"/>
                      <a:pt x="875" y="482"/>
                      <a:pt x="634" y="613"/>
                    </a:cubicBezTo>
                    <a:cubicBezTo>
                      <a:pt x="393" y="744"/>
                      <a:pt x="220" y="896"/>
                      <a:pt x="131" y="1068"/>
                    </a:cubicBezTo>
                    <a:cubicBezTo>
                      <a:pt x="48" y="1220"/>
                      <a:pt x="0" y="1351"/>
                      <a:pt x="0" y="1461"/>
                    </a:cubicBezTo>
                    <a:cubicBezTo>
                      <a:pt x="0" y="1571"/>
                      <a:pt x="21" y="1660"/>
                      <a:pt x="89" y="1723"/>
                    </a:cubicBezTo>
                    <a:cubicBezTo>
                      <a:pt x="220" y="1854"/>
                      <a:pt x="461" y="1875"/>
                      <a:pt x="786" y="1964"/>
                    </a:cubicBezTo>
                    <a:cubicBezTo>
                      <a:pt x="1399" y="2137"/>
                      <a:pt x="3321" y="2598"/>
                      <a:pt x="3425" y="2619"/>
                    </a:cubicBezTo>
                    <a:lnTo>
                      <a:pt x="964" y="6897"/>
                    </a:lnTo>
                    <a:lnTo>
                      <a:pt x="964" y="6939"/>
                    </a:lnTo>
                    <a:cubicBezTo>
                      <a:pt x="964" y="6939"/>
                      <a:pt x="1661" y="8290"/>
                      <a:pt x="3190" y="8704"/>
                    </a:cubicBezTo>
                    <a:cubicBezTo>
                      <a:pt x="3649" y="8822"/>
                      <a:pt x="4066" y="8864"/>
                      <a:pt x="4426" y="8864"/>
                    </a:cubicBezTo>
                    <a:cubicBezTo>
                      <a:pt x="5260" y="8864"/>
                      <a:pt x="5782" y="8641"/>
                      <a:pt x="5782" y="8641"/>
                    </a:cubicBezTo>
                    <a:lnTo>
                      <a:pt x="5829" y="8620"/>
                    </a:lnTo>
                    <a:cubicBezTo>
                      <a:pt x="5829" y="8620"/>
                      <a:pt x="6332" y="7311"/>
                      <a:pt x="6856" y="5954"/>
                    </a:cubicBezTo>
                    <a:cubicBezTo>
                      <a:pt x="7117" y="5258"/>
                      <a:pt x="7379" y="4561"/>
                      <a:pt x="7594" y="3970"/>
                    </a:cubicBezTo>
                    <a:cubicBezTo>
                      <a:pt x="7793" y="3404"/>
                      <a:pt x="7945" y="2969"/>
                      <a:pt x="7966" y="2791"/>
                    </a:cubicBezTo>
                    <a:cubicBezTo>
                      <a:pt x="8034" y="2467"/>
                      <a:pt x="7987" y="1922"/>
                      <a:pt x="7835" y="1440"/>
                    </a:cubicBezTo>
                    <a:cubicBezTo>
                      <a:pt x="7704" y="938"/>
                      <a:pt x="7442" y="503"/>
                      <a:pt x="7007" y="393"/>
                    </a:cubicBezTo>
                    <a:cubicBezTo>
                      <a:pt x="6615" y="283"/>
                      <a:pt x="5478" y="194"/>
                      <a:pt x="4431" y="131"/>
                    </a:cubicBezTo>
                    <a:cubicBezTo>
                      <a:pt x="3404" y="42"/>
                      <a:pt x="2446" y="0"/>
                      <a:pt x="2446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6"/>
              <p:cNvSpPr/>
              <p:nvPr/>
            </p:nvSpPr>
            <p:spPr>
              <a:xfrm>
                <a:off x="2309381" y="2470826"/>
                <a:ext cx="2394441" cy="1389613"/>
              </a:xfrm>
              <a:custGeom>
                <a:rect b="b" l="l" r="r" t="t"/>
                <a:pathLst>
                  <a:path extrusionOk="0" h="8866" w="15277">
                    <a:moveTo>
                      <a:pt x="3341" y="1"/>
                    </a:moveTo>
                    <a:cubicBezTo>
                      <a:pt x="3341" y="1"/>
                      <a:pt x="2226" y="482"/>
                      <a:pt x="1116" y="1268"/>
                    </a:cubicBezTo>
                    <a:cubicBezTo>
                      <a:pt x="0" y="2054"/>
                      <a:pt x="89" y="3300"/>
                      <a:pt x="89" y="3300"/>
                    </a:cubicBezTo>
                    <a:cubicBezTo>
                      <a:pt x="655" y="4127"/>
                      <a:pt x="1267" y="4127"/>
                      <a:pt x="1990" y="4216"/>
                    </a:cubicBezTo>
                    <a:cubicBezTo>
                      <a:pt x="2080" y="4229"/>
                      <a:pt x="2236" y="4235"/>
                      <a:pt x="2440" y="4235"/>
                    </a:cubicBezTo>
                    <a:cubicBezTo>
                      <a:pt x="3869" y="4235"/>
                      <a:pt x="7662" y="3955"/>
                      <a:pt x="7662" y="3955"/>
                    </a:cubicBezTo>
                    <a:lnTo>
                      <a:pt x="11809" y="8799"/>
                    </a:lnTo>
                    <a:cubicBezTo>
                      <a:pt x="11809" y="8799"/>
                      <a:pt x="11989" y="8866"/>
                      <a:pt x="12292" y="8866"/>
                    </a:cubicBezTo>
                    <a:cubicBezTo>
                      <a:pt x="12697" y="8866"/>
                      <a:pt x="13322" y="8746"/>
                      <a:pt x="14035" y="8186"/>
                    </a:cubicBezTo>
                    <a:cubicBezTo>
                      <a:pt x="15276" y="7201"/>
                      <a:pt x="15234" y="6201"/>
                      <a:pt x="15234" y="6201"/>
                    </a:cubicBezTo>
                    <a:cubicBezTo>
                      <a:pt x="15234" y="6201"/>
                      <a:pt x="10605" y="1944"/>
                      <a:pt x="9777" y="1226"/>
                    </a:cubicBezTo>
                    <a:cubicBezTo>
                      <a:pt x="8974" y="522"/>
                      <a:pt x="8401" y="503"/>
                      <a:pt x="8156" y="503"/>
                    </a:cubicBezTo>
                    <a:cubicBezTo>
                      <a:pt x="8142" y="503"/>
                      <a:pt x="8129" y="503"/>
                      <a:pt x="8117" y="503"/>
                    </a:cubicBezTo>
                    <a:cubicBezTo>
                      <a:pt x="8106" y="502"/>
                      <a:pt x="8085" y="502"/>
                      <a:pt x="8055" y="502"/>
                    </a:cubicBezTo>
                    <a:cubicBezTo>
                      <a:pt x="7617" y="502"/>
                      <a:pt x="5297" y="620"/>
                      <a:pt x="4623" y="620"/>
                    </a:cubicBezTo>
                    <a:cubicBezTo>
                      <a:pt x="4535" y="620"/>
                      <a:pt x="4475" y="618"/>
                      <a:pt x="4452" y="613"/>
                    </a:cubicBezTo>
                    <a:cubicBezTo>
                      <a:pt x="4237" y="592"/>
                      <a:pt x="3341" y="1"/>
                      <a:pt x="334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6"/>
              <p:cNvSpPr/>
              <p:nvPr/>
            </p:nvSpPr>
            <p:spPr>
              <a:xfrm>
                <a:off x="2302798" y="2460952"/>
                <a:ext cx="2404315" cy="1407324"/>
              </a:xfrm>
              <a:custGeom>
                <a:rect b="b" l="l" r="r" t="t"/>
                <a:pathLst>
                  <a:path extrusionOk="0" h="8979" w="15340">
                    <a:moveTo>
                      <a:pt x="3362" y="111"/>
                    </a:moveTo>
                    <a:cubicBezTo>
                      <a:pt x="3383" y="132"/>
                      <a:pt x="3577" y="263"/>
                      <a:pt x="3818" y="415"/>
                    </a:cubicBezTo>
                    <a:cubicBezTo>
                      <a:pt x="3949" y="483"/>
                      <a:pt x="4101" y="566"/>
                      <a:pt x="4211" y="614"/>
                    </a:cubicBezTo>
                    <a:cubicBezTo>
                      <a:pt x="4321" y="676"/>
                      <a:pt x="4410" y="718"/>
                      <a:pt x="4494" y="744"/>
                    </a:cubicBezTo>
                    <a:lnTo>
                      <a:pt x="5127" y="744"/>
                    </a:lnTo>
                    <a:cubicBezTo>
                      <a:pt x="5478" y="718"/>
                      <a:pt x="5913" y="697"/>
                      <a:pt x="6326" y="676"/>
                    </a:cubicBezTo>
                    <a:cubicBezTo>
                      <a:pt x="6766" y="676"/>
                      <a:pt x="7201" y="655"/>
                      <a:pt x="7531" y="634"/>
                    </a:cubicBezTo>
                    <a:cubicBezTo>
                      <a:pt x="7704" y="634"/>
                      <a:pt x="7856" y="634"/>
                      <a:pt x="7966" y="614"/>
                    </a:cubicBezTo>
                    <a:lnTo>
                      <a:pt x="8159" y="614"/>
                    </a:lnTo>
                    <a:cubicBezTo>
                      <a:pt x="8269" y="634"/>
                      <a:pt x="8468" y="614"/>
                      <a:pt x="8730" y="697"/>
                    </a:cubicBezTo>
                    <a:cubicBezTo>
                      <a:pt x="9013" y="786"/>
                      <a:pt x="9364" y="959"/>
                      <a:pt x="9778" y="1310"/>
                    </a:cubicBezTo>
                    <a:cubicBezTo>
                      <a:pt x="10605" y="2054"/>
                      <a:pt x="15187" y="6243"/>
                      <a:pt x="15208" y="6285"/>
                    </a:cubicBezTo>
                    <a:cubicBezTo>
                      <a:pt x="15208" y="6285"/>
                      <a:pt x="15229" y="6505"/>
                      <a:pt x="15077" y="6872"/>
                    </a:cubicBezTo>
                    <a:cubicBezTo>
                      <a:pt x="14946" y="7243"/>
                      <a:pt x="14664" y="7725"/>
                      <a:pt x="14030" y="8207"/>
                    </a:cubicBezTo>
                    <a:cubicBezTo>
                      <a:pt x="13422" y="8705"/>
                      <a:pt x="12873" y="8835"/>
                      <a:pt x="12506" y="8862"/>
                    </a:cubicBezTo>
                    <a:cubicBezTo>
                      <a:pt x="12431" y="8870"/>
                      <a:pt x="12363" y="8873"/>
                      <a:pt x="12301" y="8873"/>
                    </a:cubicBezTo>
                    <a:cubicBezTo>
                      <a:pt x="12037" y="8873"/>
                      <a:pt x="11889" y="8815"/>
                      <a:pt x="11872" y="8815"/>
                    </a:cubicBezTo>
                    <a:lnTo>
                      <a:pt x="7746" y="3970"/>
                    </a:lnTo>
                    <a:lnTo>
                      <a:pt x="7704" y="3949"/>
                    </a:lnTo>
                    <a:cubicBezTo>
                      <a:pt x="7704" y="3949"/>
                      <a:pt x="6457" y="4038"/>
                      <a:pt x="5127" y="4122"/>
                    </a:cubicBezTo>
                    <a:cubicBezTo>
                      <a:pt x="4473" y="4169"/>
                      <a:pt x="3776" y="4211"/>
                      <a:pt x="3210" y="4232"/>
                    </a:cubicBezTo>
                    <a:cubicBezTo>
                      <a:pt x="2925" y="4243"/>
                      <a:pt x="2674" y="4248"/>
                      <a:pt x="2472" y="4248"/>
                    </a:cubicBezTo>
                    <a:cubicBezTo>
                      <a:pt x="2270" y="4248"/>
                      <a:pt x="2119" y="4243"/>
                      <a:pt x="2032" y="4232"/>
                    </a:cubicBezTo>
                    <a:cubicBezTo>
                      <a:pt x="1681" y="4169"/>
                      <a:pt x="1351" y="4148"/>
                      <a:pt x="1048" y="4038"/>
                    </a:cubicBezTo>
                    <a:cubicBezTo>
                      <a:pt x="744" y="3928"/>
                      <a:pt x="461" y="3729"/>
                      <a:pt x="199" y="3337"/>
                    </a:cubicBezTo>
                    <a:cubicBezTo>
                      <a:pt x="199" y="3316"/>
                      <a:pt x="110" y="2117"/>
                      <a:pt x="1179" y="1373"/>
                    </a:cubicBezTo>
                    <a:cubicBezTo>
                      <a:pt x="2268" y="587"/>
                      <a:pt x="3341" y="132"/>
                      <a:pt x="3362" y="111"/>
                    </a:cubicBezTo>
                    <a:close/>
                    <a:moveTo>
                      <a:pt x="3362" y="1"/>
                    </a:moveTo>
                    <a:cubicBezTo>
                      <a:pt x="3362" y="1"/>
                      <a:pt x="2247" y="483"/>
                      <a:pt x="1137" y="1289"/>
                    </a:cubicBezTo>
                    <a:cubicBezTo>
                      <a:pt x="0" y="2075"/>
                      <a:pt x="89" y="3363"/>
                      <a:pt x="89" y="3363"/>
                    </a:cubicBezTo>
                    <a:lnTo>
                      <a:pt x="89" y="3384"/>
                    </a:lnTo>
                    <a:cubicBezTo>
                      <a:pt x="393" y="3819"/>
                      <a:pt x="697" y="4038"/>
                      <a:pt x="1006" y="4148"/>
                    </a:cubicBezTo>
                    <a:cubicBezTo>
                      <a:pt x="1330" y="4253"/>
                      <a:pt x="1660" y="4279"/>
                      <a:pt x="2032" y="4342"/>
                    </a:cubicBezTo>
                    <a:cubicBezTo>
                      <a:pt x="2083" y="4348"/>
                      <a:pt x="2158" y="4351"/>
                      <a:pt x="2253" y="4351"/>
                    </a:cubicBezTo>
                    <a:cubicBezTo>
                      <a:pt x="2482" y="4351"/>
                      <a:pt x="2828" y="4336"/>
                      <a:pt x="3231" y="4321"/>
                    </a:cubicBezTo>
                    <a:cubicBezTo>
                      <a:pt x="3776" y="4300"/>
                      <a:pt x="4473" y="4279"/>
                      <a:pt x="5127" y="4232"/>
                    </a:cubicBezTo>
                    <a:cubicBezTo>
                      <a:pt x="6457" y="4148"/>
                      <a:pt x="7662" y="4059"/>
                      <a:pt x="7683" y="4059"/>
                    </a:cubicBezTo>
                    <a:lnTo>
                      <a:pt x="11804" y="8883"/>
                    </a:lnTo>
                    <a:lnTo>
                      <a:pt x="11825" y="8904"/>
                    </a:lnTo>
                    <a:cubicBezTo>
                      <a:pt x="11825" y="8904"/>
                      <a:pt x="12003" y="8978"/>
                      <a:pt x="12299" y="8978"/>
                    </a:cubicBezTo>
                    <a:cubicBezTo>
                      <a:pt x="12363" y="8978"/>
                      <a:pt x="12432" y="8975"/>
                      <a:pt x="12506" y="8966"/>
                    </a:cubicBezTo>
                    <a:cubicBezTo>
                      <a:pt x="12920" y="8945"/>
                      <a:pt x="13485" y="8794"/>
                      <a:pt x="14098" y="8291"/>
                    </a:cubicBezTo>
                    <a:cubicBezTo>
                      <a:pt x="14732" y="7814"/>
                      <a:pt x="15035" y="7291"/>
                      <a:pt x="15187" y="6919"/>
                    </a:cubicBezTo>
                    <a:cubicBezTo>
                      <a:pt x="15339" y="6526"/>
                      <a:pt x="15318" y="6264"/>
                      <a:pt x="15318" y="6264"/>
                    </a:cubicBezTo>
                    <a:lnTo>
                      <a:pt x="15297" y="6217"/>
                    </a:lnTo>
                    <a:cubicBezTo>
                      <a:pt x="15297" y="6217"/>
                      <a:pt x="10694" y="1965"/>
                      <a:pt x="9840" y="1242"/>
                    </a:cubicBezTo>
                    <a:cubicBezTo>
                      <a:pt x="9427" y="875"/>
                      <a:pt x="9055" y="697"/>
                      <a:pt x="8772" y="614"/>
                    </a:cubicBezTo>
                    <a:cubicBezTo>
                      <a:pt x="8489" y="525"/>
                      <a:pt x="8269" y="525"/>
                      <a:pt x="8159" y="504"/>
                    </a:cubicBezTo>
                    <a:cubicBezTo>
                      <a:pt x="8138" y="504"/>
                      <a:pt x="8076" y="504"/>
                      <a:pt x="7966" y="525"/>
                    </a:cubicBezTo>
                    <a:lnTo>
                      <a:pt x="7531" y="525"/>
                    </a:lnTo>
                    <a:cubicBezTo>
                      <a:pt x="7201" y="545"/>
                      <a:pt x="6766" y="566"/>
                      <a:pt x="6326" y="587"/>
                    </a:cubicBezTo>
                    <a:cubicBezTo>
                      <a:pt x="5892" y="587"/>
                      <a:pt x="5478" y="614"/>
                      <a:pt x="5127" y="634"/>
                    </a:cubicBezTo>
                    <a:lnTo>
                      <a:pt x="4520" y="634"/>
                    </a:lnTo>
                    <a:cubicBezTo>
                      <a:pt x="4473" y="634"/>
                      <a:pt x="4363" y="587"/>
                      <a:pt x="4258" y="525"/>
                    </a:cubicBezTo>
                    <a:cubicBezTo>
                      <a:pt x="4148" y="456"/>
                      <a:pt x="4017" y="394"/>
                      <a:pt x="3886" y="305"/>
                    </a:cubicBezTo>
                    <a:cubicBezTo>
                      <a:pt x="3624" y="153"/>
                      <a:pt x="3404" y="22"/>
                      <a:pt x="3404" y="22"/>
                    </a:cubicBezTo>
                    <a:lnTo>
                      <a:pt x="3362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6"/>
              <p:cNvSpPr/>
              <p:nvPr/>
            </p:nvSpPr>
            <p:spPr>
              <a:xfrm>
                <a:off x="4484389" y="3689436"/>
                <a:ext cx="691358" cy="294035"/>
              </a:xfrm>
              <a:custGeom>
                <a:rect b="b" l="l" r="r" t="t"/>
                <a:pathLst>
                  <a:path extrusionOk="0" h="1876" w="4411">
                    <a:moveTo>
                      <a:pt x="932" y="1"/>
                    </a:moveTo>
                    <a:cubicBezTo>
                      <a:pt x="790" y="1"/>
                      <a:pt x="652" y="35"/>
                      <a:pt x="525" y="107"/>
                    </a:cubicBezTo>
                    <a:cubicBezTo>
                      <a:pt x="179" y="280"/>
                      <a:pt x="1" y="521"/>
                      <a:pt x="132" y="825"/>
                    </a:cubicBezTo>
                    <a:cubicBezTo>
                      <a:pt x="441" y="1217"/>
                      <a:pt x="682" y="1610"/>
                      <a:pt x="1357" y="1699"/>
                    </a:cubicBezTo>
                    <a:cubicBezTo>
                      <a:pt x="1902" y="1750"/>
                      <a:pt x="2730" y="1876"/>
                      <a:pt x="3249" y="1876"/>
                    </a:cubicBezTo>
                    <a:cubicBezTo>
                      <a:pt x="3374" y="1876"/>
                      <a:pt x="3481" y="1868"/>
                      <a:pt x="3562" y="1851"/>
                    </a:cubicBezTo>
                    <a:cubicBezTo>
                      <a:pt x="3997" y="1741"/>
                      <a:pt x="4410" y="1390"/>
                      <a:pt x="4217" y="1217"/>
                    </a:cubicBezTo>
                    <a:cubicBezTo>
                      <a:pt x="4018" y="1024"/>
                      <a:pt x="2991" y="977"/>
                      <a:pt x="2578" y="825"/>
                    </a:cubicBezTo>
                    <a:cubicBezTo>
                      <a:pt x="2185" y="694"/>
                      <a:pt x="2033" y="631"/>
                      <a:pt x="1682" y="301"/>
                    </a:cubicBezTo>
                    <a:cubicBezTo>
                      <a:pt x="1445" y="107"/>
                      <a:pt x="1182" y="1"/>
                      <a:pt x="93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6"/>
              <p:cNvSpPr/>
              <p:nvPr/>
            </p:nvSpPr>
            <p:spPr>
              <a:xfrm>
                <a:off x="4484389" y="3680345"/>
                <a:ext cx="681484" cy="309865"/>
              </a:xfrm>
              <a:custGeom>
                <a:rect b="b" l="l" r="r" t="t"/>
                <a:pathLst>
                  <a:path extrusionOk="0" h="1977" w="4348">
                    <a:moveTo>
                      <a:pt x="960" y="111"/>
                    </a:moveTo>
                    <a:cubicBezTo>
                      <a:pt x="1004" y="111"/>
                      <a:pt x="1049" y="113"/>
                      <a:pt x="1095" y="118"/>
                    </a:cubicBezTo>
                    <a:cubicBezTo>
                      <a:pt x="1289" y="165"/>
                      <a:pt x="1467" y="249"/>
                      <a:pt x="1640" y="401"/>
                    </a:cubicBezTo>
                    <a:cubicBezTo>
                      <a:pt x="1991" y="731"/>
                      <a:pt x="2164" y="794"/>
                      <a:pt x="2557" y="951"/>
                    </a:cubicBezTo>
                    <a:cubicBezTo>
                      <a:pt x="2777" y="1014"/>
                      <a:pt x="3143" y="1055"/>
                      <a:pt x="3473" y="1103"/>
                    </a:cubicBezTo>
                    <a:cubicBezTo>
                      <a:pt x="3646" y="1145"/>
                      <a:pt x="3798" y="1165"/>
                      <a:pt x="3929" y="1186"/>
                    </a:cubicBezTo>
                    <a:cubicBezTo>
                      <a:pt x="4060" y="1234"/>
                      <a:pt x="4149" y="1275"/>
                      <a:pt x="4190" y="1296"/>
                    </a:cubicBezTo>
                    <a:cubicBezTo>
                      <a:pt x="4217" y="1344"/>
                      <a:pt x="4238" y="1364"/>
                      <a:pt x="4217" y="1427"/>
                    </a:cubicBezTo>
                    <a:cubicBezTo>
                      <a:pt x="4190" y="1474"/>
                      <a:pt x="4149" y="1516"/>
                      <a:pt x="4086" y="1579"/>
                    </a:cubicBezTo>
                    <a:cubicBezTo>
                      <a:pt x="3976" y="1689"/>
                      <a:pt x="3756" y="1799"/>
                      <a:pt x="3562" y="1841"/>
                    </a:cubicBezTo>
                    <a:cubicBezTo>
                      <a:pt x="3476" y="1861"/>
                      <a:pt x="3358" y="1869"/>
                      <a:pt x="3217" y="1869"/>
                    </a:cubicBezTo>
                    <a:cubicBezTo>
                      <a:pt x="3034" y="1869"/>
                      <a:pt x="2812" y="1856"/>
                      <a:pt x="2578" y="1841"/>
                    </a:cubicBezTo>
                    <a:cubicBezTo>
                      <a:pt x="2164" y="1799"/>
                      <a:pt x="1703" y="1736"/>
                      <a:pt x="1357" y="1689"/>
                    </a:cubicBezTo>
                    <a:cubicBezTo>
                      <a:pt x="1027" y="1668"/>
                      <a:pt x="813" y="1558"/>
                      <a:pt x="635" y="1406"/>
                    </a:cubicBezTo>
                    <a:cubicBezTo>
                      <a:pt x="462" y="1254"/>
                      <a:pt x="331" y="1055"/>
                      <a:pt x="179" y="862"/>
                    </a:cubicBezTo>
                    <a:cubicBezTo>
                      <a:pt x="111" y="731"/>
                      <a:pt x="132" y="600"/>
                      <a:pt x="200" y="490"/>
                    </a:cubicBezTo>
                    <a:cubicBezTo>
                      <a:pt x="263" y="401"/>
                      <a:pt x="373" y="296"/>
                      <a:pt x="551" y="207"/>
                    </a:cubicBezTo>
                    <a:cubicBezTo>
                      <a:pt x="683" y="139"/>
                      <a:pt x="816" y="111"/>
                      <a:pt x="960" y="111"/>
                    </a:cubicBezTo>
                    <a:close/>
                    <a:moveTo>
                      <a:pt x="967" y="1"/>
                    </a:moveTo>
                    <a:cubicBezTo>
                      <a:pt x="806" y="1"/>
                      <a:pt x="656" y="29"/>
                      <a:pt x="504" y="97"/>
                    </a:cubicBezTo>
                    <a:cubicBezTo>
                      <a:pt x="331" y="207"/>
                      <a:pt x="179" y="317"/>
                      <a:pt x="111" y="448"/>
                    </a:cubicBezTo>
                    <a:cubicBezTo>
                      <a:pt x="27" y="579"/>
                      <a:pt x="1" y="731"/>
                      <a:pt x="69" y="904"/>
                    </a:cubicBezTo>
                    <a:lnTo>
                      <a:pt x="90" y="925"/>
                    </a:lnTo>
                    <a:cubicBezTo>
                      <a:pt x="242" y="1124"/>
                      <a:pt x="373" y="1317"/>
                      <a:pt x="572" y="1474"/>
                    </a:cubicBezTo>
                    <a:cubicBezTo>
                      <a:pt x="745" y="1647"/>
                      <a:pt x="1006" y="1757"/>
                      <a:pt x="1357" y="1799"/>
                    </a:cubicBezTo>
                    <a:cubicBezTo>
                      <a:pt x="1682" y="1841"/>
                      <a:pt x="2143" y="1909"/>
                      <a:pt x="2557" y="1930"/>
                    </a:cubicBezTo>
                    <a:cubicBezTo>
                      <a:pt x="2814" y="1956"/>
                      <a:pt x="3064" y="1976"/>
                      <a:pt x="3268" y="1976"/>
                    </a:cubicBezTo>
                    <a:cubicBezTo>
                      <a:pt x="3392" y="1976"/>
                      <a:pt x="3500" y="1969"/>
                      <a:pt x="3583" y="1951"/>
                    </a:cubicBezTo>
                    <a:cubicBezTo>
                      <a:pt x="3798" y="1909"/>
                      <a:pt x="4018" y="1799"/>
                      <a:pt x="4170" y="1668"/>
                    </a:cubicBezTo>
                    <a:cubicBezTo>
                      <a:pt x="4238" y="1605"/>
                      <a:pt x="4279" y="1516"/>
                      <a:pt x="4321" y="1448"/>
                    </a:cubicBezTo>
                    <a:cubicBezTo>
                      <a:pt x="4348" y="1385"/>
                      <a:pt x="4321" y="1296"/>
                      <a:pt x="4259" y="1234"/>
                    </a:cubicBezTo>
                    <a:cubicBezTo>
                      <a:pt x="4190" y="1165"/>
                      <a:pt x="4086" y="1124"/>
                      <a:pt x="3955" y="1103"/>
                    </a:cubicBezTo>
                    <a:cubicBezTo>
                      <a:pt x="3824" y="1055"/>
                      <a:pt x="3646" y="1035"/>
                      <a:pt x="3494" y="1014"/>
                    </a:cubicBezTo>
                    <a:cubicBezTo>
                      <a:pt x="3143" y="951"/>
                      <a:pt x="2797" y="904"/>
                      <a:pt x="2598" y="841"/>
                    </a:cubicBezTo>
                    <a:cubicBezTo>
                      <a:pt x="2185" y="689"/>
                      <a:pt x="2054" y="642"/>
                      <a:pt x="1703" y="338"/>
                    </a:cubicBezTo>
                    <a:cubicBezTo>
                      <a:pt x="1530" y="165"/>
                      <a:pt x="1310" y="55"/>
                      <a:pt x="1116" y="8"/>
                    </a:cubicBezTo>
                    <a:cubicBezTo>
                      <a:pt x="1065" y="3"/>
                      <a:pt x="1015" y="1"/>
                      <a:pt x="96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5" name="Google Shape;675;p6"/>
              <p:cNvSpPr/>
              <p:nvPr/>
            </p:nvSpPr>
            <p:spPr>
              <a:xfrm>
                <a:off x="3499468" y="2982564"/>
                <a:ext cx="175073" cy="111439"/>
              </a:xfrm>
              <a:custGeom>
                <a:rect b="b" l="l" r="r" t="t"/>
                <a:pathLst>
                  <a:path extrusionOk="0" h="711" w="1117">
                    <a:moveTo>
                      <a:pt x="1029" y="0"/>
                    </a:moveTo>
                    <a:cubicBezTo>
                      <a:pt x="1020" y="0"/>
                      <a:pt x="1012" y="3"/>
                      <a:pt x="1006" y="9"/>
                    </a:cubicBezTo>
                    <a:cubicBezTo>
                      <a:pt x="702" y="297"/>
                      <a:pt x="441" y="532"/>
                      <a:pt x="48" y="600"/>
                    </a:cubicBezTo>
                    <a:cubicBezTo>
                      <a:pt x="27" y="600"/>
                      <a:pt x="1" y="642"/>
                      <a:pt x="1" y="663"/>
                    </a:cubicBezTo>
                    <a:cubicBezTo>
                      <a:pt x="1" y="690"/>
                      <a:pt x="48" y="710"/>
                      <a:pt x="69" y="710"/>
                    </a:cubicBezTo>
                    <a:cubicBezTo>
                      <a:pt x="503" y="642"/>
                      <a:pt x="786" y="360"/>
                      <a:pt x="1095" y="98"/>
                    </a:cubicBezTo>
                    <a:cubicBezTo>
                      <a:pt x="1116" y="77"/>
                      <a:pt x="1116" y="56"/>
                      <a:pt x="1095" y="35"/>
                    </a:cubicBezTo>
                    <a:cubicBezTo>
                      <a:pt x="1080" y="16"/>
                      <a:pt x="1052" y="0"/>
                      <a:pt x="1029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6"/>
              <p:cNvSpPr/>
              <p:nvPr/>
            </p:nvSpPr>
            <p:spPr>
              <a:xfrm>
                <a:off x="2921587" y="2385563"/>
                <a:ext cx="1546661" cy="318486"/>
              </a:xfrm>
              <a:custGeom>
                <a:rect b="b" l="l" r="r" t="t"/>
                <a:pathLst>
                  <a:path extrusionOk="0" h="2032" w="9868">
                    <a:moveTo>
                      <a:pt x="5390" y="0"/>
                    </a:moveTo>
                    <a:cubicBezTo>
                      <a:pt x="5285" y="0"/>
                      <a:pt x="5154" y="21"/>
                      <a:pt x="5086" y="47"/>
                    </a:cubicBezTo>
                    <a:lnTo>
                      <a:pt x="896" y="1660"/>
                    </a:lnTo>
                    <a:lnTo>
                      <a:pt x="964" y="1550"/>
                    </a:lnTo>
                    <a:lnTo>
                      <a:pt x="1" y="1702"/>
                    </a:lnTo>
                    <a:lnTo>
                      <a:pt x="1" y="2011"/>
                    </a:lnTo>
                    <a:lnTo>
                      <a:pt x="22" y="2011"/>
                    </a:lnTo>
                    <a:cubicBezTo>
                      <a:pt x="22" y="2011"/>
                      <a:pt x="90" y="2032"/>
                      <a:pt x="179" y="2032"/>
                    </a:cubicBezTo>
                    <a:lnTo>
                      <a:pt x="5086" y="2032"/>
                    </a:lnTo>
                    <a:cubicBezTo>
                      <a:pt x="5196" y="2032"/>
                      <a:pt x="5327" y="2011"/>
                      <a:pt x="5369" y="1985"/>
                    </a:cubicBezTo>
                    <a:lnTo>
                      <a:pt x="9820" y="330"/>
                    </a:lnTo>
                    <a:cubicBezTo>
                      <a:pt x="9841" y="330"/>
                      <a:pt x="9867" y="309"/>
                      <a:pt x="9841" y="309"/>
                    </a:cubicBezTo>
                    <a:lnTo>
                      <a:pt x="9867" y="0"/>
                    </a:lnTo>
                    <a:lnTo>
                      <a:pt x="9867" y="0"/>
                    </a:lnTo>
                    <a:lnTo>
                      <a:pt x="9820" y="47"/>
                    </a:lnTo>
                    <a:lnTo>
                      <a:pt x="9082" y="199"/>
                    </a:lnTo>
                    <a:lnTo>
                      <a:pt x="9082" y="241"/>
                    </a:lnTo>
                    <a:lnTo>
                      <a:pt x="543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6"/>
              <p:cNvSpPr/>
              <p:nvPr/>
            </p:nvSpPr>
            <p:spPr>
              <a:xfrm>
                <a:off x="2915004" y="2378980"/>
                <a:ext cx="1559827" cy="331651"/>
              </a:xfrm>
              <a:custGeom>
                <a:rect b="b" l="l" r="r" t="t"/>
                <a:pathLst>
                  <a:path extrusionOk="0" h="2116" w="9952">
                    <a:moveTo>
                      <a:pt x="5479" y="110"/>
                    </a:moveTo>
                    <a:lnTo>
                      <a:pt x="9124" y="325"/>
                    </a:lnTo>
                    <a:lnTo>
                      <a:pt x="9166" y="283"/>
                    </a:lnTo>
                    <a:lnTo>
                      <a:pt x="9841" y="131"/>
                    </a:lnTo>
                    <a:lnTo>
                      <a:pt x="9841" y="325"/>
                    </a:lnTo>
                    <a:lnTo>
                      <a:pt x="5411" y="1964"/>
                    </a:lnTo>
                    <a:cubicBezTo>
                      <a:pt x="5348" y="1985"/>
                      <a:pt x="5217" y="2006"/>
                      <a:pt x="5128" y="2006"/>
                    </a:cubicBezTo>
                    <a:lnTo>
                      <a:pt x="111" y="2006"/>
                    </a:lnTo>
                    <a:lnTo>
                      <a:pt x="111" y="1791"/>
                    </a:lnTo>
                    <a:lnTo>
                      <a:pt x="897" y="1660"/>
                    </a:lnTo>
                    <a:lnTo>
                      <a:pt x="959" y="1744"/>
                    </a:lnTo>
                    <a:lnTo>
                      <a:pt x="5149" y="131"/>
                    </a:lnTo>
                    <a:cubicBezTo>
                      <a:pt x="5196" y="131"/>
                      <a:pt x="5327" y="110"/>
                      <a:pt x="5432" y="110"/>
                    </a:cubicBezTo>
                    <a:close/>
                    <a:moveTo>
                      <a:pt x="5432" y="0"/>
                    </a:moveTo>
                    <a:cubicBezTo>
                      <a:pt x="5327" y="0"/>
                      <a:pt x="5196" y="0"/>
                      <a:pt x="5107" y="42"/>
                    </a:cubicBezTo>
                    <a:lnTo>
                      <a:pt x="1048" y="1592"/>
                    </a:lnTo>
                    <a:lnTo>
                      <a:pt x="1006" y="1550"/>
                    </a:lnTo>
                    <a:lnTo>
                      <a:pt x="43" y="1681"/>
                    </a:lnTo>
                    <a:lnTo>
                      <a:pt x="1" y="1744"/>
                    </a:lnTo>
                    <a:lnTo>
                      <a:pt x="1" y="2053"/>
                    </a:lnTo>
                    <a:lnTo>
                      <a:pt x="43" y="2095"/>
                    </a:lnTo>
                    <a:lnTo>
                      <a:pt x="43" y="2095"/>
                    </a:lnTo>
                    <a:lnTo>
                      <a:pt x="1" y="2074"/>
                    </a:lnTo>
                    <a:lnTo>
                      <a:pt x="1" y="2074"/>
                    </a:lnTo>
                    <a:cubicBezTo>
                      <a:pt x="22" y="2095"/>
                      <a:pt x="43" y="2095"/>
                      <a:pt x="43" y="2116"/>
                    </a:cubicBezTo>
                    <a:lnTo>
                      <a:pt x="5128" y="2116"/>
                    </a:lnTo>
                    <a:cubicBezTo>
                      <a:pt x="5238" y="2116"/>
                      <a:pt x="5369" y="2095"/>
                      <a:pt x="5432" y="2074"/>
                    </a:cubicBezTo>
                    <a:lnTo>
                      <a:pt x="9883" y="435"/>
                    </a:lnTo>
                    <a:lnTo>
                      <a:pt x="9930" y="393"/>
                    </a:lnTo>
                    <a:cubicBezTo>
                      <a:pt x="9951" y="393"/>
                      <a:pt x="9951" y="372"/>
                      <a:pt x="9951" y="351"/>
                    </a:cubicBezTo>
                    <a:lnTo>
                      <a:pt x="9951" y="63"/>
                    </a:lnTo>
                    <a:lnTo>
                      <a:pt x="9862" y="21"/>
                    </a:lnTo>
                    <a:lnTo>
                      <a:pt x="9841" y="42"/>
                    </a:lnTo>
                    <a:lnTo>
                      <a:pt x="9097" y="194"/>
                    </a:lnTo>
                    <a:lnTo>
                      <a:pt x="9077" y="220"/>
                    </a:lnTo>
                    <a:lnTo>
                      <a:pt x="5500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p6"/>
              <p:cNvSpPr/>
              <p:nvPr/>
            </p:nvSpPr>
            <p:spPr>
              <a:xfrm>
                <a:off x="3263895" y="2372397"/>
                <a:ext cx="1132097" cy="273503"/>
              </a:xfrm>
              <a:custGeom>
                <a:rect b="b" l="l" r="r" t="t"/>
                <a:pathLst>
                  <a:path extrusionOk="0" h="1745" w="7223">
                    <a:moveTo>
                      <a:pt x="4583" y="0"/>
                    </a:moveTo>
                    <a:lnTo>
                      <a:pt x="1" y="1723"/>
                    </a:lnTo>
                    <a:lnTo>
                      <a:pt x="22" y="1723"/>
                    </a:lnTo>
                    <a:lnTo>
                      <a:pt x="2944" y="1744"/>
                    </a:lnTo>
                    <a:lnTo>
                      <a:pt x="2970" y="1723"/>
                    </a:lnTo>
                    <a:lnTo>
                      <a:pt x="7222" y="152"/>
                    </a:lnTo>
                    <a:lnTo>
                      <a:pt x="4625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6"/>
              <p:cNvSpPr/>
              <p:nvPr/>
            </p:nvSpPr>
            <p:spPr>
              <a:xfrm>
                <a:off x="3253237" y="2363463"/>
                <a:ext cx="1153413" cy="288863"/>
              </a:xfrm>
              <a:custGeom>
                <a:rect b="b" l="l" r="r" t="t"/>
                <a:pathLst>
                  <a:path extrusionOk="0" h="1843" w="7359">
                    <a:moveTo>
                      <a:pt x="4672" y="99"/>
                    </a:moveTo>
                    <a:lnTo>
                      <a:pt x="7097" y="230"/>
                    </a:lnTo>
                    <a:lnTo>
                      <a:pt x="3012" y="1759"/>
                    </a:lnTo>
                    <a:lnTo>
                      <a:pt x="310" y="1733"/>
                    </a:lnTo>
                    <a:lnTo>
                      <a:pt x="4672" y="99"/>
                    </a:lnTo>
                    <a:close/>
                    <a:moveTo>
                      <a:pt x="4651" y="1"/>
                    </a:moveTo>
                    <a:cubicBezTo>
                      <a:pt x="4644" y="1"/>
                      <a:pt x="4637" y="3"/>
                      <a:pt x="4630" y="10"/>
                    </a:cubicBezTo>
                    <a:lnTo>
                      <a:pt x="48" y="1733"/>
                    </a:lnTo>
                    <a:lnTo>
                      <a:pt x="27" y="1759"/>
                    </a:lnTo>
                    <a:lnTo>
                      <a:pt x="1" y="1780"/>
                    </a:lnTo>
                    <a:lnTo>
                      <a:pt x="1" y="1801"/>
                    </a:lnTo>
                    <a:lnTo>
                      <a:pt x="27" y="1822"/>
                    </a:lnTo>
                    <a:lnTo>
                      <a:pt x="90" y="1822"/>
                    </a:lnTo>
                    <a:lnTo>
                      <a:pt x="3012" y="1843"/>
                    </a:lnTo>
                    <a:cubicBezTo>
                      <a:pt x="3038" y="1843"/>
                      <a:pt x="3038" y="1843"/>
                      <a:pt x="3059" y="1822"/>
                    </a:cubicBezTo>
                    <a:lnTo>
                      <a:pt x="7332" y="251"/>
                    </a:lnTo>
                    <a:lnTo>
                      <a:pt x="7332" y="230"/>
                    </a:lnTo>
                    <a:lnTo>
                      <a:pt x="7358" y="230"/>
                    </a:lnTo>
                    <a:lnTo>
                      <a:pt x="7358" y="209"/>
                    </a:lnTo>
                    <a:lnTo>
                      <a:pt x="7358" y="188"/>
                    </a:lnTo>
                    <a:lnTo>
                      <a:pt x="7332" y="162"/>
                    </a:lnTo>
                    <a:lnTo>
                      <a:pt x="7290" y="162"/>
                    </a:lnTo>
                    <a:lnTo>
                      <a:pt x="4693" y="10"/>
                    </a:lnTo>
                    <a:cubicBezTo>
                      <a:pt x="4679" y="10"/>
                      <a:pt x="4665" y="1"/>
                      <a:pt x="465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6"/>
              <p:cNvSpPr/>
              <p:nvPr/>
            </p:nvSpPr>
            <p:spPr>
              <a:xfrm>
                <a:off x="2918295" y="2341207"/>
                <a:ext cx="1553244" cy="314410"/>
              </a:xfrm>
              <a:custGeom>
                <a:rect b="b" l="l" r="r" t="t"/>
                <a:pathLst>
                  <a:path extrusionOk="0" h="2006" w="9910">
                    <a:moveTo>
                      <a:pt x="5458" y="0"/>
                    </a:moveTo>
                    <a:cubicBezTo>
                      <a:pt x="5348" y="0"/>
                      <a:pt x="5175" y="0"/>
                      <a:pt x="5107" y="42"/>
                    </a:cubicBezTo>
                    <a:lnTo>
                      <a:pt x="69" y="1964"/>
                    </a:lnTo>
                    <a:cubicBezTo>
                      <a:pt x="1" y="1985"/>
                      <a:pt x="43" y="2006"/>
                      <a:pt x="200" y="2006"/>
                    </a:cubicBezTo>
                    <a:lnTo>
                      <a:pt x="5107" y="2006"/>
                    </a:lnTo>
                    <a:cubicBezTo>
                      <a:pt x="5217" y="2006"/>
                      <a:pt x="5348" y="1985"/>
                      <a:pt x="5390" y="1964"/>
                    </a:cubicBezTo>
                    <a:lnTo>
                      <a:pt x="9841" y="330"/>
                    </a:lnTo>
                    <a:cubicBezTo>
                      <a:pt x="9909" y="304"/>
                      <a:pt x="9888" y="283"/>
                      <a:pt x="9799" y="262"/>
                    </a:cubicBezTo>
                    <a:lnTo>
                      <a:pt x="545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p6"/>
              <p:cNvSpPr/>
              <p:nvPr/>
            </p:nvSpPr>
            <p:spPr>
              <a:xfrm>
                <a:off x="2911869" y="2334624"/>
                <a:ext cx="1566253" cy="328517"/>
              </a:xfrm>
              <a:custGeom>
                <a:rect b="b" l="l" r="r" t="t"/>
                <a:pathLst>
                  <a:path extrusionOk="0" h="2096" w="9993">
                    <a:moveTo>
                      <a:pt x="5499" y="84"/>
                    </a:moveTo>
                    <a:lnTo>
                      <a:pt x="9772" y="346"/>
                    </a:lnTo>
                    <a:lnTo>
                      <a:pt x="5410" y="1964"/>
                    </a:lnTo>
                    <a:cubicBezTo>
                      <a:pt x="5368" y="1985"/>
                      <a:pt x="5237" y="2006"/>
                      <a:pt x="5148" y="2006"/>
                    </a:cubicBezTo>
                    <a:lnTo>
                      <a:pt x="215" y="2006"/>
                    </a:lnTo>
                    <a:lnTo>
                      <a:pt x="5190" y="110"/>
                    </a:lnTo>
                    <a:cubicBezTo>
                      <a:pt x="5237" y="84"/>
                      <a:pt x="5389" y="84"/>
                      <a:pt x="5499" y="84"/>
                    </a:cubicBezTo>
                    <a:close/>
                    <a:moveTo>
                      <a:pt x="5520" y="0"/>
                    </a:moveTo>
                    <a:cubicBezTo>
                      <a:pt x="5368" y="0"/>
                      <a:pt x="5216" y="0"/>
                      <a:pt x="5127" y="42"/>
                    </a:cubicBezTo>
                    <a:lnTo>
                      <a:pt x="63" y="1964"/>
                    </a:lnTo>
                    <a:cubicBezTo>
                      <a:pt x="42" y="1985"/>
                      <a:pt x="21" y="1985"/>
                      <a:pt x="21" y="2027"/>
                    </a:cubicBezTo>
                    <a:cubicBezTo>
                      <a:pt x="0" y="2027"/>
                      <a:pt x="21" y="2048"/>
                      <a:pt x="21" y="2048"/>
                    </a:cubicBezTo>
                    <a:cubicBezTo>
                      <a:pt x="42" y="2074"/>
                      <a:pt x="42" y="2074"/>
                      <a:pt x="63" y="2074"/>
                    </a:cubicBezTo>
                    <a:cubicBezTo>
                      <a:pt x="110" y="2095"/>
                      <a:pt x="152" y="2095"/>
                      <a:pt x="241" y="2095"/>
                    </a:cubicBezTo>
                    <a:lnTo>
                      <a:pt x="5148" y="2095"/>
                    </a:lnTo>
                    <a:cubicBezTo>
                      <a:pt x="5258" y="2095"/>
                      <a:pt x="5389" y="2074"/>
                      <a:pt x="5478" y="2048"/>
                    </a:cubicBezTo>
                    <a:lnTo>
                      <a:pt x="9903" y="414"/>
                    </a:lnTo>
                    <a:cubicBezTo>
                      <a:pt x="9929" y="393"/>
                      <a:pt x="9950" y="393"/>
                      <a:pt x="9971" y="372"/>
                    </a:cubicBezTo>
                    <a:cubicBezTo>
                      <a:pt x="9992" y="346"/>
                      <a:pt x="9992" y="325"/>
                      <a:pt x="9971" y="304"/>
                    </a:cubicBezTo>
                    <a:cubicBezTo>
                      <a:pt x="9950" y="283"/>
                      <a:pt x="9929" y="283"/>
                      <a:pt x="9903" y="283"/>
                    </a:cubicBezTo>
                    <a:cubicBezTo>
                      <a:pt x="9882" y="283"/>
                      <a:pt x="9861" y="262"/>
                      <a:pt x="9840" y="262"/>
                    </a:cubicBezTo>
                    <a:lnTo>
                      <a:pt x="5520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" name="Google Shape;682;p6"/>
              <p:cNvSpPr/>
              <p:nvPr/>
            </p:nvSpPr>
            <p:spPr>
              <a:xfrm>
                <a:off x="4289881" y="2396221"/>
                <a:ext cx="82286" cy="17398"/>
              </a:xfrm>
              <a:custGeom>
                <a:rect b="b" l="l" r="r" t="t"/>
                <a:pathLst>
                  <a:path extrusionOk="0" h="111" w="525">
                    <a:moveTo>
                      <a:pt x="242" y="0"/>
                    </a:moveTo>
                    <a:lnTo>
                      <a:pt x="1" y="84"/>
                    </a:lnTo>
                    <a:lnTo>
                      <a:pt x="263" y="110"/>
                    </a:lnTo>
                    <a:lnTo>
                      <a:pt x="284" y="110"/>
                    </a:lnTo>
                    <a:lnTo>
                      <a:pt x="524" y="21"/>
                    </a:lnTo>
                    <a:lnTo>
                      <a:pt x="263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6"/>
              <p:cNvSpPr/>
              <p:nvPr/>
            </p:nvSpPr>
            <p:spPr>
              <a:xfrm>
                <a:off x="4275931" y="2388697"/>
                <a:ext cx="110185" cy="31347"/>
              </a:xfrm>
              <a:custGeom>
                <a:rect b="b" l="l" r="r" t="t"/>
                <a:pathLst>
                  <a:path extrusionOk="0" h="200" w="703">
                    <a:moveTo>
                      <a:pt x="414" y="90"/>
                    </a:moveTo>
                    <a:lnTo>
                      <a:pt x="352" y="111"/>
                    </a:lnTo>
                    <a:lnTo>
                      <a:pt x="284" y="111"/>
                    </a:lnTo>
                    <a:lnTo>
                      <a:pt x="352" y="90"/>
                    </a:lnTo>
                    <a:close/>
                    <a:moveTo>
                      <a:pt x="284" y="1"/>
                    </a:moveTo>
                    <a:lnTo>
                      <a:pt x="48" y="90"/>
                    </a:lnTo>
                    <a:lnTo>
                      <a:pt x="48" y="111"/>
                    </a:lnTo>
                    <a:lnTo>
                      <a:pt x="22" y="111"/>
                    </a:lnTo>
                    <a:lnTo>
                      <a:pt x="1" y="132"/>
                    </a:lnTo>
                    <a:lnTo>
                      <a:pt x="22" y="179"/>
                    </a:lnTo>
                    <a:lnTo>
                      <a:pt x="90" y="179"/>
                    </a:lnTo>
                    <a:lnTo>
                      <a:pt x="352" y="200"/>
                    </a:lnTo>
                    <a:lnTo>
                      <a:pt x="414" y="200"/>
                    </a:lnTo>
                    <a:lnTo>
                      <a:pt x="655" y="90"/>
                    </a:lnTo>
                    <a:lnTo>
                      <a:pt x="676" y="90"/>
                    </a:lnTo>
                    <a:lnTo>
                      <a:pt x="676" y="69"/>
                    </a:lnTo>
                    <a:lnTo>
                      <a:pt x="703" y="69"/>
                    </a:lnTo>
                    <a:lnTo>
                      <a:pt x="676" y="27"/>
                    </a:lnTo>
                    <a:lnTo>
                      <a:pt x="634" y="27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4" name="Google Shape;684;p6"/>
              <p:cNvSpPr/>
              <p:nvPr/>
            </p:nvSpPr>
            <p:spPr>
              <a:xfrm>
                <a:off x="4234867" y="2416753"/>
                <a:ext cx="85577" cy="17241"/>
              </a:xfrm>
              <a:custGeom>
                <a:rect b="b" l="l" r="r" t="t"/>
                <a:pathLst>
                  <a:path extrusionOk="0" h="110" w="546">
                    <a:moveTo>
                      <a:pt x="242" y="0"/>
                    </a:moveTo>
                    <a:lnTo>
                      <a:pt x="1" y="84"/>
                    </a:lnTo>
                    <a:lnTo>
                      <a:pt x="22" y="84"/>
                    </a:lnTo>
                    <a:lnTo>
                      <a:pt x="284" y="110"/>
                    </a:lnTo>
                    <a:lnTo>
                      <a:pt x="310" y="110"/>
                    </a:lnTo>
                    <a:lnTo>
                      <a:pt x="546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5" name="Google Shape;685;p6"/>
              <p:cNvSpPr/>
              <p:nvPr/>
            </p:nvSpPr>
            <p:spPr>
              <a:xfrm>
                <a:off x="4225149" y="2409230"/>
                <a:ext cx="105953" cy="31347"/>
              </a:xfrm>
              <a:custGeom>
                <a:rect b="b" l="l" r="r" t="t"/>
                <a:pathLst>
                  <a:path extrusionOk="0" h="200" w="676">
                    <a:moveTo>
                      <a:pt x="414" y="90"/>
                    </a:moveTo>
                    <a:lnTo>
                      <a:pt x="346" y="111"/>
                    </a:lnTo>
                    <a:lnTo>
                      <a:pt x="283" y="111"/>
                    </a:lnTo>
                    <a:lnTo>
                      <a:pt x="346" y="90"/>
                    </a:lnTo>
                    <a:close/>
                    <a:moveTo>
                      <a:pt x="283" y="1"/>
                    </a:moveTo>
                    <a:lnTo>
                      <a:pt x="42" y="90"/>
                    </a:lnTo>
                    <a:lnTo>
                      <a:pt x="21" y="90"/>
                    </a:lnTo>
                    <a:lnTo>
                      <a:pt x="21" y="111"/>
                    </a:lnTo>
                    <a:lnTo>
                      <a:pt x="0" y="111"/>
                    </a:lnTo>
                    <a:lnTo>
                      <a:pt x="0" y="132"/>
                    </a:lnTo>
                    <a:lnTo>
                      <a:pt x="21" y="158"/>
                    </a:lnTo>
                    <a:lnTo>
                      <a:pt x="21" y="179"/>
                    </a:lnTo>
                    <a:lnTo>
                      <a:pt x="63" y="179"/>
                    </a:lnTo>
                    <a:lnTo>
                      <a:pt x="346" y="200"/>
                    </a:lnTo>
                    <a:cubicBezTo>
                      <a:pt x="372" y="200"/>
                      <a:pt x="372" y="200"/>
                      <a:pt x="414" y="179"/>
                    </a:cubicBezTo>
                    <a:lnTo>
                      <a:pt x="655" y="90"/>
                    </a:lnTo>
                    <a:lnTo>
                      <a:pt x="676" y="90"/>
                    </a:lnTo>
                    <a:lnTo>
                      <a:pt x="676" y="69"/>
                    </a:lnTo>
                    <a:lnTo>
                      <a:pt x="676" y="48"/>
                    </a:lnTo>
                    <a:lnTo>
                      <a:pt x="676" y="27"/>
                    </a:lnTo>
                    <a:lnTo>
                      <a:pt x="655" y="27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" name="Google Shape;686;p6"/>
              <p:cNvSpPr/>
              <p:nvPr/>
            </p:nvSpPr>
            <p:spPr>
              <a:xfrm>
                <a:off x="4184085" y="2433837"/>
                <a:ext cx="85421" cy="16614"/>
              </a:xfrm>
              <a:custGeom>
                <a:rect b="b" l="l" r="r" t="t"/>
                <a:pathLst>
                  <a:path extrusionOk="0" h="106" w="545">
                    <a:moveTo>
                      <a:pt x="241" y="1"/>
                    </a:moveTo>
                    <a:lnTo>
                      <a:pt x="0" y="106"/>
                    </a:lnTo>
                    <a:lnTo>
                      <a:pt x="304" y="106"/>
                    </a:lnTo>
                    <a:lnTo>
                      <a:pt x="545" y="22"/>
                    </a:lnTo>
                    <a:lnTo>
                      <a:pt x="262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6"/>
              <p:cNvSpPr/>
              <p:nvPr/>
            </p:nvSpPr>
            <p:spPr>
              <a:xfrm>
                <a:off x="4173427" y="2426470"/>
                <a:ext cx="105953" cy="31347"/>
              </a:xfrm>
              <a:custGeom>
                <a:rect b="b" l="l" r="r" t="t"/>
                <a:pathLst>
                  <a:path extrusionOk="0" h="200" w="676">
                    <a:moveTo>
                      <a:pt x="393" y="90"/>
                    </a:moveTo>
                    <a:lnTo>
                      <a:pt x="351" y="111"/>
                    </a:lnTo>
                    <a:lnTo>
                      <a:pt x="283" y="111"/>
                    </a:lnTo>
                    <a:lnTo>
                      <a:pt x="330" y="90"/>
                    </a:lnTo>
                    <a:close/>
                    <a:moveTo>
                      <a:pt x="330" y="1"/>
                    </a:moveTo>
                    <a:cubicBezTo>
                      <a:pt x="309" y="1"/>
                      <a:pt x="309" y="1"/>
                      <a:pt x="283" y="22"/>
                    </a:cubicBezTo>
                    <a:lnTo>
                      <a:pt x="21" y="111"/>
                    </a:lnTo>
                    <a:lnTo>
                      <a:pt x="0" y="111"/>
                    </a:lnTo>
                    <a:lnTo>
                      <a:pt x="0" y="132"/>
                    </a:lnTo>
                    <a:lnTo>
                      <a:pt x="0" y="153"/>
                    </a:lnTo>
                    <a:lnTo>
                      <a:pt x="0" y="179"/>
                    </a:lnTo>
                    <a:lnTo>
                      <a:pt x="21" y="179"/>
                    </a:lnTo>
                    <a:lnTo>
                      <a:pt x="47" y="200"/>
                    </a:lnTo>
                    <a:lnTo>
                      <a:pt x="393" y="200"/>
                    </a:lnTo>
                    <a:lnTo>
                      <a:pt x="634" y="111"/>
                    </a:lnTo>
                    <a:lnTo>
                      <a:pt x="655" y="111"/>
                    </a:lnTo>
                    <a:lnTo>
                      <a:pt x="655" y="90"/>
                    </a:lnTo>
                    <a:lnTo>
                      <a:pt x="676" y="90"/>
                    </a:lnTo>
                    <a:lnTo>
                      <a:pt x="676" y="69"/>
                    </a:lnTo>
                    <a:lnTo>
                      <a:pt x="655" y="48"/>
                    </a:lnTo>
                    <a:lnTo>
                      <a:pt x="655" y="22"/>
                    </a:lnTo>
                    <a:lnTo>
                      <a:pt x="613" y="22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6"/>
              <p:cNvSpPr/>
              <p:nvPr/>
            </p:nvSpPr>
            <p:spPr>
              <a:xfrm>
                <a:off x="4132362" y="2454369"/>
                <a:ext cx="85421" cy="16614"/>
              </a:xfrm>
              <a:custGeom>
                <a:rect b="b" l="l" r="r" t="t"/>
                <a:pathLst>
                  <a:path extrusionOk="0" h="106" w="545">
                    <a:moveTo>
                      <a:pt x="241" y="1"/>
                    </a:moveTo>
                    <a:lnTo>
                      <a:pt x="0" y="85"/>
                    </a:lnTo>
                    <a:lnTo>
                      <a:pt x="283" y="106"/>
                    </a:lnTo>
                    <a:lnTo>
                      <a:pt x="309" y="106"/>
                    </a:lnTo>
                    <a:lnTo>
                      <a:pt x="545" y="22"/>
                    </a:lnTo>
                    <a:lnTo>
                      <a:pt x="262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9" name="Google Shape;689;p6"/>
              <p:cNvSpPr/>
              <p:nvPr/>
            </p:nvSpPr>
            <p:spPr>
              <a:xfrm>
                <a:off x="4122488" y="2447002"/>
                <a:ext cx="106110" cy="31347"/>
              </a:xfrm>
              <a:custGeom>
                <a:rect b="b" l="l" r="r" t="t"/>
                <a:pathLst>
                  <a:path extrusionOk="0" h="200" w="677">
                    <a:moveTo>
                      <a:pt x="393" y="90"/>
                    </a:moveTo>
                    <a:lnTo>
                      <a:pt x="346" y="111"/>
                    </a:lnTo>
                    <a:lnTo>
                      <a:pt x="262" y="111"/>
                    </a:lnTo>
                    <a:lnTo>
                      <a:pt x="325" y="90"/>
                    </a:lnTo>
                    <a:close/>
                    <a:moveTo>
                      <a:pt x="262" y="1"/>
                    </a:moveTo>
                    <a:lnTo>
                      <a:pt x="21" y="111"/>
                    </a:lnTo>
                    <a:lnTo>
                      <a:pt x="0" y="111"/>
                    </a:lnTo>
                    <a:lnTo>
                      <a:pt x="0" y="132"/>
                    </a:lnTo>
                    <a:lnTo>
                      <a:pt x="0" y="153"/>
                    </a:lnTo>
                    <a:lnTo>
                      <a:pt x="0" y="179"/>
                    </a:lnTo>
                    <a:lnTo>
                      <a:pt x="63" y="179"/>
                    </a:lnTo>
                    <a:lnTo>
                      <a:pt x="346" y="200"/>
                    </a:lnTo>
                    <a:cubicBezTo>
                      <a:pt x="372" y="200"/>
                      <a:pt x="372" y="200"/>
                      <a:pt x="393" y="179"/>
                    </a:cubicBezTo>
                    <a:lnTo>
                      <a:pt x="393" y="200"/>
                    </a:lnTo>
                    <a:lnTo>
                      <a:pt x="634" y="90"/>
                    </a:lnTo>
                    <a:lnTo>
                      <a:pt x="676" y="90"/>
                    </a:lnTo>
                    <a:lnTo>
                      <a:pt x="676" y="69"/>
                    </a:lnTo>
                    <a:lnTo>
                      <a:pt x="676" y="48"/>
                    </a:lnTo>
                    <a:lnTo>
                      <a:pt x="655" y="22"/>
                    </a:lnTo>
                    <a:lnTo>
                      <a:pt x="608" y="22"/>
                    </a:lnTo>
                    <a:lnTo>
                      <a:pt x="325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6"/>
              <p:cNvSpPr/>
              <p:nvPr/>
            </p:nvSpPr>
            <p:spPr>
              <a:xfrm>
                <a:off x="4078132" y="2474901"/>
                <a:ext cx="88869" cy="16614"/>
              </a:xfrm>
              <a:custGeom>
                <a:rect b="b" l="l" r="r" t="t"/>
                <a:pathLst>
                  <a:path extrusionOk="0" h="106" w="567">
                    <a:moveTo>
                      <a:pt x="263" y="1"/>
                    </a:moveTo>
                    <a:lnTo>
                      <a:pt x="1" y="85"/>
                    </a:lnTo>
                    <a:lnTo>
                      <a:pt x="22" y="85"/>
                    </a:lnTo>
                    <a:lnTo>
                      <a:pt x="304" y="106"/>
                    </a:lnTo>
                    <a:cubicBezTo>
                      <a:pt x="304" y="106"/>
                      <a:pt x="304" y="85"/>
                      <a:pt x="325" y="85"/>
                    </a:cubicBezTo>
                    <a:lnTo>
                      <a:pt x="566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" name="Google Shape;691;p6"/>
              <p:cNvSpPr/>
              <p:nvPr/>
            </p:nvSpPr>
            <p:spPr>
              <a:xfrm>
                <a:off x="4067474" y="2467535"/>
                <a:ext cx="109401" cy="30563"/>
              </a:xfrm>
              <a:custGeom>
                <a:rect b="b" l="l" r="r" t="t"/>
                <a:pathLst>
                  <a:path extrusionOk="0" h="195" w="698">
                    <a:moveTo>
                      <a:pt x="414" y="90"/>
                    </a:moveTo>
                    <a:lnTo>
                      <a:pt x="372" y="111"/>
                    </a:lnTo>
                    <a:lnTo>
                      <a:pt x="283" y="90"/>
                    </a:lnTo>
                    <a:close/>
                    <a:moveTo>
                      <a:pt x="283" y="1"/>
                    </a:moveTo>
                    <a:lnTo>
                      <a:pt x="42" y="90"/>
                    </a:lnTo>
                    <a:lnTo>
                      <a:pt x="22" y="111"/>
                    </a:lnTo>
                    <a:lnTo>
                      <a:pt x="1" y="132"/>
                    </a:lnTo>
                    <a:lnTo>
                      <a:pt x="22" y="153"/>
                    </a:lnTo>
                    <a:lnTo>
                      <a:pt x="42" y="179"/>
                    </a:lnTo>
                    <a:lnTo>
                      <a:pt x="351" y="179"/>
                    </a:lnTo>
                    <a:cubicBezTo>
                      <a:pt x="362" y="189"/>
                      <a:pt x="372" y="194"/>
                      <a:pt x="383" y="194"/>
                    </a:cubicBezTo>
                    <a:cubicBezTo>
                      <a:pt x="393" y="194"/>
                      <a:pt x="404" y="189"/>
                      <a:pt x="414" y="179"/>
                    </a:cubicBezTo>
                    <a:lnTo>
                      <a:pt x="655" y="90"/>
                    </a:lnTo>
                    <a:lnTo>
                      <a:pt x="676" y="90"/>
                    </a:lnTo>
                    <a:lnTo>
                      <a:pt x="676" y="69"/>
                    </a:lnTo>
                    <a:lnTo>
                      <a:pt x="697" y="69"/>
                    </a:lnTo>
                    <a:lnTo>
                      <a:pt x="697" y="48"/>
                    </a:lnTo>
                    <a:lnTo>
                      <a:pt x="676" y="22"/>
                    </a:lnTo>
                    <a:lnTo>
                      <a:pt x="655" y="22"/>
                    </a:lnTo>
                    <a:lnTo>
                      <a:pt x="655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6"/>
              <p:cNvSpPr/>
              <p:nvPr/>
            </p:nvSpPr>
            <p:spPr>
              <a:xfrm>
                <a:off x="4026410" y="2491358"/>
                <a:ext cx="88869" cy="17398"/>
              </a:xfrm>
              <a:custGeom>
                <a:rect b="b" l="l" r="r" t="t"/>
                <a:pathLst>
                  <a:path extrusionOk="0" h="111" w="567">
                    <a:moveTo>
                      <a:pt x="242" y="1"/>
                    </a:moveTo>
                    <a:lnTo>
                      <a:pt x="1" y="111"/>
                    </a:lnTo>
                    <a:lnTo>
                      <a:pt x="331" y="111"/>
                    </a:lnTo>
                    <a:lnTo>
                      <a:pt x="566" y="27"/>
                    </a:lnTo>
                    <a:lnTo>
                      <a:pt x="545" y="27"/>
                    </a:lnTo>
                    <a:lnTo>
                      <a:pt x="263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" name="Google Shape;693;p6"/>
              <p:cNvSpPr/>
              <p:nvPr/>
            </p:nvSpPr>
            <p:spPr>
              <a:xfrm>
                <a:off x="4016535" y="2484775"/>
                <a:ext cx="109401" cy="31347"/>
              </a:xfrm>
              <a:custGeom>
                <a:rect b="b" l="l" r="r" t="t"/>
                <a:pathLst>
                  <a:path extrusionOk="0" h="200" w="698">
                    <a:moveTo>
                      <a:pt x="415" y="90"/>
                    </a:moveTo>
                    <a:lnTo>
                      <a:pt x="367" y="111"/>
                    </a:lnTo>
                    <a:lnTo>
                      <a:pt x="284" y="111"/>
                    </a:lnTo>
                    <a:lnTo>
                      <a:pt x="326" y="90"/>
                    </a:lnTo>
                    <a:close/>
                    <a:moveTo>
                      <a:pt x="347" y="1"/>
                    </a:moveTo>
                    <a:cubicBezTo>
                      <a:pt x="326" y="1"/>
                      <a:pt x="305" y="1"/>
                      <a:pt x="284" y="22"/>
                    </a:cubicBezTo>
                    <a:lnTo>
                      <a:pt x="43" y="111"/>
                    </a:lnTo>
                    <a:lnTo>
                      <a:pt x="22" y="111"/>
                    </a:lnTo>
                    <a:lnTo>
                      <a:pt x="1" y="132"/>
                    </a:lnTo>
                    <a:lnTo>
                      <a:pt x="1" y="153"/>
                    </a:lnTo>
                    <a:lnTo>
                      <a:pt x="22" y="173"/>
                    </a:lnTo>
                    <a:lnTo>
                      <a:pt x="43" y="173"/>
                    </a:lnTo>
                    <a:lnTo>
                      <a:pt x="64" y="200"/>
                    </a:lnTo>
                    <a:lnTo>
                      <a:pt x="415" y="200"/>
                    </a:lnTo>
                    <a:lnTo>
                      <a:pt x="656" y="111"/>
                    </a:lnTo>
                    <a:lnTo>
                      <a:pt x="676" y="90"/>
                    </a:lnTo>
                    <a:lnTo>
                      <a:pt x="697" y="69"/>
                    </a:lnTo>
                    <a:lnTo>
                      <a:pt x="697" y="43"/>
                    </a:lnTo>
                    <a:lnTo>
                      <a:pt x="676" y="43"/>
                    </a:lnTo>
                    <a:lnTo>
                      <a:pt x="676" y="22"/>
                    </a:lnTo>
                    <a:lnTo>
                      <a:pt x="608" y="22"/>
                    </a:lnTo>
                    <a:lnTo>
                      <a:pt x="347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6"/>
              <p:cNvSpPr/>
              <p:nvPr/>
            </p:nvSpPr>
            <p:spPr>
              <a:xfrm>
                <a:off x="3975628" y="2511891"/>
                <a:ext cx="88712" cy="17398"/>
              </a:xfrm>
              <a:custGeom>
                <a:rect b="b" l="l" r="r" t="t"/>
                <a:pathLst>
                  <a:path extrusionOk="0" h="111" w="566">
                    <a:moveTo>
                      <a:pt x="236" y="0"/>
                    </a:moveTo>
                    <a:lnTo>
                      <a:pt x="0" y="90"/>
                    </a:lnTo>
                    <a:lnTo>
                      <a:pt x="21" y="90"/>
                    </a:lnTo>
                    <a:lnTo>
                      <a:pt x="304" y="110"/>
                    </a:lnTo>
                    <a:lnTo>
                      <a:pt x="325" y="110"/>
                    </a:lnTo>
                    <a:lnTo>
                      <a:pt x="566" y="27"/>
                    </a:lnTo>
                    <a:cubicBezTo>
                      <a:pt x="566" y="0"/>
                      <a:pt x="566" y="0"/>
                      <a:pt x="545" y="0"/>
                    </a:cubicBez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6"/>
              <p:cNvSpPr/>
              <p:nvPr/>
            </p:nvSpPr>
            <p:spPr>
              <a:xfrm>
                <a:off x="3964813" y="2505308"/>
                <a:ext cx="109401" cy="31347"/>
              </a:xfrm>
              <a:custGeom>
                <a:rect b="b" l="l" r="r" t="t"/>
                <a:pathLst>
                  <a:path extrusionOk="0" h="200" w="698">
                    <a:moveTo>
                      <a:pt x="415" y="90"/>
                    </a:moveTo>
                    <a:lnTo>
                      <a:pt x="373" y="111"/>
                    </a:lnTo>
                    <a:lnTo>
                      <a:pt x="284" y="111"/>
                    </a:lnTo>
                    <a:lnTo>
                      <a:pt x="331" y="90"/>
                    </a:lnTo>
                    <a:close/>
                    <a:moveTo>
                      <a:pt x="284" y="1"/>
                    </a:moveTo>
                    <a:lnTo>
                      <a:pt x="43" y="90"/>
                    </a:lnTo>
                    <a:lnTo>
                      <a:pt x="22" y="111"/>
                    </a:lnTo>
                    <a:lnTo>
                      <a:pt x="1" y="111"/>
                    </a:lnTo>
                    <a:lnTo>
                      <a:pt x="1" y="132"/>
                    </a:lnTo>
                    <a:lnTo>
                      <a:pt x="1" y="152"/>
                    </a:lnTo>
                    <a:lnTo>
                      <a:pt x="22" y="152"/>
                    </a:lnTo>
                    <a:lnTo>
                      <a:pt x="22" y="173"/>
                    </a:lnTo>
                    <a:lnTo>
                      <a:pt x="69" y="173"/>
                    </a:lnTo>
                    <a:lnTo>
                      <a:pt x="373" y="200"/>
                    </a:lnTo>
                    <a:cubicBezTo>
                      <a:pt x="394" y="200"/>
                      <a:pt x="394" y="200"/>
                      <a:pt x="415" y="173"/>
                    </a:cubicBezTo>
                    <a:lnTo>
                      <a:pt x="656" y="90"/>
                    </a:lnTo>
                    <a:lnTo>
                      <a:pt x="677" y="90"/>
                    </a:lnTo>
                    <a:lnTo>
                      <a:pt x="677" y="69"/>
                    </a:lnTo>
                    <a:lnTo>
                      <a:pt x="697" y="69"/>
                    </a:lnTo>
                    <a:lnTo>
                      <a:pt x="697" y="42"/>
                    </a:lnTo>
                    <a:lnTo>
                      <a:pt x="677" y="22"/>
                    </a:lnTo>
                    <a:lnTo>
                      <a:pt x="656" y="22"/>
                    </a:lnTo>
                    <a:lnTo>
                      <a:pt x="635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6"/>
              <p:cNvSpPr/>
              <p:nvPr/>
            </p:nvSpPr>
            <p:spPr>
              <a:xfrm>
                <a:off x="3923905" y="2532423"/>
                <a:ext cx="88712" cy="14106"/>
              </a:xfrm>
              <a:custGeom>
                <a:rect b="b" l="l" r="r" t="t"/>
                <a:pathLst>
                  <a:path extrusionOk="0" h="90" w="566">
                    <a:moveTo>
                      <a:pt x="241" y="0"/>
                    </a:moveTo>
                    <a:lnTo>
                      <a:pt x="0" y="89"/>
                    </a:lnTo>
                    <a:lnTo>
                      <a:pt x="330" y="89"/>
                    </a:lnTo>
                    <a:lnTo>
                      <a:pt x="566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6"/>
              <p:cNvSpPr/>
              <p:nvPr/>
            </p:nvSpPr>
            <p:spPr>
              <a:xfrm>
                <a:off x="3914031" y="2524429"/>
                <a:ext cx="109244" cy="28683"/>
              </a:xfrm>
              <a:custGeom>
                <a:rect b="b" l="l" r="r" t="t"/>
                <a:pathLst>
                  <a:path extrusionOk="0" h="183" w="697">
                    <a:moveTo>
                      <a:pt x="299" y="0"/>
                    </a:moveTo>
                    <a:cubicBezTo>
                      <a:pt x="295" y="0"/>
                      <a:pt x="290" y="3"/>
                      <a:pt x="283" y="10"/>
                    </a:cubicBezTo>
                    <a:lnTo>
                      <a:pt x="42" y="99"/>
                    </a:lnTo>
                    <a:lnTo>
                      <a:pt x="21" y="99"/>
                    </a:lnTo>
                    <a:lnTo>
                      <a:pt x="21" y="120"/>
                    </a:lnTo>
                    <a:lnTo>
                      <a:pt x="0" y="120"/>
                    </a:lnTo>
                    <a:lnTo>
                      <a:pt x="0" y="140"/>
                    </a:lnTo>
                    <a:lnTo>
                      <a:pt x="21" y="161"/>
                    </a:lnTo>
                    <a:lnTo>
                      <a:pt x="42" y="182"/>
                    </a:lnTo>
                    <a:lnTo>
                      <a:pt x="414" y="182"/>
                    </a:lnTo>
                    <a:lnTo>
                      <a:pt x="655" y="99"/>
                    </a:lnTo>
                    <a:lnTo>
                      <a:pt x="676" y="78"/>
                    </a:lnTo>
                    <a:lnTo>
                      <a:pt x="697" y="78"/>
                    </a:lnTo>
                    <a:lnTo>
                      <a:pt x="697" y="51"/>
                    </a:lnTo>
                    <a:lnTo>
                      <a:pt x="676" y="30"/>
                    </a:lnTo>
                    <a:lnTo>
                      <a:pt x="655" y="10"/>
                    </a:lnTo>
                    <a:lnTo>
                      <a:pt x="325" y="10"/>
                    </a:lnTo>
                    <a:cubicBezTo>
                      <a:pt x="311" y="10"/>
                      <a:pt x="306" y="0"/>
                      <a:pt x="299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6"/>
              <p:cNvSpPr/>
              <p:nvPr/>
            </p:nvSpPr>
            <p:spPr>
              <a:xfrm>
                <a:off x="3872966" y="2549663"/>
                <a:ext cx="88869" cy="17398"/>
              </a:xfrm>
              <a:custGeom>
                <a:rect b="b" l="l" r="r" t="t"/>
                <a:pathLst>
                  <a:path extrusionOk="0" h="111" w="567">
                    <a:moveTo>
                      <a:pt x="236" y="0"/>
                    </a:moveTo>
                    <a:lnTo>
                      <a:pt x="0" y="89"/>
                    </a:lnTo>
                    <a:lnTo>
                      <a:pt x="21" y="89"/>
                    </a:lnTo>
                    <a:lnTo>
                      <a:pt x="304" y="110"/>
                    </a:lnTo>
                    <a:lnTo>
                      <a:pt x="325" y="110"/>
                    </a:lnTo>
                    <a:lnTo>
                      <a:pt x="566" y="21"/>
                    </a:lnTo>
                    <a:cubicBezTo>
                      <a:pt x="566" y="0"/>
                      <a:pt x="566" y="0"/>
                      <a:pt x="545" y="0"/>
                    </a:cubicBez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6"/>
              <p:cNvSpPr/>
              <p:nvPr/>
            </p:nvSpPr>
            <p:spPr>
              <a:xfrm>
                <a:off x="3862309" y="2543081"/>
                <a:ext cx="109244" cy="30563"/>
              </a:xfrm>
              <a:custGeom>
                <a:rect b="b" l="l" r="r" t="t"/>
                <a:pathLst>
                  <a:path extrusionOk="0" h="195" w="697">
                    <a:moveTo>
                      <a:pt x="414" y="90"/>
                    </a:moveTo>
                    <a:lnTo>
                      <a:pt x="372" y="110"/>
                    </a:lnTo>
                    <a:lnTo>
                      <a:pt x="304" y="110"/>
                    </a:lnTo>
                    <a:lnTo>
                      <a:pt x="330" y="90"/>
                    </a:lnTo>
                    <a:close/>
                    <a:moveTo>
                      <a:pt x="330" y="1"/>
                    </a:moveTo>
                    <a:cubicBezTo>
                      <a:pt x="304" y="1"/>
                      <a:pt x="304" y="1"/>
                      <a:pt x="283" y="21"/>
                    </a:cubicBezTo>
                    <a:lnTo>
                      <a:pt x="42" y="110"/>
                    </a:lnTo>
                    <a:lnTo>
                      <a:pt x="21" y="110"/>
                    </a:lnTo>
                    <a:lnTo>
                      <a:pt x="0" y="131"/>
                    </a:lnTo>
                    <a:lnTo>
                      <a:pt x="0" y="152"/>
                    </a:lnTo>
                    <a:lnTo>
                      <a:pt x="21" y="173"/>
                    </a:lnTo>
                    <a:lnTo>
                      <a:pt x="68" y="173"/>
                    </a:lnTo>
                    <a:lnTo>
                      <a:pt x="372" y="194"/>
                    </a:lnTo>
                    <a:cubicBezTo>
                      <a:pt x="393" y="194"/>
                      <a:pt x="393" y="194"/>
                      <a:pt x="435" y="173"/>
                    </a:cubicBezTo>
                    <a:lnTo>
                      <a:pt x="655" y="90"/>
                    </a:lnTo>
                    <a:lnTo>
                      <a:pt x="676" y="90"/>
                    </a:lnTo>
                    <a:lnTo>
                      <a:pt x="697" y="63"/>
                    </a:lnTo>
                    <a:lnTo>
                      <a:pt x="697" y="42"/>
                    </a:lnTo>
                    <a:lnTo>
                      <a:pt x="676" y="21"/>
                    </a:lnTo>
                    <a:lnTo>
                      <a:pt x="634" y="21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6"/>
              <p:cNvSpPr/>
              <p:nvPr/>
            </p:nvSpPr>
            <p:spPr>
              <a:xfrm>
                <a:off x="3821244" y="2570196"/>
                <a:ext cx="88869" cy="14106"/>
              </a:xfrm>
              <a:custGeom>
                <a:rect b="b" l="l" r="r" t="t"/>
                <a:pathLst>
                  <a:path extrusionOk="0" h="90" w="567">
                    <a:moveTo>
                      <a:pt x="241" y="0"/>
                    </a:moveTo>
                    <a:lnTo>
                      <a:pt x="1" y="89"/>
                    </a:lnTo>
                    <a:lnTo>
                      <a:pt x="330" y="89"/>
                    </a:lnTo>
                    <a:lnTo>
                      <a:pt x="566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1" name="Google Shape;701;p6"/>
              <p:cNvSpPr/>
              <p:nvPr/>
            </p:nvSpPr>
            <p:spPr>
              <a:xfrm>
                <a:off x="3811370" y="2563613"/>
                <a:ext cx="109401" cy="27272"/>
              </a:xfrm>
              <a:custGeom>
                <a:rect b="b" l="l" r="r" t="t"/>
                <a:pathLst>
                  <a:path extrusionOk="0" h="174" w="698">
                    <a:moveTo>
                      <a:pt x="283" y="0"/>
                    </a:moveTo>
                    <a:lnTo>
                      <a:pt x="43" y="89"/>
                    </a:lnTo>
                    <a:lnTo>
                      <a:pt x="22" y="89"/>
                    </a:lnTo>
                    <a:lnTo>
                      <a:pt x="22" y="110"/>
                    </a:lnTo>
                    <a:lnTo>
                      <a:pt x="1" y="110"/>
                    </a:lnTo>
                    <a:lnTo>
                      <a:pt x="1" y="131"/>
                    </a:lnTo>
                    <a:lnTo>
                      <a:pt x="1" y="152"/>
                    </a:lnTo>
                    <a:lnTo>
                      <a:pt x="22" y="152"/>
                    </a:lnTo>
                    <a:lnTo>
                      <a:pt x="22" y="173"/>
                    </a:lnTo>
                    <a:lnTo>
                      <a:pt x="435" y="173"/>
                    </a:lnTo>
                    <a:lnTo>
                      <a:pt x="676" y="89"/>
                    </a:lnTo>
                    <a:lnTo>
                      <a:pt x="676" y="63"/>
                    </a:lnTo>
                    <a:lnTo>
                      <a:pt x="697" y="63"/>
                    </a:lnTo>
                    <a:lnTo>
                      <a:pt x="697" y="42"/>
                    </a:lnTo>
                    <a:lnTo>
                      <a:pt x="697" y="21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2" name="Google Shape;702;p6"/>
              <p:cNvSpPr/>
              <p:nvPr/>
            </p:nvSpPr>
            <p:spPr>
              <a:xfrm>
                <a:off x="3770305" y="2587436"/>
                <a:ext cx="88869" cy="17398"/>
              </a:xfrm>
              <a:custGeom>
                <a:rect b="b" l="l" r="r" t="t"/>
                <a:pathLst>
                  <a:path extrusionOk="0" h="111" w="567">
                    <a:moveTo>
                      <a:pt x="237" y="0"/>
                    </a:moveTo>
                    <a:lnTo>
                      <a:pt x="22" y="89"/>
                    </a:lnTo>
                    <a:cubicBezTo>
                      <a:pt x="1" y="89"/>
                      <a:pt x="1" y="110"/>
                      <a:pt x="22" y="110"/>
                    </a:cubicBezTo>
                    <a:lnTo>
                      <a:pt x="346" y="110"/>
                    </a:lnTo>
                    <a:lnTo>
                      <a:pt x="566" y="21"/>
                    </a:lnTo>
                    <a:lnTo>
                      <a:pt x="566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3" name="Google Shape;703;p6"/>
              <p:cNvSpPr/>
              <p:nvPr/>
            </p:nvSpPr>
            <p:spPr>
              <a:xfrm>
                <a:off x="3759647" y="2580854"/>
                <a:ext cx="109401" cy="30563"/>
              </a:xfrm>
              <a:custGeom>
                <a:rect b="b" l="l" r="r" t="t"/>
                <a:pathLst>
                  <a:path extrusionOk="0" h="195" w="698">
                    <a:moveTo>
                      <a:pt x="414" y="84"/>
                    </a:moveTo>
                    <a:lnTo>
                      <a:pt x="373" y="110"/>
                    </a:lnTo>
                    <a:lnTo>
                      <a:pt x="305" y="110"/>
                    </a:lnTo>
                    <a:lnTo>
                      <a:pt x="331" y="84"/>
                    </a:lnTo>
                    <a:close/>
                    <a:moveTo>
                      <a:pt x="352" y="0"/>
                    </a:moveTo>
                    <a:cubicBezTo>
                      <a:pt x="331" y="0"/>
                      <a:pt x="305" y="0"/>
                      <a:pt x="284" y="21"/>
                    </a:cubicBezTo>
                    <a:lnTo>
                      <a:pt x="43" y="110"/>
                    </a:lnTo>
                    <a:lnTo>
                      <a:pt x="22" y="110"/>
                    </a:lnTo>
                    <a:lnTo>
                      <a:pt x="22" y="131"/>
                    </a:lnTo>
                    <a:lnTo>
                      <a:pt x="1" y="131"/>
                    </a:lnTo>
                    <a:lnTo>
                      <a:pt x="22" y="152"/>
                    </a:lnTo>
                    <a:lnTo>
                      <a:pt x="22" y="173"/>
                    </a:lnTo>
                    <a:lnTo>
                      <a:pt x="90" y="173"/>
                    </a:lnTo>
                    <a:lnTo>
                      <a:pt x="373" y="194"/>
                    </a:lnTo>
                    <a:cubicBezTo>
                      <a:pt x="394" y="194"/>
                      <a:pt x="414" y="194"/>
                      <a:pt x="435" y="173"/>
                    </a:cubicBezTo>
                    <a:lnTo>
                      <a:pt x="676" y="84"/>
                    </a:lnTo>
                    <a:lnTo>
                      <a:pt x="697" y="84"/>
                    </a:lnTo>
                    <a:lnTo>
                      <a:pt x="697" y="63"/>
                    </a:lnTo>
                    <a:lnTo>
                      <a:pt x="697" y="42"/>
                    </a:lnTo>
                    <a:lnTo>
                      <a:pt x="697" y="21"/>
                    </a:lnTo>
                    <a:lnTo>
                      <a:pt x="655" y="21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p6"/>
              <p:cNvSpPr/>
              <p:nvPr/>
            </p:nvSpPr>
            <p:spPr>
              <a:xfrm>
                <a:off x="3721874" y="2607969"/>
                <a:ext cx="89652" cy="14106"/>
              </a:xfrm>
              <a:custGeom>
                <a:rect b="b" l="l" r="r" t="t"/>
                <a:pathLst>
                  <a:path extrusionOk="0" h="90" w="572">
                    <a:moveTo>
                      <a:pt x="221" y="0"/>
                    </a:moveTo>
                    <a:lnTo>
                      <a:pt x="1" y="89"/>
                    </a:lnTo>
                    <a:lnTo>
                      <a:pt x="331" y="89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5" name="Google Shape;705;p6"/>
              <p:cNvSpPr/>
              <p:nvPr/>
            </p:nvSpPr>
            <p:spPr>
              <a:xfrm>
                <a:off x="3712157" y="2601386"/>
                <a:ext cx="109244" cy="27272"/>
              </a:xfrm>
              <a:custGeom>
                <a:rect b="b" l="l" r="r" t="t"/>
                <a:pathLst>
                  <a:path extrusionOk="0" h="174" w="697">
                    <a:moveTo>
                      <a:pt x="262" y="0"/>
                    </a:moveTo>
                    <a:lnTo>
                      <a:pt x="21" y="84"/>
                    </a:lnTo>
                    <a:lnTo>
                      <a:pt x="21" y="110"/>
                    </a:lnTo>
                    <a:lnTo>
                      <a:pt x="0" y="110"/>
                    </a:lnTo>
                    <a:lnTo>
                      <a:pt x="0" y="131"/>
                    </a:lnTo>
                    <a:lnTo>
                      <a:pt x="0" y="152"/>
                    </a:lnTo>
                    <a:lnTo>
                      <a:pt x="21" y="173"/>
                    </a:lnTo>
                    <a:lnTo>
                      <a:pt x="414" y="173"/>
                    </a:lnTo>
                    <a:lnTo>
                      <a:pt x="655" y="84"/>
                    </a:lnTo>
                    <a:lnTo>
                      <a:pt x="676" y="63"/>
                    </a:lnTo>
                    <a:lnTo>
                      <a:pt x="697" y="42"/>
                    </a:lnTo>
                    <a:lnTo>
                      <a:pt x="697" y="21"/>
                    </a:lnTo>
                    <a:lnTo>
                      <a:pt x="676" y="21"/>
                    </a:lnTo>
                    <a:lnTo>
                      <a:pt x="655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" name="Google Shape;706;p6"/>
              <p:cNvSpPr/>
              <p:nvPr/>
            </p:nvSpPr>
            <p:spPr>
              <a:xfrm>
                <a:off x="3671092" y="2625209"/>
                <a:ext cx="88712" cy="17398"/>
              </a:xfrm>
              <a:custGeom>
                <a:rect b="b" l="l" r="r" t="t"/>
                <a:pathLst>
                  <a:path extrusionOk="0" h="111" w="566">
                    <a:moveTo>
                      <a:pt x="241" y="0"/>
                    </a:moveTo>
                    <a:lnTo>
                      <a:pt x="0" y="89"/>
                    </a:lnTo>
                    <a:lnTo>
                      <a:pt x="0" y="110"/>
                    </a:lnTo>
                    <a:lnTo>
                      <a:pt x="304" y="110"/>
                    </a:lnTo>
                    <a:cubicBezTo>
                      <a:pt x="325" y="110"/>
                      <a:pt x="325" y="89"/>
                      <a:pt x="325" y="89"/>
                    </a:cubicBezTo>
                    <a:lnTo>
                      <a:pt x="566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" name="Google Shape;707;p6"/>
              <p:cNvSpPr/>
              <p:nvPr/>
            </p:nvSpPr>
            <p:spPr>
              <a:xfrm>
                <a:off x="3660434" y="2618627"/>
                <a:ext cx="110028" cy="30563"/>
              </a:xfrm>
              <a:custGeom>
                <a:rect b="b" l="l" r="r" t="t"/>
                <a:pathLst>
                  <a:path extrusionOk="0" h="195" w="702">
                    <a:moveTo>
                      <a:pt x="393" y="84"/>
                    </a:moveTo>
                    <a:lnTo>
                      <a:pt x="372" y="105"/>
                    </a:lnTo>
                    <a:lnTo>
                      <a:pt x="309" y="105"/>
                    </a:lnTo>
                    <a:lnTo>
                      <a:pt x="330" y="84"/>
                    </a:lnTo>
                    <a:close/>
                    <a:moveTo>
                      <a:pt x="330" y="0"/>
                    </a:moveTo>
                    <a:cubicBezTo>
                      <a:pt x="309" y="0"/>
                      <a:pt x="309" y="0"/>
                      <a:pt x="262" y="21"/>
                    </a:cubicBezTo>
                    <a:lnTo>
                      <a:pt x="21" y="105"/>
                    </a:lnTo>
                    <a:lnTo>
                      <a:pt x="0" y="105"/>
                    </a:lnTo>
                    <a:lnTo>
                      <a:pt x="0" y="131"/>
                    </a:lnTo>
                    <a:lnTo>
                      <a:pt x="0" y="152"/>
                    </a:lnTo>
                    <a:lnTo>
                      <a:pt x="21" y="173"/>
                    </a:lnTo>
                    <a:lnTo>
                      <a:pt x="68" y="173"/>
                    </a:lnTo>
                    <a:lnTo>
                      <a:pt x="372" y="194"/>
                    </a:lnTo>
                    <a:cubicBezTo>
                      <a:pt x="393" y="194"/>
                      <a:pt x="393" y="194"/>
                      <a:pt x="440" y="173"/>
                    </a:cubicBezTo>
                    <a:lnTo>
                      <a:pt x="655" y="84"/>
                    </a:lnTo>
                    <a:lnTo>
                      <a:pt x="676" y="84"/>
                    </a:lnTo>
                    <a:lnTo>
                      <a:pt x="702" y="63"/>
                    </a:lnTo>
                    <a:lnTo>
                      <a:pt x="702" y="42"/>
                    </a:lnTo>
                    <a:lnTo>
                      <a:pt x="676" y="21"/>
                    </a:lnTo>
                    <a:lnTo>
                      <a:pt x="655" y="21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" name="Google Shape;708;p6"/>
              <p:cNvSpPr/>
              <p:nvPr/>
            </p:nvSpPr>
            <p:spPr>
              <a:xfrm>
                <a:off x="4225149" y="2392929"/>
                <a:ext cx="85421" cy="16457"/>
              </a:xfrm>
              <a:custGeom>
                <a:rect b="b" l="l" r="r" t="t"/>
                <a:pathLst>
                  <a:path extrusionOk="0" h="105" w="545">
                    <a:moveTo>
                      <a:pt x="241" y="0"/>
                    </a:moveTo>
                    <a:lnTo>
                      <a:pt x="0" y="84"/>
                    </a:lnTo>
                    <a:lnTo>
                      <a:pt x="283" y="105"/>
                    </a:lnTo>
                    <a:lnTo>
                      <a:pt x="304" y="105"/>
                    </a:lnTo>
                    <a:lnTo>
                      <a:pt x="545" y="21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" name="Google Shape;709;p6"/>
              <p:cNvSpPr/>
              <p:nvPr/>
            </p:nvSpPr>
            <p:spPr>
              <a:xfrm>
                <a:off x="4214491" y="2385563"/>
                <a:ext cx="105953" cy="31347"/>
              </a:xfrm>
              <a:custGeom>
                <a:rect b="b" l="l" r="r" t="t"/>
                <a:pathLst>
                  <a:path extrusionOk="0" h="200" w="676">
                    <a:moveTo>
                      <a:pt x="414" y="89"/>
                    </a:moveTo>
                    <a:lnTo>
                      <a:pt x="351" y="110"/>
                    </a:lnTo>
                    <a:lnTo>
                      <a:pt x="262" y="110"/>
                    </a:lnTo>
                    <a:lnTo>
                      <a:pt x="330" y="89"/>
                    </a:lnTo>
                    <a:close/>
                    <a:moveTo>
                      <a:pt x="283" y="0"/>
                    </a:moveTo>
                    <a:lnTo>
                      <a:pt x="21" y="89"/>
                    </a:lnTo>
                    <a:lnTo>
                      <a:pt x="21" y="110"/>
                    </a:lnTo>
                    <a:lnTo>
                      <a:pt x="0" y="110"/>
                    </a:lnTo>
                    <a:lnTo>
                      <a:pt x="0" y="131"/>
                    </a:lnTo>
                    <a:lnTo>
                      <a:pt x="21" y="152"/>
                    </a:lnTo>
                    <a:lnTo>
                      <a:pt x="21" y="178"/>
                    </a:lnTo>
                    <a:lnTo>
                      <a:pt x="68" y="178"/>
                    </a:lnTo>
                    <a:lnTo>
                      <a:pt x="351" y="199"/>
                    </a:lnTo>
                    <a:lnTo>
                      <a:pt x="414" y="199"/>
                    </a:lnTo>
                    <a:lnTo>
                      <a:pt x="655" y="89"/>
                    </a:lnTo>
                    <a:lnTo>
                      <a:pt x="676" y="89"/>
                    </a:lnTo>
                    <a:lnTo>
                      <a:pt x="676" y="47"/>
                    </a:lnTo>
                    <a:lnTo>
                      <a:pt x="676" y="21"/>
                    </a:lnTo>
                    <a:lnTo>
                      <a:pt x="613" y="21"/>
                    </a:lnTo>
                    <a:lnTo>
                      <a:pt x="351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0" name="Google Shape;710;p6"/>
              <p:cNvSpPr/>
              <p:nvPr/>
            </p:nvSpPr>
            <p:spPr>
              <a:xfrm>
                <a:off x="4170135" y="2413461"/>
                <a:ext cx="88712" cy="16457"/>
              </a:xfrm>
              <a:custGeom>
                <a:rect b="b" l="l" r="r" t="t"/>
                <a:pathLst>
                  <a:path extrusionOk="0" h="105" w="566">
                    <a:moveTo>
                      <a:pt x="262" y="0"/>
                    </a:moveTo>
                    <a:lnTo>
                      <a:pt x="0" y="84"/>
                    </a:lnTo>
                    <a:lnTo>
                      <a:pt x="21" y="84"/>
                    </a:lnTo>
                    <a:lnTo>
                      <a:pt x="304" y="105"/>
                    </a:lnTo>
                    <a:lnTo>
                      <a:pt x="330" y="105"/>
                    </a:lnTo>
                    <a:lnTo>
                      <a:pt x="566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1" name="Google Shape;711;p6"/>
              <p:cNvSpPr/>
              <p:nvPr/>
            </p:nvSpPr>
            <p:spPr>
              <a:xfrm>
                <a:off x="4160261" y="2405938"/>
                <a:ext cx="109244" cy="31347"/>
              </a:xfrm>
              <a:custGeom>
                <a:rect b="b" l="l" r="r" t="t"/>
                <a:pathLst>
                  <a:path extrusionOk="0" h="200" w="697">
                    <a:moveTo>
                      <a:pt x="414" y="90"/>
                    </a:moveTo>
                    <a:lnTo>
                      <a:pt x="367" y="111"/>
                    </a:lnTo>
                    <a:lnTo>
                      <a:pt x="283" y="111"/>
                    </a:lnTo>
                    <a:lnTo>
                      <a:pt x="346" y="90"/>
                    </a:lnTo>
                    <a:close/>
                    <a:moveTo>
                      <a:pt x="283" y="1"/>
                    </a:moveTo>
                    <a:lnTo>
                      <a:pt x="42" y="90"/>
                    </a:lnTo>
                    <a:lnTo>
                      <a:pt x="21" y="111"/>
                    </a:lnTo>
                    <a:lnTo>
                      <a:pt x="0" y="132"/>
                    </a:lnTo>
                    <a:lnTo>
                      <a:pt x="21" y="153"/>
                    </a:lnTo>
                    <a:lnTo>
                      <a:pt x="42" y="179"/>
                    </a:lnTo>
                    <a:lnTo>
                      <a:pt x="63" y="179"/>
                    </a:lnTo>
                    <a:lnTo>
                      <a:pt x="346" y="200"/>
                    </a:lnTo>
                    <a:cubicBezTo>
                      <a:pt x="367" y="200"/>
                      <a:pt x="393" y="200"/>
                      <a:pt x="414" y="179"/>
                    </a:cubicBezTo>
                    <a:lnTo>
                      <a:pt x="655" y="90"/>
                    </a:lnTo>
                    <a:lnTo>
                      <a:pt x="676" y="90"/>
                    </a:lnTo>
                    <a:lnTo>
                      <a:pt x="697" y="69"/>
                    </a:lnTo>
                    <a:lnTo>
                      <a:pt x="697" y="48"/>
                    </a:lnTo>
                    <a:lnTo>
                      <a:pt x="676" y="22"/>
                    </a:lnTo>
                    <a:lnTo>
                      <a:pt x="655" y="22"/>
                    </a:lnTo>
                    <a:lnTo>
                      <a:pt x="655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" name="Google Shape;712;p6"/>
              <p:cNvSpPr/>
              <p:nvPr/>
            </p:nvSpPr>
            <p:spPr>
              <a:xfrm>
                <a:off x="4119197" y="2429762"/>
                <a:ext cx="85577" cy="18965"/>
              </a:xfrm>
              <a:custGeom>
                <a:rect b="b" l="l" r="r" t="t"/>
                <a:pathLst>
                  <a:path extrusionOk="0" h="121" w="546">
                    <a:moveTo>
                      <a:pt x="262" y="1"/>
                    </a:moveTo>
                    <a:cubicBezTo>
                      <a:pt x="262" y="1"/>
                      <a:pt x="236" y="1"/>
                      <a:pt x="236" y="27"/>
                    </a:cubicBezTo>
                    <a:lnTo>
                      <a:pt x="1" y="111"/>
                    </a:lnTo>
                    <a:lnTo>
                      <a:pt x="283" y="111"/>
                    </a:lnTo>
                    <a:cubicBezTo>
                      <a:pt x="290" y="118"/>
                      <a:pt x="295" y="120"/>
                      <a:pt x="298" y="120"/>
                    </a:cubicBezTo>
                    <a:cubicBezTo>
                      <a:pt x="304" y="120"/>
                      <a:pt x="304" y="111"/>
                      <a:pt x="304" y="111"/>
                    </a:cubicBezTo>
                    <a:lnTo>
                      <a:pt x="545" y="27"/>
                    </a:lnTo>
                    <a:lnTo>
                      <a:pt x="262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3" name="Google Shape;713;p6"/>
              <p:cNvSpPr/>
              <p:nvPr/>
            </p:nvSpPr>
            <p:spPr>
              <a:xfrm>
                <a:off x="4108539" y="2423179"/>
                <a:ext cx="109244" cy="32914"/>
              </a:xfrm>
              <a:custGeom>
                <a:rect b="b" l="l" r="r" t="t"/>
                <a:pathLst>
                  <a:path extrusionOk="0" h="210" w="697">
                    <a:moveTo>
                      <a:pt x="330" y="90"/>
                    </a:moveTo>
                    <a:lnTo>
                      <a:pt x="414" y="111"/>
                    </a:lnTo>
                    <a:lnTo>
                      <a:pt x="351" y="132"/>
                    </a:lnTo>
                    <a:lnTo>
                      <a:pt x="283" y="111"/>
                    </a:lnTo>
                    <a:lnTo>
                      <a:pt x="330" y="90"/>
                    </a:lnTo>
                    <a:close/>
                    <a:moveTo>
                      <a:pt x="351" y="1"/>
                    </a:moveTo>
                    <a:cubicBezTo>
                      <a:pt x="304" y="1"/>
                      <a:pt x="304" y="1"/>
                      <a:pt x="283" y="22"/>
                    </a:cubicBezTo>
                    <a:lnTo>
                      <a:pt x="21" y="111"/>
                    </a:lnTo>
                    <a:lnTo>
                      <a:pt x="0" y="132"/>
                    </a:lnTo>
                    <a:lnTo>
                      <a:pt x="0" y="153"/>
                    </a:lnTo>
                    <a:lnTo>
                      <a:pt x="0" y="174"/>
                    </a:lnTo>
                    <a:lnTo>
                      <a:pt x="21" y="174"/>
                    </a:lnTo>
                    <a:lnTo>
                      <a:pt x="21" y="200"/>
                    </a:lnTo>
                    <a:lnTo>
                      <a:pt x="351" y="200"/>
                    </a:lnTo>
                    <a:cubicBezTo>
                      <a:pt x="365" y="200"/>
                      <a:pt x="370" y="209"/>
                      <a:pt x="384" y="209"/>
                    </a:cubicBezTo>
                    <a:cubicBezTo>
                      <a:pt x="391" y="209"/>
                      <a:pt x="400" y="207"/>
                      <a:pt x="414" y="200"/>
                    </a:cubicBezTo>
                    <a:lnTo>
                      <a:pt x="655" y="111"/>
                    </a:lnTo>
                    <a:lnTo>
                      <a:pt x="676" y="111"/>
                    </a:lnTo>
                    <a:lnTo>
                      <a:pt x="676" y="90"/>
                    </a:lnTo>
                    <a:lnTo>
                      <a:pt x="697" y="69"/>
                    </a:lnTo>
                    <a:lnTo>
                      <a:pt x="676" y="43"/>
                    </a:lnTo>
                    <a:lnTo>
                      <a:pt x="655" y="43"/>
                    </a:lnTo>
                    <a:lnTo>
                      <a:pt x="655" y="22"/>
                    </a:lnTo>
                    <a:lnTo>
                      <a:pt x="613" y="22"/>
                    </a:lnTo>
                    <a:lnTo>
                      <a:pt x="351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4" name="Google Shape;714;p6"/>
              <p:cNvSpPr/>
              <p:nvPr/>
            </p:nvSpPr>
            <p:spPr>
              <a:xfrm>
                <a:off x="4064183" y="2450294"/>
                <a:ext cx="88869" cy="17398"/>
              </a:xfrm>
              <a:custGeom>
                <a:rect b="b" l="l" r="r" t="t"/>
                <a:pathLst>
                  <a:path extrusionOk="0" h="111" w="567">
                    <a:moveTo>
                      <a:pt x="262" y="1"/>
                    </a:moveTo>
                    <a:lnTo>
                      <a:pt x="1" y="90"/>
                    </a:lnTo>
                    <a:cubicBezTo>
                      <a:pt x="1" y="111"/>
                      <a:pt x="1" y="111"/>
                      <a:pt x="22" y="111"/>
                    </a:cubicBezTo>
                    <a:lnTo>
                      <a:pt x="325" y="111"/>
                    </a:lnTo>
                    <a:lnTo>
                      <a:pt x="566" y="27"/>
                    </a:lnTo>
                    <a:lnTo>
                      <a:pt x="283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5" name="Google Shape;715;p6"/>
              <p:cNvSpPr/>
              <p:nvPr/>
            </p:nvSpPr>
            <p:spPr>
              <a:xfrm>
                <a:off x="4053525" y="2443711"/>
                <a:ext cx="110185" cy="31347"/>
              </a:xfrm>
              <a:custGeom>
                <a:rect b="b" l="l" r="r" t="t"/>
                <a:pathLst>
                  <a:path extrusionOk="0" h="200" w="703">
                    <a:moveTo>
                      <a:pt x="420" y="90"/>
                    </a:moveTo>
                    <a:lnTo>
                      <a:pt x="372" y="111"/>
                    </a:lnTo>
                    <a:lnTo>
                      <a:pt x="289" y="111"/>
                    </a:lnTo>
                    <a:lnTo>
                      <a:pt x="351" y="90"/>
                    </a:lnTo>
                    <a:close/>
                    <a:moveTo>
                      <a:pt x="351" y="1"/>
                    </a:moveTo>
                    <a:cubicBezTo>
                      <a:pt x="330" y="1"/>
                      <a:pt x="330" y="1"/>
                      <a:pt x="289" y="22"/>
                    </a:cubicBezTo>
                    <a:lnTo>
                      <a:pt x="48" y="111"/>
                    </a:lnTo>
                    <a:lnTo>
                      <a:pt x="27" y="111"/>
                    </a:lnTo>
                    <a:lnTo>
                      <a:pt x="27" y="132"/>
                    </a:lnTo>
                    <a:lnTo>
                      <a:pt x="1" y="132"/>
                    </a:lnTo>
                    <a:lnTo>
                      <a:pt x="1" y="153"/>
                    </a:lnTo>
                    <a:lnTo>
                      <a:pt x="27" y="174"/>
                    </a:lnTo>
                    <a:lnTo>
                      <a:pt x="48" y="174"/>
                    </a:lnTo>
                    <a:lnTo>
                      <a:pt x="69" y="200"/>
                    </a:lnTo>
                    <a:lnTo>
                      <a:pt x="440" y="200"/>
                    </a:lnTo>
                    <a:lnTo>
                      <a:pt x="681" y="111"/>
                    </a:lnTo>
                    <a:lnTo>
                      <a:pt x="681" y="90"/>
                    </a:lnTo>
                    <a:lnTo>
                      <a:pt x="702" y="90"/>
                    </a:lnTo>
                    <a:lnTo>
                      <a:pt x="702" y="69"/>
                    </a:lnTo>
                    <a:lnTo>
                      <a:pt x="702" y="43"/>
                    </a:lnTo>
                    <a:lnTo>
                      <a:pt x="681" y="22"/>
                    </a:lnTo>
                    <a:lnTo>
                      <a:pt x="634" y="22"/>
                    </a:lnTo>
                    <a:lnTo>
                      <a:pt x="351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6" name="Google Shape;716;p6"/>
              <p:cNvSpPr/>
              <p:nvPr/>
            </p:nvSpPr>
            <p:spPr>
              <a:xfrm>
                <a:off x="4012460" y="2470826"/>
                <a:ext cx="89652" cy="17398"/>
              </a:xfrm>
              <a:custGeom>
                <a:rect b="b" l="l" r="r" t="t"/>
                <a:pathLst>
                  <a:path extrusionOk="0" h="111" w="572">
                    <a:moveTo>
                      <a:pt x="242" y="1"/>
                    </a:moveTo>
                    <a:lnTo>
                      <a:pt x="1" y="90"/>
                    </a:lnTo>
                    <a:lnTo>
                      <a:pt x="310" y="111"/>
                    </a:lnTo>
                    <a:lnTo>
                      <a:pt x="331" y="111"/>
                    </a:lnTo>
                    <a:lnTo>
                      <a:pt x="572" y="27"/>
                    </a:lnTo>
                    <a:lnTo>
                      <a:pt x="572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6"/>
              <p:cNvSpPr/>
              <p:nvPr/>
            </p:nvSpPr>
            <p:spPr>
              <a:xfrm>
                <a:off x="4002586" y="2464243"/>
                <a:ext cx="109401" cy="31347"/>
              </a:xfrm>
              <a:custGeom>
                <a:rect b="b" l="l" r="r" t="t"/>
                <a:pathLst>
                  <a:path extrusionOk="0" h="200" w="698">
                    <a:moveTo>
                      <a:pt x="415" y="90"/>
                    </a:moveTo>
                    <a:lnTo>
                      <a:pt x="373" y="111"/>
                    </a:lnTo>
                    <a:lnTo>
                      <a:pt x="284" y="111"/>
                    </a:lnTo>
                    <a:lnTo>
                      <a:pt x="326" y="90"/>
                    </a:lnTo>
                    <a:close/>
                    <a:moveTo>
                      <a:pt x="284" y="1"/>
                    </a:moveTo>
                    <a:lnTo>
                      <a:pt x="43" y="111"/>
                    </a:lnTo>
                    <a:lnTo>
                      <a:pt x="1" y="111"/>
                    </a:lnTo>
                    <a:lnTo>
                      <a:pt x="1" y="132"/>
                    </a:lnTo>
                    <a:lnTo>
                      <a:pt x="1" y="153"/>
                    </a:lnTo>
                    <a:lnTo>
                      <a:pt x="22" y="174"/>
                    </a:lnTo>
                    <a:lnTo>
                      <a:pt x="64" y="174"/>
                    </a:lnTo>
                    <a:lnTo>
                      <a:pt x="352" y="200"/>
                    </a:lnTo>
                    <a:cubicBezTo>
                      <a:pt x="373" y="200"/>
                      <a:pt x="394" y="200"/>
                      <a:pt x="415" y="174"/>
                    </a:cubicBezTo>
                    <a:lnTo>
                      <a:pt x="655" y="90"/>
                    </a:lnTo>
                    <a:lnTo>
                      <a:pt x="676" y="90"/>
                    </a:lnTo>
                    <a:lnTo>
                      <a:pt x="697" y="69"/>
                    </a:lnTo>
                    <a:lnTo>
                      <a:pt x="697" y="43"/>
                    </a:lnTo>
                    <a:lnTo>
                      <a:pt x="676" y="22"/>
                    </a:lnTo>
                    <a:lnTo>
                      <a:pt x="655" y="22"/>
                    </a:lnTo>
                    <a:lnTo>
                      <a:pt x="635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6"/>
              <p:cNvSpPr/>
              <p:nvPr/>
            </p:nvSpPr>
            <p:spPr>
              <a:xfrm>
                <a:off x="3961678" y="2491358"/>
                <a:ext cx="88712" cy="17398"/>
              </a:xfrm>
              <a:custGeom>
                <a:rect b="b" l="l" r="r" t="t"/>
                <a:pathLst>
                  <a:path extrusionOk="0" h="111" w="566">
                    <a:moveTo>
                      <a:pt x="241" y="1"/>
                    </a:moveTo>
                    <a:lnTo>
                      <a:pt x="0" y="90"/>
                    </a:lnTo>
                    <a:lnTo>
                      <a:pt x="283" y="111"/>
                    </a:lnTo>
                    <a:cubicBezTo>
                      <a:pt x="304" y="111"/>
                      <a:pt x="304" y="90"/>
                      <a:pt x="325" y="90"/>
                    </a:cubicBezTo>
                    <a:lnTo>
                      <a:pt x="566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9" name="Google Shape;719;p6"/>
              <p:cNvSpPr/>
              <p:nvPr/>
            </p:nvSpPr>
            <p:spPr>
              <a:xfrm>
                <a:off x="3950864" y="2484775"/>
                <a:ext cx="110185" cy="29153"/>
              </a:xfrm>
              <a:custGeom>
                <a:rect b="b" l="l" r="r" t="t"/>
                <a:pathLst>
                  <a:path extrusionOk="0" h="186" w="703">
                    <a:moveTo>
                      <a:pt x="420" y="90"/>
                    </a:moveTo>
                    <a:lnTo>
                      <a:pt x="352" y="111"/>
                    </a:lnTo>
                    <a:lnTo>
                      <a:pt x="289" y="90"/>
                    </a:lnTo>
                    <a:close/>
                    <a:moveTo>
                      <a:pt x="263" y="1"/>
                    </a:moveTo>
                    <a:lnTo>
                      <a:pt x="27" y="90"/>
                    </a:lnTo>
                    <a:lnTo>
                      <a:pt x="27" y="111"/>
                    </a:lnTo>
                    <a:lnTo>
                      <a:pt x="1" y="111"/>
                    </a:lnTo>
                    <a:lnTo>
                      <a:pt x="1" y="132"/>
                    </a:lnTo>
                    <a:lnTo>
                      <a:pt x="1" y="153"/>
                    </a:lnTo>
                    <a:lnTo>
                      <a:pt x="27" y="153"/>
                    </a:lnTo>
                    <a:lnTo>
                      <a:pt x="27" y="173"/>
                    </a:lnTo>
                    <a:lnTo>
                      <a:pt x="352" y="173"/>
                    </a:lnTo>
                    <a:cubicBezTo>
                      <a:pt x="366" y="173"/>
                      <a:pt x="380" y="185"/>
                      <a:pt x="395" y="185"/>
                    </a:cubicBezTo>
                    <a:cubicBezTo>
                      <a:pt x="403" y="185"/>
                      <a:pt x="411" y="182"/>
                      <a:pt x="420" y="173"/>
                    </a:cubicBezTo>
                    <a:lnTo>
                      <a:pt x="656" y="90"/>
                    </a:lnTo>
                    <a:lnTo>
                      <a:pt x="682" y="90"/>
                    </a:lnTo>
                    <a:lnTo>
                      <a:pt x="682" y="69"/>
                    </a:lnTo>
                    <a:lnTo>
                      <a:pt x="703" y="43"/>
                    </a:lnTo>
                    <a:lnTo>
                      <a:pt x="682" y="22"/>
                    </a:lnTo>
                    <a:lnTo>
                      <a:pt x="656" y="22"/>
                    </a:lnTo>
                    <a:lnTo>
                      <a:pt x="656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0" name="Google Shape;720;p6"/>
              <p:cNvSpPr/>
              <p:nvPr/>
            </p:nvSpPr>
            <p:spPr>
              <a:xfrm>
                <a:off x="3909956" y="2508599"/>
                <a:ext cx="86204" cy="17398"/>
              </a:xfrm>
              <a:custGeom>
                <a:rect b="b" l="l" r="r" t="t"/>
                <a:pathLst>
                  <a:path extrusionOk="0" h="111" w="550">
                    <a:moveTo>
                      <a:pt x="262" y="1"/>
                    </a:moveTo>
                    <a:cubicBezTo>
                      <a:pt x="241" y="1"/>
                      <a:pt x="241" y="1"/>
                      <a:pt x="241" y="21"/>
                    </a:cubicBezTo>
                    <a:lnTo>
                      <a:pt x="0" y="111"/>
                    </a:lnTo>
                    <a:lnTo>
                      <a:pt x="309" y="111"/>
                    </a:lnTo>
                    <a:lnTo>
                      <a:pt x="550" y="21"/>
                    </a:lnTo>
                    <a:lnTo>
                      <a:pt x="262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p6"/>
              <p:cNvSpPr/>
              <p:nvPr/>
            </p:nvSpPr>
            <p:spPr>
              <a:xfrm>
                <a:off x="3896790" y="2502016"/>
                <a:ext cx="112536" cy="30563"/>
              </a:xfrm>
              <a:custGeom>
                <a:rect b="b" l="l" r="r" t="t"/>
                <a:pathLst>
                  <a:path extrusionOk="0" h="195" w="718">
                    <a:moveTo>
                      <a:pt x="414" y="90"/>
                    </a:moveTo>
                    <a:lnTo>
                      <a:pt x="372" y="111"/>
                    </a:lnTo>
                    <a:lnTo>
                      <a:pt x="304" y="111"/>
                    </a:lnTo>
                    <a:lnTo>
                      <a:pt x="346" y="90"/>
                    </a:lnTo>
                    <a:close/>
                    <a:moveTo>
                      <a:pt x="346" y="1"/>
                    </a:moveTo>
                    <a:cubicBezTo>
                      <a:pt x="325" y="1"/>
                      <a:pt x="304" y="1"/>
                      <a:pt x="283" y="22"/>
                    </a:cubicBezTo>
                    <a:lnTo>
                      <a:pt x="42" y="111"/>
                    </a:lnTo>
                    <a:lnTo>
                      <a:pt x="21" y="111"/>
                    </a:lnTo>
                    <a:lnTo>
                      <a:pt x="21" y="132"/>
                    </a:lnTo>
                    <a:lnTo>
                      <a:pt x="0" y="153"/>
                    </a:lnTo>
                    <a:lnTo>
                      <a:pt x="21" y="153"/>
                    </a:lnTo>
                    <a:lnTo>
                      <a:pt x="21" y="173"/>
                    </a:lnTo>
                    <a:lnTo>
                      <a:pt x="42" y="173"/>
                    </a:lnTo>
                    <a:lnTo>
                      <a:pt x="42" y="194"/>
                    </a:lnTo>
                    <a:lnTo>
                      <a:pt x="435" y="194"/>
                    </a:lnTo>
                    <a:lnTo>
                      <a:pt x="676" y="111"/>
                    </a:lnTo>
                    <a:lnTo>
                      <a:pt x="676" y="90"/>
                    </a:lnTo>
                    <a:lnTo>
                      <a:pt x="697" y="90"/>
                    </a:lnTo>
                    <a:lnTo>
                      <a:pt x="718" y="63"/>
                    </a:lnTo>
                    <a:lnTo>
                      <a:pt x="697" y="43"/>
                    </a:lnTo>
                    <a:lnTo>
                      <a:pt x="697" y="22"/>
                    </a:lnTo>
                    <a:lnTo>
                      <a:pt x="634" y="22"/>
                    </a:lnTo>
                    <a:lnTo>
                      <a:pt x="346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2" name="Google Shape;722;p6"/>
              <p:cNvSpPr/>
              <p:nvPr/>
            </p:nvSpPr>
            <p:spPr>
              <a:xfrm>
                <a:off x="3855726" y="2529131"/>
                <a:ext cx="92160" cy="17398"/>
              </a:xfrm>
              <a:custGeom>
                <a:rect b="b" l="l" r="r" t="t"/>
                <a:pathLst>
                  <a:path extrusionOk="0" h="111" w="588">
                    <a:moveTo>
                      <a:pt x="241" y="0"/>
                    </a:moveTo>
                    <a:lnTo>
                      <a:pt x="0" y="90"/>
                    </a:lnTo>
                    <a:lnTo>
                      <a:pt x="21" y="90"/>
                    </a:lnTo>
                    <a:lnTo>
                      <a:pt x="304" y="110"/>
                    </a:lnTo>
                    <a:lnTo>
                      <a:pt x="325" y="110"/>
                    </a:lnTo>
                    <a:lnTo>
                      <a:pt x="566" y="21"/>
                    </a:lnTo>
                    <a:cubicBezTo>
                      <a:pt x="587" y="0"/>
                      <a:pt x="566" y="0"/>
                      <a:pt x="566" y="0"/>
                    </a:cubicBez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3" name="Google Shape;723;p6"/>
              <p:cNvSpPr/>
              <p:nvPr/>
            </p:nvSpPr>
            <p:spPr>
              <a:xfrm>
                <a:off x="3845068" y="2522548"/>
                <a:ext cx="110185" cy="30563"/>
              </a:xfrm>
              <a:custGeom>
                <a:rect b="b" l="l" r="r" t="t"/>
                <a:pathLst>
                  <a:path extrusionOk="0" h="195" w="703">
                    <a:moveTo>
                      <a:pt x="414" y="90"/>
                    </a:moveTo>
                    <a:lnTo>
                      <a:pt x="372" y="111"/>
                    </a:lnTo>
                    <a:lnTo>
                      <a:pt x="309" y="111"/>
                    </a:lnTo>
                    <a:lnTo>
                      <a:pt x="351" y="90"/>
                    </a:lnTo>
                    <a:close/>
                    <a:moveTo>
                      <a:pt x="283" y="1"/>
                    </a:moveTo>
                    <a:lnTo>
                      <a:pt x="283" y="22"/>
                    </a:lnTo>
                    <a:lnTo>
                      <a:pt x="48" y="111"/>
                    </a:lnTo>
                    <a:lnTo>
                      <a:pt x="21" y="111"/>
                    </a:lnTo>
                    <a:lnTo>
                      <a:pt x="0" y="132"/>
                    </a:lnTo>
                    <a:lnTo>
                      <a:pt x="0" y="152"/>
                    </a:lnTo>
                    <a:lnTo>
                      <a:pt x="21" y="173"/>
                    </a:lnTo>
                    <a:lnTo>
                      <a:pt x="89" y="173"/>
                    </a:lnTo>
                    <a:lnTo>
                      <a:pt x="372" y="194"/>
                    </a:lnTo>
                    <a:cubicBezTo>
                      <a:pt x="393" y="194"/>
                      <a:pt x="414" y="194"/>
                      <a:pt x="440" y="173"/>
                    </a:cubicBezTo>
                    <a:lnTo>
                      <a:pt x="676" y="90"/>
                    </a:lnTo>
                    <a:lnTo>
                      <a:pt x="702" y="90"/>
                    </a:lnTo>
                    <a:lnTo>
                      <a:pt x="702" y="63"/>
                    </a:lnTo>
                    <a:lnTo>
                      <a:pt x="702" y="42"/>
                    </a:lnTo>
                    <a:lnTo>
                      <a:pt x="702" y="22"/>
                    </a:lnTo>
                    <a:lnTo>
                      <a:pt x="655" y="22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4" name="Google Shape;724;p6"/>
              <p:cNvSpPr/>
              <p:nvPr/>
            </p:nvSpPr>
            <p:spPr>
              <a:xfrm>
                <a:off x="3804003" y="2549663"/>
                <a:ext cx="89652" cy="14106"/>
              </a:xfrm>
              <a:custGeom>
                <a:rect b="b" l="l" r="r" t="t"/>
                <a:pathLst>
                  <a:path extrusionOk="0" h="90" w="572">
                    <a:moveTo>
                      <a:pt x="241" y="0"/>
                    </a:moveTo>
                    <a:lnTo>
                      <a:pt x="1" y="89"/>
                    </a:lnTo>
                    <a:lnTo>
                      <a:pt x="330" y="89"/>
                    </a:lnTo>
                    <a:lnTo>
                      <a:pt x="571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5" name="Google Shape;725;p6"/>
              <p:cNvSpPr/>
              <p:nvPr/>
            </p:nvSpPr>
            <p:spPr>
              <a:xfrm>
                <a:off x="3794129" y="2543081"/>
                <a:ext cx="109401" cy="27272"/>
              </a:xfrm>
              <a:custGeom>
                <a:rect b="b" l="l" r="r" t="t"/>
                <a:pathLst>
                  <a:path extrusionOk="0" h="174" w="698">
                    <a:moveTo>
                      <a:pt x="284" y="1"/>
                    </a:moveTo>
                    <a:lnTo>
                      <a:pt x="43" y="90"/>
                    </a:lnTo>
                    <a:lnTo>
                      <a:pt x="22" y="110"/>
                    </a:lnTo>
                    <a:lnTo>
                      <a:pt x="1" y="110"/>
                    </a:lnTo>
                    <a:lnTo>
                      <a:pt x="1" y="131"/>
                    </a:lnTo>
                    <a:lnTo>
                      <a:pt x="1" y="152"/>
                    </a:lnTo>
                    <a:lnTo>
                      <a:pt x="22" y="152"/>
                    </a:lnTo>
                    <a:lnTo>
                      <a:pt x="22" y="173"/>
                    </a:lnTo>
                    <a:lnTo>
                      <a:pt x="435" y="173"/>
                    </a:lnTo>
                    <a:lnTo>
                      <a:pt x="676" y="90"/>
                    </a:lnTo>
                    <a:lnTo>
                      <a:pt x="697" y="63"/>
                    </a:lnTo>
                    <a:lnTo>
                      <a:pt x="697" y="42"/>
                    </a:lnTo>
                    <a:lnTo>
                      <a:pt x="697" y="21"/>
                    </a:lnTo>
                    <a:lnTo>
                      <a:pt x="676" y="21"/>
                    </a:lnTo>
                    <a:lnTo>
                      <a:pt x="676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6" name="Google Shape;726;p6"/>
              <p:cNvSpPr/>
              <p:nvPr/>
            </p:nvSpPr>
            <p:spPr>
              <a:xfrm>
                <a:off x="3753064" y="2566904"/>
                <a:ext cx="88869" cy="17398"/>
              </a:xfrm>
              <a:custGeom>
                <a:rect b="b" l="l" r="r" t="t"/>
                <a:pathLst>
                  <a:path extrusionOk="0" h="111" w="567">
                    <a:moveTo>
                      <a:pt x="242" y="0"/>
                    </a:moveTo>
                    <a:lnTo>
                      <a:pt x="1" y="110"/>
                    </a:lnTo>
                    <a:lnTo>
                      <a:pt x="326" y="110"/>
                    </a:lnTo>
                    <a:lnTo>
                      <a:pt x="566" y="21"/>
                    </a:lnTo>
                    <a:lnTo>
                      <a:pt x="263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7" name="Google Shape;727;p6"/>
              <p:cNvSpPr/>
              <p:nvPr/>
            </p:nvSpPr>
            <p:spPr>
              <a:xfrm>
                <a:off x="3742406" y="2560321"/>
                <a:ext cx="110185" cy="30563"/>
              </a:xfrm>
              <a:custGeom>
                <a:rect b="b" l="l" r="r" t="t"/>
                <a:pathLst>
                  <a:path extrusionOk="0" h="195" w="703">
                    <a:moveTo>
                      <a:pt x="415" y="84"/>
                    </a:moveTo>
                    <a:lnTo>
                      <a:pt x="373" y="110"/>
                    </a:lnTo>
                    <a:lnTo>
                      <a:pt x="310" y="110"/>
                    </a:lnTo>
                    <a:lnTo>
                      <a:pt x="331" y="84"/>
                    </a:lnTo>
                    <a:close/>
                    <a:moveTo>
                      <a:pt x="331" y="0"/>
                    </a:moveTo>
                    <a:cubicBezTo>
                      <a:pt x="310" y="0"/>
                      <a:pt x="310" y="0"/>
                      <a:pt x="284" y="21"/>
                    </a:cubicBezTo>
                    <a:lnTo>
                      <a:pt x="48" y="110"/>
                    </a:lnTo>
                    <a:lnTo>
                      <a:pt x="22" y="110"/>
                    </a:lnTo>
                    <a:lnTo>
                      <a:pt x="1" y="131"/>
                    </a:lnTo>
                    <a:lnTo>
                      <a:pt x="1" y="152"/>
                    </a:lnTo>
                    <a:lnTo>
                      <a:pt x="22" y="173"/>
                    </a:lnTo>
                    <a:lnTo>
                      <a:pt x="48" y="194"/>
                    </a:lnTo>
                    <a:lnTo>
                      <a:pt x="373" y="194"/>
                    </a:lnTo>
                    <a:cubicBezTo>
                      <a:pt x="394" y="194"/>
                      <a:pt x="415" y="194"/>
                      <a:pt x="441" y="173"/>
                    </a:cubicBezTo>
                    <a:lnTo>
                      <a:pt x="676" y="84"/>
                    </a:lnTo>
                    <a:lnTo>
                      <a:pt x="703" y="84"/>
                    </a:lnTo>
                    <a:lnTo>
                      <a:pt x="703" y="63"/>
                    </a:lnTo>
                    <a:lnTo>
                      <a:pt x="703" y="42"/>
                    </a:lnTo>
                    <a:lnTo>
                      <a:pt x="703" y="21"/>
                    </a:lnTo>
                    <a:lnTo>
                      <a:pt x="634" y="21"/>
                    </a:lnTo>
                    <a:lnTo>
                      <a:pt x="331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8" name="Google Shape;728;p6"/>
              <p:cNvSpPr/>
              <p:nvPr/>
            </p:nvSpPr>
            <p:spPr>
              <a:xfrm>
                <a:off x="3701342" y="2587436"/>
                <a:ext cx="89652" cy="14106"/>
              </a:xfrm>
              <a:custGeom>
                <a:rect b="b" l="l" r="r" t="t"/>
                <a:pathLst>
                  <a:path extrusionOk="0" h="90" w="572">
                    <a:moveTo>
                      <a:pt x="242" y="0"/>
                    </a:moveTo>
                    <a:lnTo>
                      <a:pt x="1" y="89"/>
                    </a:lnTo>
                    <a:lnTo>
                      <a:pt x="352" y="89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9" name="Google Shape;729;p6"/>
              <p:cNvSpPr/>
              <p:nvPr/>
            </p:nvSpPr>
            <p:spPr>
              <a:xfrm>
                <a:off x="3691624" y="2580854"/>
                <a:ext cx="109244" cy="28683"/>
              </a:xfrm>
              <a:custGeom>
                <a:rect b="b" l="l" r="r" t="t"/>
                <a:pathLst>
                  <a:path extrusionOk="0" h="183" w="697">
                    <a:moveTo>
                      <a:pt x="414" y="84"/>
                    </a:moveTo>
                    <a:lnTo>
                      <a:pt x="372" y="110"/>
                    </a:lnTo>
                    <a:lnTo>
                      <a:pt x="304" y="84"/>
                    </a:lnTo>
                    <a:close/>
                    <a:moveTo>
                      <a:pt x="262" y="0"/>
                    </a:moveTo>
                    <a:lnTo>
                      <a:pt x="42" y="110"/>
                    </a:lnTo>
                    <a:lnTo>
                      <a:pt x="21" y="110"/>
                    </a:lnTo>
                    <a:lnTo>
                      <a:pt x="0" y="131"/>
                    </a:lnTo>
                    <a:lnTo>
                      <a:pt x="0" y="152"/>
                    </a:lnTo>
                    <a:lnTo>
                      <a:pt x="21" y="173"/>
                    </a:lnTo>
                    <a:lnTo>
                      <a:pt x="372" y="173"/>
                    </a:lnTo>
                    <a:cubicBezTo>
                      <a:pt x="386" y="173"/>
                      <a:pt x="400" y="183"/>
                      <a:pt x="414" y="183"/>
                    </a:cubicBezTo>
                    <a:cubicBezTo>
                      <a:pt x="421" y="183"/>
                      <a:pt x="428" y="180"/>
                      <a:pt x="435" y="173"/>
                    </a:cubicBezTo>
                    <a:lnTo>
                      <a:pt x="676" y="84"/>
                    </a:lnTo>
                    <a:lnTo>
                      <a:pt x="697" y="63"/>
                    </a:lnTo>
                    <a:lnTo>
                      <a:pt x="697" y="42"/>
                    </a:lnTo>
                    <a:lnTo>
                      <a:pt x="697" y="21"/>
                    </a:lnTo>
                    <a:lnTo>
                      <a:pt x="676" y="21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0" name="Google Shape;730;p6"/>
              <p:cNvSpPr/>
              <p:nvPr/>
            </p:nvSpPr>
            <p:spPr>
              <a:xfrm>
                <a:off x="3650560" y="2607969"/>
                <a:ext cx="88712" cy="14106"/>
              </a:xfrm>
              <a:custGeom>
                <a:rect b="b" l="l" r="r" t="t"/>
                <a:pathLst>
                  <a:path extrusionOk="0" h="90" w="566">
                    <a:moveTo>
                      <a:pt x="241" y="0"/>
                    </a:moveTo>
                    <a:lnTo>
                      <a:pt x="0" y="89"/>
                    </a:lnTo>
                    <a:lnTo>
                      <a:pt x="346" y="89"/>
                    </a:lnTo>
                    <a:lnTo>
                      <a:pt x="566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p6"/>
              <p:cNvSpPr/>
              <p:nvPr/>
            </p:nvSpPr>
            <p:spPr>
              <a:xfrm>
                <a:off x="3639902" y="2601386"/>
                <a:ext cx="113319" cy="27272"/>
              </a:xfrm>
              <a:custGeom>
                <a:rect b="b" l="l" r="r" t="t"/>
                <a:pathLst>
                  <a:path extrusionOk="0" h="174" w="723">
                    <a:moveTo>
                      <a:pt x="262" y="0"/>
                    </a:moveTo>
                    <a:lnTo>
                      <a:pt x="47" y="84"/>
                    </a:lnTo>
                    <a:lnTo>
                      <a:pt x="21" y="84"/>
                    </a:lnTo>
                    <a:lnTo>
                      <a:pt x="21" y="110"/>
                    </a:lnTo>
                    <a:lnTo>
                      <a:pt x="0" y="110"/>
                    </a:lnTo>
                    <a:lnTo>
                      <a:pt x="0" y="131"/>
                    </a:lnTo>
                    <a:lnTo>
                      <a:pt x="0" y="152"/>
                    </a:lnTo>
                    <a:lnTo>
                      <a:pt x="21" y="152"/>
                    </a:lnTo>
                    <a:lnTo>
                      <a:pt x="47" y="173"/>
                    </a:lnTo>
                    <a:lnTo>
                      <a:pt x="440" y="173"/>
                    </a:lnTo>
                    <a:lnTo>
                      <a:pt x="676" y="84"/>
                    </a:lnTo>
                    <a:lnTo>
                      <a:pt x="702" y="63"/>
                    </a:lnTo>
                    <a:lnTo>
                      <a:pt x="702" y="42"/>
                    </a:lnTo>
                    <a:lnTo>
                      <a:pt x="723" y="42"/>
                    </a:lnTo>
                    <a:lnTo>
                      <a:pt x="702" y="21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" name="Google Shape;732;p6"/>
              <p:cNvSpPr/>
              <p:nvPr/>
            </p:nvSpPr>
            <p:spPr>
              <a:xfrm>
                <a:off x="3598837" y="2625209"/>
                <a:ext cx="92944" cy="17398"/>
              </a:xfrm>
              <a:custGeom>
                <a:rect b="b" l="l" r="r" t="t"/>
                <a:pathLst>
                  <a:path extrusionOk="0" h="111" w="593">
                    <a:moveTo>
                      <a:pt x="241" y="0"/>
                    </a:moveTo>
                    <a:lnTo>
                      <a:pt x="0" y="89"/>
                    </a:lnTo>
                    <a:lnTo>
                      <a:pt x="21" y="89"/>
                    </a:lnTo>
                    <a:lnTo>
                      <a:pt x="330" y="110"/>
                    </a:lnTo>
                    <a:lnTo>
                      <a:pt x="351" y="89"/>
                    </a:lnTo>
                    <a:lnTo>
                      <a:pt x="592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3" name="Google Shape;733;p6"/>
              <p:cNvSpPr/>
              <p:nvPr/>
            </p:nvSpPr>
            <p:spPr>
              <a:xfrm>
                <a:off x="3588963" y="2618627"/>
                <a:ext cx="112536" cy="28683"/>
              </a:xfrm>
              <a:custGeom>
                <a:rect b="b" l="l" r="r" t="t"/>
                <a:pathLst>
                  <a:path extrusionOk="0" h="183" w="718">
                    <a:moveTo>
                      <a:pt x="414" y="84"/>
                    </a:moveTo>
                    <a:lnTo>
                      <a:pt x="393" y="105"/>
                    </a:lnTo>
                    <a:lnTo>
                      <a:pt x="304" y="105"/>
                    </a:lnTo>
                    <a:lnTo>
                      <a:pt x="325" y="84"/>
                    </a:lnTo>
                    <a:close/>
                    <a:moveTo>
                      <a:pt x="325" y="0"/>
                    </a:moveTo>
                    <a:cubicBezTo>
                      <a:pt x="304" y="0"/>
                      <a:pt x="304" y="0"/>
                      <a:pt x="262" y="21"/>
                    </a:cubicBezTo>
                    <a:lnTo>
                      <a:pt x="42" y="105"/>
                    </a:lnTo>
                    <a:lnTo>
                      <a:pt x="21" y="105"/>
                    </a:lnTo>
                    <a:lnTo>
                      <a:pt x="0" y="131"/>
                    </a:lnTo>
                    <a:lnTo>
                      <a:pt x="0" y="152"/>
                    </a:lnTo>
                    <a:lnTo>
                      <a:pt x="21" y="173"/>
                    </a:lnTo>
                    <a:lnTo>
                      <a:pt x="393" y="173"/>
                    </a:lnTo>
                    <a:cubicBezTo>
                      <a:pt x="407" y="173"/>
                      <a:pt x="412" y="182"/>
                      <a:pt x="420" y="182"/>
                    </a:cubicBezTo>
                    <a:cubicBezTo>
                      <a:pt x="424" y="182"/>
                      <a:pt x="428" y="180"/>
                      <a:pt x="435" y="173"/>
                    </a:cubicBezTo>
                    <a:lnTo>
                      <a:pt x="676" y="84"/>
                    </a:lnTo>
                    <a:lnTo>
                      <a:pt x="697" y="84"/>
                    </a:lnTo>
                    <a:lnTo>
                      <a:pt x="697" y="63"/>
                    </a:lnTo>
                    <a:lnTo>
                      <a:pt x="718" y="63"/>
                    </a:lnTo>
                    <a:lnTo>
                      <a:pt x="718" y="42"/>
                    </a:lnTo>
                    <a:lnTo>
                      <a:pt x="697" y="21"/>
                    </a:lnTo>
                    <a:lnTo>
                      <a:pt x="676" y="21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4" name="Google Shape;734;p6"/>
              <p:cNvSpPr/>
              <p:nvPr/>
            </p:nvSpPr>
            <p:spPr>
              <a:xfrm>
                <a:off x="4160261" y="2388697"/>
                <a:ext cx="88712" cy="17398"/>
              </a:xfrm>
              <a:custGeom>
                <a:rect b="b" l="l" r="r" t="t"/>
                <a:pathLst>
                  <a:path extrusionOk="0" h="111" w="566">
                    <a:moveTo>
                      <a:pt x="236" y="1"/>
                    </a:moveTo>
                    <a:lnTo>
                      <a:pt x="0" y="90"/>
                    </a:lnTo>
                    <a:lnTo>
                      <a:pt x="283" y="111"/>
                    </a:lnTo>
                    <a:lnTo>
                      <a:pt x="304" y="111"/>
                    </a:lnTo>
                    <a:lnTo>
                      <a:pt x="566" y="27"/>
                    </a:lnTo>
                    <a:cubicBezTo>
                      <a:pt x="566" y="27"/>
                      <a:pt x="566" y="1"/>
                      <a:pt x="545" y="1"/>
                    </a:cubicBez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5" name="Google Shape;735;p6"/>
              <p:cNvSpPr/>
              <p:nvPr/>
            </p:nvSpPr>
            <p:spPr>
              <a:xfrm>
                <a:off x="4149603" y="2382271"/>
                <a:ext cx="109244" cy="31347"/>
              </a:xfrm>
              <a:custGeom>
                <a:rect b="b" l="l" r="r" t="t"/>
                <a:pathLst>
                  <a:path extrusionOk="0" h="200" w="697">
                    <a:moveTo>
                      <a:pt x="414" y="89"/>
                    </a:moveTo>
                    <a:lnTo>
                      <a:pt x="351" y="110"/>
                    </a:lnTo>
                    <a:lnTo>
                      <a:pt x="262" y="110"/>
                    </a:lnTo>
                    <a:lnTo>
                      <a:pt x="330" y="89"/>
                    </a:lnTo>
                    <a:close/>
                    <a:moveTo>
                      <a:pt x="283" y="0"/>
                    </a:moveTo>
                    <a:lnTo>
                      <a:pt x="21" y="89"/>
                    </a:lnTo>
                    <a:lnTo>
                      <a:pt x="21" y="110"/>
                    </a:lnTo>
                    <a:lnTo>
                      <a:pt x="0" y="110"/>
                    </a:lnTo>
                    <a:lnTo>
                      <a:pt x="0" y="131"/>
                    </a:lnTo>
                    <a:lnTo>
                      <a:pt x="0" y="152"/>
                    </a:lnTo>
                    <a:lnTo>
                      <a:pt x="21" y="173"/>
                    </a:lnTo>
                    <a:lnTo>
                      <a:pt x="68" y="173"/>
                    </a:lnTo>
                    <a:lnTo>
                      <a:pt x="351" y="199"/>
                    </a:lnTo>
                    <a:lnTo>
                      <a:pt x="414" y="199"/>
                    </a:lnTo>
                    <a:lnTo>
                      <a:pt x="655" y="89"/>
                    </a:lnTo>
                    <a:lnTo>
                      <a:pt x="676" y="89"/>
                    </a:lnTo>
                    <a:lnTo>
                      <a:pt x="697" y="68"/>
                    </a:lnTo>
                    <a:lnTo>
                      <a:pt x="697" y="42"/>
                    </a:lnTo>
                    <a:lnTo>
                      <a:pt x="676" y="21"/>
                    </a:lnTo>
                    <a:lnTo>
                      <a:pt x="655" y="21"/>
                    </a:lnTo>
                    <a:cubicBezTo>
                      <a:pt x="634" y="21"/>
                      <a:pt x="634" y="0"/>
                      <a:pt x="634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6"/>
              <p:cNvSpPr/>
              <p:nvPr/>
            </p:nvSpPr>
            <p:spPr>
              <a:xfrm>
                <a:off x="4105247" y="2409230"/>
                <a:ext cx="88869" cy="17398"/>
              </a:xfrm>
              <a:custGeom>
                <a:rect b="b" l="l" r="r" t="t"/>
                <a:pathLst>
                  <a:path extrusionOk="0" h="111" w="567">
                    <a:moveTo>
                      <a:pt x="241" y="1"/>
                    </a:moveTo>
                    <a:lnTo>
                      <a:pt x="0" y="90"/>
                    </a:lnTo>
                    <a:lnTo>
                      <a:pt x="304" y="111"/>
                    </a:lnTo>
                    <a:lnTo>
                      <a:pt x="325" y="111"/>
                    </a:lnTo>
                    <a:lnTo>
                      <a:pt x="566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6"/>
              <p:cNvSpPr/>
              <p:nvPr/>
            </p:nvSpPr>
            <p:spPr>
              <a:xfrm>
                <a:off x="4094589" y="2401236"/>
                <a:ext cx="110185" cy="32758"/>
              </a:xfrm>
              <a:custGeom>
                <a:rect b="b" l="l" r="r" t="t"/>
                <a:pathLst>
                  <a:path extrusionOk="0" h="209" w="703">
                    <a:moveTo>
                      <a:pt x="440" y="99"/>
                    </a:moveTo>
                    <a:lnTo>
                      <a:pt x="372" y="120"/>
                    </a:lnTo>
                    <a:lnTo>
                      <a:pt x="288" y="120"/>
                    </a:lnTo>
                    <a:lnTo>
                      <a:pt x="351" y="99"/>
                    </a:lnTo>
                    <a:close/>
                    <a:moveTo>
                      <a:pt x="309" y="1"/>
                    </a:moveTo>
                    <a:cubicBezTo>
                      <a:pt x="302" y="1"/>
                      <a:pt x="295" y="3"/>
                      <a:pt x="288" y="10"/>
                    </a:cubicBezTo>
                    <a:lnTo>
                      <a:pt x="48" y="99"/>
                    </a:lnTo>
                    <a:lnTo>
                      <a:pt x="27" y="120"/>
                    </a:lnTo>
                    <a:lnTo>
                      <a:pt x="0" y="120"/>
                    </a:lnTo>
                    <a:lnTo>
                      <a:pt x="0" y="141"/>
                    </a:lnTo>
                    <a:lnTo>
                      <a:pt x="27" y="162"/>
                    </a:lnTo>
                    <a:lnTo>
                      <a:pt x="27" y="183"/>
                    </a:lnTo>
                    <a:lnTo>
                      <a:pt x="68" y="183"/>
                    </a:lnTo>
                    <a:lnTo>
                      <a:pt x="351" y="209"/>
                    </a:lnTo>
                    <a:cubicBezTo>
                      <a:pt x="372" y="209"/>
                      <a:pt x="393" y="209"/>
                      <a:pt x="419" y="183"/>
                    </a:cubicBezTo>
                    <a:lnTo>
                      <a:pt x="681" y="99"/>
                    </a:lnTo>
                    <a:lnTo>
                      <a:pt x="702" y="99"/>
                    </a:lnTo>
                    <a:lnTo>
                      <a:pt x="702" y="78"/>
                    </a:lnTo>
                    <a:lnTo>
                      <a:pt x="702" y="52"/>
                    </a:lnTo>
                    <a:lnTo>
                      <a:pt x="681" y="31"/>
                    </a:lnTo>
                    <a:lnTo>
                      <a:pt x="655" y="10"/>
                    </a:lnTo>
                    <a:lnTo>
                      <a:pt x="351" y="10"/>
                    </a:lnTo>
                    <a:cubicBezTo>
                      <a:pt x="337" y="10"/>
                      <a:pt x="323" y="1"/>
                      <a:pt x="309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8" name="Google Shape;738;p6"/>
              <p:cNvSpPr/>
              <p:nvPr/>
            </p:nvSpPr>
            <p:spPr>
              <a:xfrm>
                <a:off x="4050233" y="2426470"/>
                <a:ext cx="89652" cy="20689"/>
              </a:xfrm>
              <a:custGeom>
                <a:rect b="b" l="l" r="r" t="t"/>
                <a:pathLst>
                  <a:path extrusionOk="0" h="132" w="572">
                    <a:moveTo>
                      <a:pt x="283" y="1"/>
                    </a:moveTo>
                    <a:cubicBezTo>
                      <a:pt x="262" y="1"/>
                      <a:pt x="262" y="1"/>
                      <a:pt x="262" y="22"/>
                    </a:cubicBezTo>
                    <a:lnTo>
                      <a:pt x="1" y="111"/>
                    </a:lnTo>
                    <a:lnTo>
                      <a:pt x="22" y="111"/>
                    </a:lnTo>
                    <a:lnTo>
                      <a:pt x="310" y="132"/>
                    </a:lnTo>
                    <a:lnTo>
                      <a:pt x="331" y="132"/>
                    </a:lnTo>
                    <a:lnTo>
                      <a:pt x="571" y="22"/>
                    </a:lnTo>
                    <a:lnTo>
                      <a:pt x="283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6"/>
              <p:cNvSpPr/>
              <p:nvPr/>
            </p:nvSpPr>
            <p:spPr>
              <a:xfrm>
                <a:off x="4040359" y="2420828"/>
                <a:ext cx="112692" cy="33698"/>
              </a:xfrm>
              <a:custGeom>
                <a:rect b="b" l="l" r="r" t="t"/>
                <a:pathLst>
                  <a:path extrusionOk="0" h="215" w="719">
                    <a:moveTo>
                      <a:pt x="346" y="84"/>
                    </a:moveTo>
                    <a:lnTo>
                      <a:pt x="435" y="105"/>
                    </a:lnTo>
                    <a:lnTo>
                      <a:pt x="373" y="126"/>
                    </a:lnTo>
                    <a:lnTo>
                      <a:pt x="284" y="105"/>
                    </a:lnTo>
                    <a:lnTo>
                      <a:pt x="346" y="84"/>
                    </a:lnTo>
                    <a:close/>
                    <a:moveTo>
                      <a:pt x="323" y="0"/>
                    </a:moveTo>
                    <a:cubicBezTo>
                      <a:pt x="315" y="0"/>
                      <a:pt x="305" y="5"/>
                      <a:pt x="284" y="16"/>
                    </a:cubicBezTo>
                    <a:lnTo>
                      <a:pt x="43" y="105"/>
                    </a:lnTo>
                    <a:lnTo>
                      <a:pt x="22" y="105"/>
                    </a:lnTo>
                    <a:lnTo>
                      <a:pt x="22" y="126"/>
                    </a:lnTo>
                    <a:lnTo>
                      <a:pt x="1" y="126"/>
                    </a:lnTo>
                    <a:lnTo>
                      <a:pt x="1" y="147"/>
                    </a:lnTo>
                    <a:lnTo>
                      <a:pt x="22" y="168"/>
                    </a:lnTo>
                    <a:lnTo>
                      <a:pt x="43" y="189"/>
                    </a:lnTo>
                    <a:lnTo>
                      <a:pt x="64" y="189"/>
                    </a:lnTo>
                    <a:lnTo>
                      <a:pt x="373" y="215"/>
                    </a:lnTo>
                    <a:cubicBezTo>
                      <a:pt x="394" y="215"/>
                      <a:pt x="394" y="215"/>
                      <a:pt x="435" y="189"/>
                    </a:cubicBezTo>
                    <a:lnTo>
                      <a:pt x="676" y="105"/>
                    </a:lnTo>
                    <a:lnTo>
                      <a:pt x="697" y="105"/>
                    </a:lnTo>
                    <a:lnTo>
                      <a:pt x="697" y="84"/>
                    </a:lnTo>
                    <a:lnTo>
                      <a:pt x="718" y="84"/>
                    </a:lnTo>
                    <a:lnTo>
                      <a:pt x="718" y="58"/>
                    </a:lnTo>
                    <a:lnTo>
                      <a:pt x="697" y="37"/>
                    </a:lnTo>
                    <a:lnTo>
                      <a:pt x="676" y="37"/>
                    </a:lnTo>
                    <a:lnTo>
                      <a:pt x="676" y="16"/>
                    </a:lnTo>
                    <a:lnTo>
                      <a:pt x="346" y="16"/>
                    </a:lnTo>
                    <a:cubicBezTo>
                      <a:pt x="336" y="5"/>
                      <a:pt x="331" y="0"/>
                      <a:pt x="323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6"/>
              <p:cNvSpPr/>
              <p:nvPr/>
            </p:nvSpPr>
            <p:spPr>
              <a:xfrm>
                <a:off x="3999295" y="2447002"/>
                <a:ext cx="88869" cy="17398"/>
              </a:xfrm>
              <a:custGeom>
                <a:rect b="b" l="l" r="r" t="t"/>
                <a:pathLst>
                  <a:path extrusionOk="0" h="111" w="567">
                    <a:moveTo>
                      <a:pt x="242" y="1"/>
                    </a:moveTo>
                    <a:lnTo>
                      <a:pt x="1" y="111"/>
                    </a:lnTo>
                    <a:lnTo>
                      <a:pt x="326" y="111"/>
                    </a:lnTo>
                    <a:lnTo>
                      <a:pt x="567" y="22"/>
                    </a:lnTo>
                    <a:lnTo>
                      <a:pt x="263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6"/>
              <p:cNvSpPr/>
              <p:nvPr/>
            </p:nvSpPr>
            <p:spPr>
              <a:xfrm>
                <a:off x="3988637" y="2440420"/>
                <a:ext cx="110185" cy="30563"/>
              </a:xfrm>
              <a:custGeom>
                <a:rect b="b" l="l" r="r" t="t"/>
                <a:pathLst>
                  <a:path extrusionOk="0" h="195" w="703">
                    <a:moveTo>
                      <a:pt x="415" y="90"/>
                    </a:moveTo>
                    <a:lnTo>
                      <a:pt x="373" y="111"/>
                    </a:lnTo>
                    <a:lnTo>
                      <a:pt x="263" y="111"/>
                    </a:lnTo>
                    <a:lnTo>
                      <a:pt x="331" y="90"/>
                    </a:lnTo>
                    <a:close/>
                    <a:moveTo>
                      <a:pt x="331" y="1"/>
                    </a:moveTo>
                    <a:cubicBezTo>
                      <a:pt x="310" y="1"/>
                      <a:pt x="310" y="1"/>
                      <a:pt x="284" y="22"/>
                    </a:cubicBezTo>
                    <a:lnTo>
                      <a:pt x="22" y="111"/>
                    </a:lnTo>
                    <a:lnTo>
                      <a:pt x="1" y="132"/>
                    </a:lnTo>
                    <a:lnTo>
                      <a:pt x="1" y="153"/>
                    </a:lnTo>
                    <a:lnTo>
                      <a:pt x="1" y="174"/>
                    </a:lnTo>
                    <a:lnTo>
                      <a:pt x="22" y="174"/>
                    </a:lnTo>
                    <a:lnTo>
                      <a:pt x="22" y="195"/>
                    </a:lnTo>
                    <a:lnTo>
                      <a:pt x="415" y="195"/>
                    </a:lnTo>
                    <a:lnTo>
                      <a:pt x="655" y="111"/>
                    </a:lnTo>
                    <a:lnTo>
                      <a:pt x="676" y="90"/>
                    </a:lnTo>
                    <a:lnTo>
                      <a:pt x="703" y="90"/>
                    </a:lnTo>
                    <a:lnTo>
                      <a:pt x="703" y="64"/>
                    </a:lnTo>
                    <a:lnTo>
                      <a:pt x="703" y="43"/>
                    </a:lnTo>
                    <a:lnTo>
                      <a:pt x="676" y="43"/>
                    </a:lnTo>
                    <a:lnTo>
                      <a:pt x="676" y="22"/>
                    </a:lnTo>
                    <a:lnTo>
                      <a:pt x="635" y="22"/>
                    </a:lnTo>
                    <a:lnTo>
                      <a:pt x="331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" name="Google Shape;742;p6"/>
              <p:cNvSpPr/>
              <p:nvPr/>
            </p:nvSpPr>
            <p:spPr>
              <a:xfrm>
                <a:off x="3944437" y="2467535"/>
                <a:ext cx="88712" cy="17398"/>
              </a:xfrm>
              <a:custGeom>
                <a:rect b="b" l="l" r="r" t="t"/>
                <a:pathLst>
                  <a:path extrusionOk="0" h="111" w="566">
                    <a:moveTo>
                      <a:pt x="241" y="1"/>
                    </a:moveTo>
                    <a:lnTo>
                      <a:pt x="0" y="111"/>
                    </a:lnTo>
                    <a:lnTo>
                      <a:pt x="330" y="111"/>
                    </a:lnTo>
                    <a:lnTo>
                      <a:pt x="566" y="22"/>
                    </a:lnTo>
                    <a:lnTo>
                      <a:pt x="283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" name="Google Shape;743;p6"/>
              <p:cNvSpPr/>
              <p:nvPr/>
            </p:nvSpPr>
            <p:spPr>
              <a:xfrm>
                <a:off x="3934563" y="2460952"/>
                <a:ext cx="112536" cy="30563"/>
              </a:xfrm>
              <a:custGeom>
                <a:rect b="b" l="l" r="r" t="t"/>
                <a:pathLst>
                  <a:path extrusionOk="0" h="195" w="718">
                    <a:moveTo>
                      <a:pt x="435" y="90"/>
                    </a:moveTo>
                    <a:lnTo>
                      <a:pt x="367" y="111"/>
                    </a:lnTo>
                    <a:lnTo>
                      <a:pt x="283" y="111"/>
                    </a:lnTo>
                    <a:lnTo>
                      <a:pt x="346" y="90"/>
                    </a:lnTo>
                    <a:close/>
                    <a:moveTo>
                      <a:pt x="346" y="1"/>
                    </a:moveTo>
                    <a:cubicBezTo>
                      <a:pt x="325" y="1"/>
                      <a:pt x="304" y="1"/>
                      <a:pt x="283" y="22"/>
                    </a:cubicBezTo>
                    <a:lnTo>
                      <a:pt x="42" y="111"/>
                    </a:lnTo>
                    <a:lnTo>
                      <a:pt x="21" y="111"/>
                    </a:lnTo>
                    <a:lnTo>
                      <a:pt x="0" y="132"/>
                    </a:lnTo>
                    <a:lnTo>
                      <a:pt x="0" y="153"/>
                    </a:lnTo>
                    <a:lnTo>
                      <a:pt x="21" y="174"/>
                    </a:lnTo>
                    <a:lnTo>
                      <a:pt x="42" y="174"/>
                    </a:lnTo>
                    <a:lnTo>
                      <a:pt x="42" y="195"/>
                    </a:lnTo>
                    <a:lnTo>
                      <a:pt x="435" y="195"/>
                    </a:lnTo>
                    <a:lnTo>
                      <a:pt x="676" y="111"/>
                    </a:lnTo>
                    <a:lnTo>
                      <a:pt x="697" y="90"/>
                    </a:lnTo>
                    <a:lnTo>
                      <a:pt x="718" y="64"/>
                    </a:lnTo>
                    <a:lnTo>
                      <a:pt x="718" y="43"/>
                    </a:lnTo>
                    <a:lnTo>
                      <a:pt x="697" y="43"/>
                    </a:lnTo>
                    <a:lnTo>
                      <a:pt x="697" y="22"/>
                    </a:lnTo>
                    <a:lnTo>
                      <a:pt x="629" y="22"/>
                    </a:lnTo>
                    <a:lnTo>
                      <a:pt x="346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" name="Google Shape;744;p6"/>
              <p:cNvSpPr/>
              <p:nvPr/>
            </p:nvSpPr>
            <p:spPr>
              <a:xfrm>
                <a:off x="3889424" y="2488067"/>
                <a:ext cx="92787" cy="17398"/>
              </a:xfrm>
              <a:custGeom>
                <a:rect b="b" l="l" r="r" t="t"/>
                <a:pathLst>
                  <a:path extrusionOk="0" h="111" w="592">
                    <a:moveTo>
                      <a:pt x="262" y="1"/>
                    </a:moveTo>
                    <a:lnTo>
                      <a:pt x="26" y="90"/>
                    </a:lnTo>
                    <a:cubicBezTo>
                      <a:pt x="0" y="90"/>
                      <a:pt x="26" y="90"/>
                      <a:pt x="26" y="111"/>
                    </a:cubicBezTo>
                    <a:lnTo>
                      <a:pt x="351" y="111"/>
                    </a:lnTo>
                    <a:lnTo>
                      <a:pt x="592" y="22"/>
                    </a:lnTo>
                    <a:lnTo>
                      <a:pt x="592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6"/>
              <p:cNvSpPr/>
              <p:nvPr/>
            </p:nvSpPr>
            <p:spPr>
              <a:xfrm>
                <a:off x="3882841" y="2481484"/>
                <a:ext cx="109244" cy="30563"/>
              </a:xfrm>
              <a:custGeom>
                <a:rect b="b" l="l" r="r" t="t"/>
                <a:pathLst>
                  <a:path extrusionOk="0" h="195" w="697">
                    <a:moveTo>
                      <a:pt x="414" y="90"/>
                    </a:moveTo>
                    <a:lnTo>
                      <a:pt x="372" y="111"/>
                    </a:lnTo>
                    <a:lnTo>
                      <a:pt x="283" y="111"/>
                    </a:lnTo>
                    <a:lnTo>
                      <a:pt x="330" y="90"/>
                    </a:lnTo>
                    <a:close/>
                    <a:moveTo>
                      <a:pt x="262" y="1"/>
                    </a:moveTo>
                    <a:lnTo>
                      <a:pt x="21" y="111"/>
                    </a:lnTo>
                    <a:lnTo>
                      <a:pt x="0" y="111"/>
                    </a:lnTo>
                    <a:lnTo>
                      <a:pt x="0" y="132"/>
                    </a:lnTo>
                    <a:lnTo>
                      <a:pt x="0" y="153"/>
                    </a:lnTo>
                    <a:lnTo>
                      <a:pt x="0" y="174"/>
                    </a:lnTo>
                    <a:lnTo>
                      <a:pt x="68" y="174"/>
                    </a:lnTo>
                    <a:lnTo>
                      <a:pt x="372" y="194"/>
                    </a:lnTo>
                    <a:cubicBezTo>
                      <a:pt x="393" y="194"/>
                      <a:pt x="393" y="194"/>
                      <a:pt x="414" y="174"/>
                    </a:cubicBezTo>
                    <a:lnTo>
                      <a:pt x="676" y="90"/>
                    </a:lnTo>
                    <a:lnTo>
                      <a:pt x="697" y="90"/>
                    </a:lnTo>
                    <a:lnTo>
                      <a:pt x="697" y="64"/>
                    </a:lnTo>
                    <a:lnTo>
                      <a:pt x="697" y="43"/>
                    </a:lnTo>
                    <a:lnTo>
                      <a:pt x="697" y="22"/>
                    </a:lnTo>
                    <a:lnTo>
                      <a:pt x="634" y="22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6"/>
              <p:cNvSpPr/>
              <p:nvPr/>
            </p:nvSpPr>
            <p:spPr>
              <a:xfrm>
                <a:off x="3838485" y="2508599"/>
                <a:ext cx="92160" cy="17398"/>
              </a:xfrm>
              <a:custGeom>
                <a:rect b="b" l="l" r="r" t="t"/>
                <a:pathLst>
                  <a:path extrusionOk="0" h="111" w="588">
                    <a:moveTo>
                      <a:pt x="241" y="1"/>
                    </a:moveTo>
                    <a:lnTo>
                      <a:pt x="1" y="90"/>
                    </a:lnTo>
                    <a:lnTo>
                      <a:pt x="21" y="90"/>
                    </a:lnTo>
                    <a:lnTo>
                      <a:pt x="304" y="111"/>
                    </a:lnTo>
                    <a:lnTo>
                      <a:pt x="351" y="111"/>
                    </a:lnTo>
                    <a:lnTo>
                      <a:pt x="587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6"/>
              <p:cNvSpPr/>
              <p:nvPr/>
            </p:nvSpPr>
            <p:spPr>
              <a:xfrm>
                <a:off x="3827827" y="2502016"/>
                <a:ext cx="113476" cy="30563"/>
              </a:xfrm>
              <a:custGeom>
                <a:rect b="b" l="l" r="r" t="t"/>
                <a:pathLst>
                  <a:path extrusionOk="0" h="195" w="724">
                    <a:moveTo>
                      <a:pt x="440" y="90"/>
                    </a:moveTo>
                    <a:lnTo>
                      <a:pt x="372" y="111"/>
                    </a:lnTo>
                    <a:lnTo>
                      <a:pt x="288" y="111"/>
                    </a:lnTo>
                    <a:lnTo>
                      <a:pt x="351" y="90"/>
                    </a:lnTo>
                    <a:close/>
                    <a:moveTo>
                      <a:pt x="288" y="1"/>
                    </a:moveTo>
                    <a:lnTo>
                      <a:pt x="48" y="90"/>
                    </a:lnTo>
                    <a:lnTo>
                      <a:pt x="27" y="111"/>
                    </a:lnTo>
                    <a:lnTo>
                      <a:pt x="0" y="111"/>
                    </a:lnTo>
                    <a:lnTo>
                      <a:pt x="0" y="132"/>
                    </a:lnTo>
                    <a:lnTo>
                      <a:pt x="0" y="153"/>
                    </a:lnTo>
                    <a:lnTo>
                      <a:pt x="27" y="153"/>
                    </a:lnTo>
                    <a:lnTo>
                      <a:pt x="27" y="173"/>
                    </a:lnTo>
                    <a:lnTo>
                      <a:pt x="69" y="173"/>
                    </a:lnTo>
                    <a:lnTo>
                      <a:pt x="372" y="194"/>
                    </a:lnTo>
                    <a:cubicBezTo>
                      <a:pt x="393" y="194"/>
                      <a:pt x="419" y="194"/>
                      <a:pt x="440" y="173"/>
                    </a:cubicBezTo>
                    <a:lnTo>
                      <a:pt x="681" y="90"/>
                    </a:lnTo>
                    <a:lnTo>
                      <a:pt x="702" y="90"/>
                    </a:lnTo>
                    <a:lnTo>
                      <a:pt x="702" y="63"/>
                    </a:lnTo>
                    <a:lnTo>
                      <a:pt x="723" y="63"/>
                    </a:lnTo>
                    <a:lnTo>
                      <a:pt x="723" y="43"/>
                    </a:lnTo>
                    <a:lnTo>
                      <a:pt x="702" y="22"/>
                    </a:lnTo>
                    <a:lnTo>
                      <a:pt x="681" y="22"/>
                    </a:lnTo>
                    <a:lnTo>
                      <a:pt x="681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6"/>
              <p:cNvSpPr/>
              <p:nvPr/>
            </p:nvSpPr>
            <p:spPr>
              <a:xfrm>
                <a:off x="3786762" y="2529131"/>
                <a:ext cx="89652" cy="14106"/>
              </a:xfrm>
              <a:custGeom>
                <a:rect b="b" l="l" r="r" t="t"/>
                <a:pathLst>
                  <a:path extrusionOk="0" h="90" w="572">
                    <a:moveTo>
                      <a:pt x="241" y="0"/>
                    </a:moveTo>
                    <a:lnTo>
                      <a:pt x="1" y="90"/>
                    </a:lnTo>
                    <a:lnTo>
                      <a:pt x="331" y="90"/>
                    </a:lnTo>
                    <a:lnTo>
                      <a:pt x="571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6"/>
              <p:cNvSpPr/>
              <p:nvPr/>
            </p:nvSpPr>
            <p:spPr>
              <a:xfrm>
                <a:off x="3776888" y="2521138"/>
                <a:ext cx="112692" cy="28683"/>
              </a:xfrm>
              <a:custGeom>
                <a:rect b="b" l="l" r="r" t="t"/>
                <a:pathLst>
                  <a:path extrusionOk="0" h="183" w="719">
                    <a:moveTo>
                      <a:pt x="325" y="72"/>
                    </a:moveTo>
                    <a:lnTo>
                      <a:pt x="414" y="99"/>
                    </a:lnTo>
                    <a:lnTo>
                      <a:pt x="284" y="99"/>
                    </a:lnTo>
                    <a:lnTo>
                      <a:pt x="325" y="72"/>
                    </a:lnTo>
                    <a:close/>
                    <a:moveTo>
                      <a:pt x="293" y="0"/>
                    </a:moveTo>
                    <a:cubicBezTo>
                      <a:pt x="286" y="0"/>
                      <a:pt x="277" y="3"/>
                      <a:pt x="263" y="10"/>
                    </a:cubicBezTo>
                    <a:lnTo>
                      <a:pt x="22" y="99"/>
                    </a:lnTo>
                    <a:lnTo>
                      <a:pt x="1" y="120"/>
                    </a:lnTo>
                    <a:lnTo>
                      <a:pt x="1" y="141"/>
                    </a:lnTo>
                    <a:lnTo>
                      <a:pt x="1" y="161"/>
                    </a:lnTo>
                    <a:lnTo>
                      <a:pt x="22" y="161"/>
                    </a:lnTo>
                    <a:lnTo>
                      <a:pt x="22" y="182"/>
                    </a:lnTo>
                    <a:lnTo>
                      <a:pt x="435" y="182"/>
                    </a:lnTo>
                    <a:lnTo>
                      <a:pt x="676" y="99"/>
                    </a:lnTo>
                    <a:lnTo>
                      <a:pt x="697" y="72"/>
                    </a:lnTo>
                    <a:lnTo>
                      <a:pt x="718" y="51"/>
                    </a:lnTo>
                    <a:lnTo>
                      <a:pt x="697" y="31"/>
                    </a:lnTo>
                    <a:lnTo>
                      <a:pt x="676" y="10"/>
                    </a:lnTo>
                    <a:lnTo>
                      <a:pt x="325" y="10"/>
                    </a:lnTo>
                    <a:cubicBezTo>
                      <a:pt x="311" y="10"/>
                      <a:pt x="307" y="0"/>
                      <a:pt x="293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6"/>
              <p:cNvSpPr/>
              <p:nvPr/>
            </p:nvSpPr>
            <p:spPr>
              <a:xfrm>
                <a:off x="3735824" y="2546372"/>
                <a:ext cx="88869" cy="17398"/>
              </a:xfrm>
              <a:custGeom>
                <a:rect b="b" l="l" r="r" t="t"/>
                <a:pathLst>
                  <a:path extrusionOk="0" h="111" w="567">
                    <a:moveTo>
                      <a:pt x="242" y="0"/>
                    </a:moveTo>
                    <a:lnTo>
                      <a:pt x="1" y="110"/>
                    </a:lnTo>
                    <a:lnTo>
                      <a:pt x="326" y="110"/>
                    </a:lnTo>
                    <a:lnTo>
                      <a:pt x="566" y="21"/>
                    </a:lnTo>
                    <a:lnTo>
                      <a:pt x="263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6"/>
              <p:cNvSpPr/>
              <p:nvPr/>
            </p:nvSpPr>
            <p:spPr>
              <a:xfrm>
                <a:off x="3721874" y="2539789"/>
                <a:ext cx="113476" cy="30563"/>
              </a:xfrm>
              <a:custGeom>
                <a:rect b="b" l="l" r="r" t="t"/>
                <a:pathLst>
                  <a:path extrusionOk="0" h="195" w="724">
                    <a:moveTo>
                      <a:pt x="441" y="84"/>
                    </a:moveTo>
                    <a:lnTo>
                      <a:pt x="394" y="111"/>
                    </a:lnTo>
                    <a:lnTo>
                      <a:pt x="310" y="111"/>
                    </a:lnTo>
                    <a:lnTo>
                      <a:pt x="352" y="84"/>
                    </a:lnTo>
                    <a:close/>
                    <a:moveTo>
                      <a:pt x="352" y="1"/>
                    </a:moveTo>
                    <a:cubicBezTo>
                      <a:pt x="331" y="1"/>
                      <a:pt x="331" y="1"/>
                      <a:pt x="284" y="22"/>
                    </a:cubicBezTo>
                    <a:lnTo>
                      <a:pt x="48" y="111"/>
                    </a:lnTo>
                    <a:lnTo>
                      <a:pt x="22" y="111"/>
                    </a:lnTo>
                    <a:lnTo>
                      <a:pt x="22" y="131"/>
                    </a:lnTo>
                    <a:lnTo>
                      <a:pt x="1" y="152"/>
                    </a:lnTo>
                    <a:lnTo>
                      <a:pt x="22" y="152"/>
                    </a:lnTo>
                    <a:lnTo>
                      <a:pt x="22" y="173"/>
                    </a:lnTo>
                    <a:lnTo>
                      <a:pt x="48" y="173"/>
                    </a:lnTo>
                    <a:lnTo>
                      <a:pt x="48" y="194"/>
                    </a:lnTo>
                    <a:lnTo>
                      <a:pt x="462" y="194"/>
                    </a:lnTo>
                    <a:lnTo>
                      <a:pt x="703" y="84"/>
                    </a:lnTo>
                    <a:lnTo>
                      <a:pt x="724" y="84"/>
                    </a:lnTo>
                    <a:lnTo>
                      <a:pt x="724" y="63"/>
                    </a:lnTo>
                    <a:lnTo>
                      <a:pt x="724" y="42"/>
                    </a:lnTo>
                    <a:lnTo>
                      <a:pt x="724" y="22"/>
                    </a:lnTo>
                    <a:lnTo>
                      <a:pt x="655" y="22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6"/>
              <p:cNvSpPr/>
              <p:nvPr/>
            </p:nvSpPr>
            <p:spPr>
              <a:xfrm>
                <a:off x="3680966" y="2566904"/>
                <a:ext cx="92787" cy="17398"/>
              </a:xfrm>
              <a:custGeom>
                <a:rect b="b" l="l" r="r" t="t"/>
                <a:pathLst>
                  <a:path extrusionOk="0" h="111" w="592">
                    <a:moveTo>
                      <a:pt x="241" y="0"/>
                    </a:moveTo>
                    <a:lnTo>
                      <a:pt x="0" y="89"/>
                    </a:lnTo>
                    <a:lnTo>
                      <a:pt x="21" y="89"/>
                    </a:lnTo>
                    <a:lnTo>
                      <a:pt x="330" y="110"/>
                    </a:lnTo>
                    <a:lnTo>
                      <a:pt x="351" y="110"/>
                    </a:lnTo>
                    <a:lnTo>
                      <a:pt x="592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6"/>
              <p:cNvSpPr/>
              <p:nvPr/>
            </p:nvSpPr>
            <p:spPr>
              <a:xfrm>
                <a:off x="3671092" y="2560321"/>
                <a:ext cx="112536" cy="30563"/>
              </a:xfrm>
              <a:custGeom>
                <a:rect b="b" l="l" r="r" t="t"/>
                <a:pathLst>
                  <a:path extrusionOk="0" h="195" w="718">
                    <a:moveTo>
                      <a:pt x="435" y="84"/>
                    </a:moveTo>
                    <a:lnTo>
                      <a:pt x="393" y="110"/>
                    </a:lnTo>
                    <a:lnTo>
                      <a:pt x="304" y="110"/>
                    </a:lnTo>
                    <a:lnTo>
                      <a:pt x="346" y="84"/>
                    </a:lnTo>
                    <a:close/>
                    <a:moveTo>
                      <a:pt x="283" y="0"/>
                    </a:moveTo>
                    <a:lnTo>
                      <a:pt x="42" y="110"/>
                    </a:lnTo>
                    <a:lnTo>
                      <a:pt x="21" y="110"/>
                    </a:lnTo>
                    <a:lnTo>
                      <a:pt x="0" y="131"/>
                    </a:lnTo>
                    <a:lnTo>
                      <a:pt x="0" y="152"/>
                    </a:lnTo>
                    <a:lnTo>
                      <a:pt x="21" y="173"/>
                    </a:lnTo>
                    <a:lnTo>
                      <a:pt x="84" y="173"/>
                    </a:lnTo>
                    <a:lnTo>
                      <a:pt x="393" y="194"/>
                    </a:lnTo>
                    <a:cubicBezTo>
                      <a:pt x="414" y="194"/>
                      <a:pt x="414" y="194"/>
                      <a:pt x="456" y="173"/>
                    </a:cubicBezTo>
                    <a:lnTo>
                      <a:pt x="697" y="84"/>
                    </a:lnTo>
                    <a:lnTo>
                      <a:pt x="718" y="84"/>
                    </a:lnTo>
                    <a:lnTo>
                      <a:pt x="718" y="63"/>
                    </a:lnTo>
                    <a:lnTo>
                      <a:pt x="718" y="42"/>
                    </a:lnTo>
                    <a:lnTo>
                      <a:pt x="697" y="21"/>
                    </a:lnTo>
                    <a:lnTo>
                      <a:pt x="676" y="21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6"/>
              <p:cNvSpPr/>
              <p:nvPr/>
            </p:nvSpPr>
            <p:spPr>
              <a:xfrm>
                <a:off x="3630028" y="2587436"/>
                <a:ext cx="92003" cy="14106"/>
              </a:xfrm>
              <a:custGeom>
                <a:rect b="b" l="l" r="r" t="t"/>
                <a:pathLst>
                  <a:path extrusionOk="0" h="90" w="587">
                    <a:moveTo>
                      <a:pt x="241" y="0"/>
                    </a:moveTo>
                    <a:lnTo>
                      <a:pt x="0" y="89"/>
                    </a:lnTo>
                    <a:lnTo>
                      <a:pt x="346" y="89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6"/>
              <p:cNvSpPr/>
              <p:nvPr/>
            </p:nvSpPr>
            <p:spPr>
              <a:xfrm>
                <a:off x="3619370" y="2580854"/>
                <a:ext cx="113319" cy="27272"/>
              </a:xfrm>
              <a:custGeom>
                <a:rect b="b" l="l" r="r" t="t"/>
                <a:pathLst>
                  <a:path extrusionOk="0" h="174" w="723">
                    <a:moveTo>
                      <a:pt x="283" y="0"/>
                    </a:moveTo>
                    <a:lnTo>
                      <a:pt x="47" y="84"/>
                    </a:lnTo>
                    <a:lnTo>
                      <a:pt x="21" y="110"/>
                    </a:lnTo>
                    <a:lnTo>
                      <a:pt x="0" y="110"/>
                    </a:lnTo>
                    <a:lnTo>
                      <a:pt x="0" y="131"/>
                    </a:lnTo>
                    <a:lnTo>
                      <a:pt x="0" y="152"/>
                    </a:lnTo>
                    <a:lnTo>
                      <a:pt x="21" y="152"/>
                    </a:lnTo>
                    <a:lnTo>
                      <a:pt x="21" y="173"/>
                    </a:lnTo>
                    <a:lnTo>
                      <a:pt x="440" y="173"/>
                    </a:lnTo>
                    <a:lnTo>
                      <a:pt x="676" y="84"/>
                    </a:lnTo>
                    <a:lnTo>
                      <a:pt x="702" y="63"/>
                    </a:lnTo>
                    <a:lnTo>
                      <a:pt x="723" y="63"/>
                    </a:lnTo>
                    <a:lnTo>
                      <a:pt x="723" y="42"/>
                    </a:lnTo>
                    <a:lnTo>
                      <a:pt x="723" y="21"/>
                    </a:lnTo>
                    <a:lnTo>
                      <a:pt x="702" y="21"/>
                    </a:lnTo>
                    <a:lnTo>
                      <a:pt x="702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p6"/>
              <p:cNvSpPr/>
              <p:nvPr/>
            </p:nvSpPr>
            <p:spPr>
              <a:xfrm>
                <a:off x="3578305" y="2604677"/>
                <a:ext cx="92944" cy="17398"/>
              </a:xfrm>
              <a:custGeom>
                <a:rect b="b" l="l" r="r" t="t"/>
                <a:pathLst>
                  <a:path extrusionOk="0" h="111" w="593">
                    <a:moveTo>
                      <a:pt x="262" y="0"/>
                    </a:moveTo>
                    <a:cubicBezTo>
                      <a:pt x="262" y="0"/>
                      <a:pt x="241" y="0"/>
                      <a:pt x="241" y="21"/>
                    </a:cubicBezTo>
                    <a:lnTo>
                      <a:pt x="0" y="110"/>
                    </a:lnTo>
                    <a:lnTo>
                      <a:pt x="351" y="110"/>
                    </a:lnTo>
                    <a:lnTo>
                      <a:pt x="592" y="21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6"/>
              <p:cNvSpPr/>
              <p:nvPr/>
            </p:nvSpPr>
            <p:spPr>
              <a:xfrm>
                <a:off x="3568431" y="2598094"/>
                <a:ext cx="112692" cy="30563"/>
              </a:xfrm>
              <a:custGeom>
                <a:rect b="b" l="l" r="r" t="t"/>
                <a:pathLst>
                  <a:path extrusionOk="0" h="195" w="719">
                    <a:moveTo>
                      <a:pt x="414" y="84"/>
                    </a:moveTo>
                    <a:lnTo>
                      <a:pt x="393" y="105"/>
                    </a:lnTo>
                    <a:lnTo>
                      <a:pt x="304" y="105"/>
                    </a:lnTo>
                    <a:lnTo>
                      <a:pt x="325" y="84"/>
                    </a:lnTo>
                    <a:close/>
                    <a:moveTo>
                      <a:pt x="325" y="0"/>
                    </a:moveTo>
                    <a:cubicBezTo>
                      <a:pt x="304" y="0"/>
                      <a:pt x="304" y="0"/>
                      <a:pt x="262" y="21"/>
                    </a:cubicBezTo>
                    <a:lnTo>
                      <a:pt x="22" y="105"/>
                    </a:lnTo>
                    <a:lnTo>
                      <a:pt x="1" y="131"/>
                    </a:lnTo>
                    <a:lnTo>
                      <a:pt x="1" y="152"/>
                    </a:lnTo>
                    <a:lnTo>
                      <a:pt x="1" y="173"/>
                    </a:lnTo>
                    <a:lnTo>
                      <a:pt x="22" y="173"/>
                    </a:lnTo>
                    <a:lnTo>
                      <a:pt x="42" y="194"/>
                    </a:lnTo>
                    <a:lnTo>
                      <a:pt x="393" y="194"/>
                    </a:lnTo>
                    <a:cubicBezTo>
                      <a:pt x="414" y="194"/>
                      <a:pt x="414" y="194"/>
                      <a:pt x="435" y="173"/>
                    </a:cubicBezTo>
                    <a:lnTo>
                      <a:pt x="676" y="84"/>
                    </a:lnTo>
                    <a:lnTo>
                      <a:pt x="697" y="84"/>
                    </a:lnTo>
                    <a:lnTo>
                      <a:pt x="718" y="63"/>
                    </a:lnTo>
                    <a:lnTo>
                      <a:pt x="718" y="42"/>
                    </a:lnTo>
                    <a:lnTo>
                      <a:pt x="697" y="21"/>
                    </a:lnTo>
                    <a:lnTo>
                      <a:pt x="655" y="21"/>
                    </a:lnTo>
                    <a:lnTo>
                      <a:pt x="325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p6"/>
              <p:cNvSpPr/>
              <p:nvPr/>
            </p:nvSpPr>
            <p:spPr>
              <a:xfrm>
                <a:off x="3527366" y="2625209"/>
                <a:ext cx="92160" cy="14106"/>
              </a:xfrm>
              <a:custGeom>
                <a:rect b="b" l="l" r="r" t="t"/>
                <a:pathLst>
                  <a:path extrusionOk="0" h="90" w="588">
                    <a:moveTo>
                      <a:pt x="242" y="0"/>
                    </a:moveTo>
                    <a:lnTo>
                      <a:pt x="1" y="89"/>
                    </a:lnTo>
                    <a:lnTo>
                      <a:pt x="346" y="89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6"/>
              <p:cNvSpPr/>
              <p:nvPr/>
            </p:nvSpPr>
            <p:spPr>
              <a:xfrm>
                <a:off x="3516708" y="2618627"/>
                <a:ext cx="113476" cy="28683"/>
              </a:xfrm>
              <a:custGeom>
                <a:rect b="b" l="l" r="r" t="t"/>
                <a:pathLst>
                  <a:path extrusionOk="0" h="183" w="724">
                    <a:moveTo>
                      <a:pt x="414" y="84"/>
                    </a:moveTo>
                    <a:lnTo>
                      <a:pt x="393" y="105"/>
                    </a:lnTo>
                    <a:lnTo>
                      <a:pt x="310" y="105"/>
                    </a:lnTo>
                    <a:lnTo>
                      <a:pt x="331" y="84"/>
                    </a:lnTo>
                    <a:close/>
                    <a:moveTo>
                      <a:pt x="331" y="0"/>
                    </a:moveTo>
                    <a:cubicBezTo>
                      <a:pt x="310" y="0"/>
                      <a:pt x="310" y="0"/>
                      <a:pt x="262" y="21"/>
                    </a:cubicBezTo>
                    <a:lnTo>
                      <a:pt x="22" y="105"/>
                    </a:lnTo>
                    <a:lnTo>
                      <a:pt x="1" y="105"/>
                    </a:lnTo>
                    <a:lnTo>
                      <a:pt x="1" y="131"/>
                    </a:lnTo>
                    <a:lnTo>
                      <a:pt x="1" y="152"/>
                    </a:lnTo>
                    <a:lnTo>
                      <a:pt x="22" y="173"/>
                    </a:lnTo>
                    <a:lnTo>
                      <a:pt x="393" y="173"/>
                    </a:lnTo>
                    <a:cubicBezTo>
                      <a:pt x="407" y="173"/>
                      <a:pt x="412" y="182"/>
                      <a:pt x="428" y="182"/>
                    </a:cubicBezTo>
                    <a:cubicBezTo>
                      <a:pt x="435" y="182"/>
                      <a:pt x="446" y="180"/>
                      <a:pt x="461" y="173"/>
                    </a:cubicBezTo>
                    <a:lnTo>
                      <a:pt x="676" y="84"/>
                    </a:lnTo>
                    <a:lnTo>
                      <a:pt x="702" y="84"/>
                    </a:lnTo>
                    <a:lnTo>
                      <a:pt x="702" y="63"/>
                    </a:lnTo>
                    <a:lnTo>
                      <a:pt x="723" y="63"/>
                    </a:lnTo>
                    <a:lnTo>
                      <a:pt x="723" y="42"/>
                    </a:lnTo>
                    <a:lnTo>
                      <a:pt x="723" y="21"/>
                    </a:lnTo>
                    <a:lnTo>
                      <a:pt x="702" y="21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6"/>
              <p:cNvSpPr/>
              <p:nvPr/>
            </p:nvSpPr>
            <p:spPr>
              <a:xfrm>
                <a:off x="4023118" y="2378980"/>
                <a:ext cx="92160" cy="20689"/>
              </a:xfrm>
              <a:custGeom>
                <a:rect b="b" l="l" r="r" t="t"/>
                <a:pathLst>
                  <a:path extrusionOk="0" h="132" w="588">
                    <a:moveTo>
                      <a:pt x="242" y="0"/>
                    </a:moveTo>
                    <a:lnTo>
                      <a:pt x="1" y="110"/>
                    </a:lnTo>
                    <a:lnTo>
                      <a:pt x="305" y="131"/>
                    </a:lnTo>
                    <a:lnTo>
                      <a:pt x="325" y="131"/>
                    </a:lnTo>
                    <a:lnTo>
                      <a:pt x="587" y="21"/>
                    </a:lnTo>
                    <a:lnTo>
                      <a:pt x="566" y="21"/>
                    </a:lnTo>
                    <a:lnTo>
                      <a:pt x="284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" name="Google Shape;761;p6"/>
              <p:cNvSpPr/>
              <p:nvPr/>
            </p:nvSpPr>
            <p:spPr>
              <a:xfrm>
                <a:off x="4012460" y="2372397"/>
                <a:ext cx="113476" cy="33698"/>
              </a:xfrm>
              <a:custGeom>
                <a:rect b="b" l="l" r="r" t="t"/>
                <a:pathLst>
                  <a:path extrusionOk="0" h="215" w="724">
                    <a:moveTo>
                      <a:pt x="352" y="84"/>
                    </a:moveTo>
                    <a:lnTo>
                      <a:pt x="441" y="105"/>
                    </a:lnTo>
                    <a:lnTo>
                      <a:pt x="373" y="131"/>
                    </a:lnTo>
                    <a:lnTo>
                      <a:pt x="263" y="131"/>
                    </a:lnTo>
                    <a:lnTo>
                      <a:pt x="352" y="84"/>
                    </a:lnTo>
                    <a:close/>
                    <a:moveTo>
                      <a:pt x="352" y="0"/>
                    </a:moveTo>
                    <a:cubicBezTo>
                      <a:pt x="331" y="0"/>
                      <a:pt x="310" y="0"/>
                      <a:pt x="289" y="21"/>
                    </a:cubicBezTo>
                    <a:lnTo>
                      <a:pt x="27" y="105"/>
                    </a:lnTo>
                    <a:lnTo>
                      <a:pt x="27" y="131"/>
                    </a:lnTo>
                    <a:lnTo>
                      <a:pt x="1" y="131"/>
                    </a:lnTo>
                    <a:lnTo>
                      <a:pt x="1" y="152"/>
                    </a:lnTo>
                    <a:lnTo>
                      <a:pt x="1" y="173"/>
                    </a:lnTo>
                    <a:lnTo>
                      <a:pt x="27" y="194"/>
                    </a:lnTo>
                    <a:lnTo>
                      <a:pt x="69" y="194"/>
                    </a:lnTo>
                    <a:lnTo>
                      <a:pt x="373" y="215"/>
                    </a:lnTo>
                    <a:cubicBezTo>
                      <a:pt x="393" y="215"/>
                      <a:pt x="393" y="215"/>
                      <a:pt x="441" y="194"/>
                    </a:cubicBezTo>
                    <a:lnTo>
                      <a:pt x="682" y="105"/>
                    </a:lnTo>
                    <a:lnTo>
                      <a:pt x="702" y="105"/>
                    </a:lnTo>
                    <a:lnTo>
                      <a:pt x="702" y="84"/>
                    </a:lnTo>
                    <a:lnTo>
                      <a:pt x="723" y="84"/>
                    </a:lnTo>
                    <a:lnTo>
                      <a:pt x="723" y="63"/>
                    </a:lnTo>
                    <a:lnTo>
                      <a:pt x="702" y="42"/>
                    </a:lnTo>
                    <a:lnTo>
                      <a:pt x="682" y="21"/>
                    </a:lnTo>
                    <a:lnTo>
                      <a:pt x="655" y="21"/>
                    </a:lnTo>
                    <a:lnTo>
                      <a:pt x="352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p6"/>
              <p:cNvSpPr/>
              <p:nvPr/>
            </p:nvSpPr>
            <p:spPr>
              <a:xfrm>
                <a:off x="3968104" y="2399512"/>
                <a:ext cx="92944" cy="20532"/>
              </a:xfrm>
              <a:custGeom>
                <a:rect b="b" l="l" r="r" t="t"/>
                <a:pathLst>
                  <a:path extrusionOk="0" h="131" w="593">
                    <a:moveTo>
                      <a:pt x="263" y="0"/>
                    </a:moveTo>
                    <a:cubicBezTo>
                      <a:pt x="263" y="0"/>
                      <a:pt x="242" y="0"/>
                      <a:pt x="242" y="21"/>
                    </a:cubicBezTo>
                    <a:lnTo>
                      <a:pt x="1" y="110"/>
                    </a:lnTo>
                    <a:lnTo>
                      <a:pt x="310" y="131"/>
                    </a:lnTo>
                    <a:lnTo>
                      <a:pt x="331" y="131"/>
                    </a:lnTo>
                    <a:lnTo>
                      <a:pt x="593" y="21"/>
                    </a:lnTo>
                    <a:lnTo>
                      <a:pt x="572" y="21"/>
                    </a:lnTo>
                    <a:lnTo>
                      <a:pt x="263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" name="Google Shape;763;p6"/>
              <p:cNvSpPr/>
              <p:nvPr/>
            </p:nvSpPr>
            <p:spPr>
              <a:xfrm>
                <a:off x="3955095" y="2392929"/>
                <a:ext cx="115827" cy="33698"/>
              </a:xfrm>
              <a:custGeom>
                <a:rect b="b" l="l" r="r" t="t"/>
                <a:pathLst>
                  <a:path extrusionOk="0" h="215" w="739">
                    <a:moveTo>
                      <a:pt x="346" y="84"/>
                    </a:moveTo>
                    <a:lnTo>
                      <a:pt x="456" y="105"/>
                    </a:lnTo>
                    <a:lnTo>
                      <a:pt x="393" y="131"/>
                    </a:lnTo>
                    <a:lnTo>
                      <a:pt x="283" y="131"/>
                    </a:lnTo>
                    <a:lnTo>
                      <a:pt x="346" y="84"/>
                    </a:lnTo>
                    <a:close/>
                    <a:moveTo>
                      <a:pt x="367" y="0"/>
                    </a:moveTo>
                    <a:cubicBezTo>
                      <a:pt x="346" y="0"/>
                      <a:pt x="325" y="0"/>
                      <a:pt x="304" y="21"/>
                    </a:cubicBezTo>
                    <a:lnTo>
                      <a:pt x="42" y="105"/>
                    </a:lnTo>
                    <a:lnTo>
                      <a:pt x="21" y="131"/>
                    </a:lnTo>
                    <a:lnTo>
                      <a:pt x="0" y="152"/>
                    </a:lnTo>
                    <a:lnTo>
                      <a:pt x="0" y="173"/>
                    </a:lnTo>
                    <a:lnTo>
                      <a:pt x="21" y="173"/>
                    </a:lnTo>
                    <a:lnTo>
                      <a:pt x="42" y="194"/>
                    </a:lnTo>
                    <a:lnTo>
                      <a:pt x="84" y="194"/>
                    </a:lnTo>
                    <a:lnTo>
                      <a:pt x="393" y="215"/>
                    </a:lnTo>
                    <a:cubicBezTo>
                      <a:pt x="414" y="215"/>
                      <a:pt x="414" y="215"/>
                      <a:pt x="456" y="194"/>
                    </a:cubicBezTo>
                    <a:lnTo>
                      <a:pt x="697" y="105"/>
                    </a:lnTo>
                    <a:lnTo>
                      <a:pt x="718" y="105"/>
                    </a:lnTo>
                    <a:lnTo>
                      <a:pt x="718" y="84"/>
                    </a:lnTo>
                    <a:lnTo>
                      <a:pt x="739" y="84"/>
                    </a:lnTo>
                    <a:lnTo>
                      <a:pt x="739" y="63"/>
                    </a:lnTo>
                    <a:lnTo>
                      <a:pt x="718" y="42"/>
                    </a:lnTo>
                    <a:lnTo>
                      <a:pt x="697" y="42"/>
                    </a:lnTo>
                    <a:lnTo>
                      <a:pt x="676" y="21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6"/>
              <p:cNvSpPr/>
              <p:nvPr/>
            </p:nvSpPr>
            <p:spPr>
              <a:xfrm>
                <a:off x="3909956" y="2419887"/>
                <a:ext cx="96079" cy="20689"/>
              </a:xfrm>
              <a:custGeom>
                <a:rect b="b" l="l" r="r" t="t"/>
                <a:pathLst>
                  <a:path extrusionOk="0" h="132" w="613">
                    <a:moveTo>
                      <a:pt x="288" y="1"/>
                    </a:moveTo>
                    <a:lnTo>
                      <a:pt x="262" y="22"/>
                    </a:lnTo>
                    <a:lnTo>
                      <a:pt x="0" y="111"/>
                    </a:lnTo>
                    <a:lnTo>
                      <a:pt x="26" y="111"/>
                    </a:lnTo>
                    <a:lnTo>
                      <a:pt x="330" y="132"/>
                    </a:lnTo>
                    <a:lnTo>
                      <a:pt x="351" y="132"/>
                    </a:lnTo>
                    <a:lnTo>
                      <a:pt x="613" y="22"/>
                    </a:lnTo>
                    <a:lnTo>
                      <a:pt x="592" y="22"/>
                    </a:lnTo>
                    <a:lnTo>
                      <a:pt x="288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6"/>
              <p:cNvSpPr/>
              <p:nvPr/>
            </p:nvSpPr>
            <p:spPr>
              <a:xfrm>
                <a:off x="3900082" y="2415185"/>
                <a:ext cx="116611" cy="31974"/>
              </a:xfrm>
              <a:custGeom>
                <a:rect b="b" l="l" r="r" t="t"/>
                <a:pathLst>
                  <a:path extrusionOk="0" h="204" w="744">
                    <a:moveTo>
                      <a:pt x="351" y="73"/>
                    </a:moveTo>
                    <a:lnTo>
                      <a:pt x="456" y="94"/>
                    </a:lnTo>
                    <a:lnTo>
                      <a:pt x="393" y="120"/>
                    </a:lnTo>
                    <a:lnTo>
                      <a:pt x="283" y="120"/>
                    </a:lnTo>
                    <a:lnTo>
                      <a:pt x="351" y="73"/>
                    </a:lnTo>
                    <a:close/>
                    <a:moveTo>
                      <a:pt x="321" y="1"/>
                    </a:moveTo>
                    <a:cubicBezTo>
                      <a:pt x="316" y="1"/>
                      <a:pt x="311" y="3"/>
                      <a:pt x="304" y="10"/>
                    </a:cubicBezTo>
                    <a:lnTo>
                      <a:pt x="42" y="94"/>
                    </a:lnTo>
                    <a:lnTo>
                      <a:pt x="21" y="120"/>
                    </a:lnTo>
                    <a:lnTo>
                      <a:pt x="0" y="141"/>
                    </a:lnTo>
                    <a:lnTo>
                      <a:pt x="0" y="162"/>
                    </a:lnTo>
                    <a:lnTo>
                      <a:pt x="21" y="162"/>
                    </a:lnTo>
                    <a:lnTo>
                      <a:pt x="21" y="183"/>
                    </a:lnTo>
                    <a:lnTo>
                      <a:pt x="89" y="183"/>
                    </a:lnTo>
                    <a:lnTo>
                      <a:pt x="393" y="204"/>
                    </a:lnTo>
                    <a:cubicBezTo>
                      <a:pt x="414" y="204"/>
                      <a:pt x="414" y="204"/>
                      <a:pt x="456" y="183"/>
                    </a:cubicBezTo>
                    <a:lnTo>
                      <a:pt x="697" y="94"/>
                    </a:lnTo>
                    <a:lnTo>
                      <a:pt x="718" y="94"/>
                    </a:lnTo>
                    <a:lnTo>
                      <a:pt x="718" y="73"/>
                    </a:lnTo>
                    <a:lnTo>
                      <a:pt x="744" y="73"/>
                    </a:lnTo>
                    <a:lnTo>
                      <a:pt x="744" y="52"/>
                    </a:lnTo>
                    <a:lnTo>
                      <a:pt x="718" y="31"/>
                    </a:lnTo>
                    <a:lnTo>
                      <a:pt x="697" y="31"/>
                    </a:lnTo>
                    <a:lnTo>
                      <a:pt x="697" y="10"/>
                    </a:lnTo>
                    <a:lnTo>
                      <a:pt x="372" y="10"/>
                    </a:lnTo>
                    <a:cubicBezTo>
                      <a:pt x="341" y="10"/>
                      <a:pt x="330" y="1"/>
                      <a:pt x="32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6"/>
              <p:cNvSpPr/>
              <p:nvPr/>
            </p:nvSpPr>
            <p:spPr>
              <a:xfrm>
                <a:off x="3855726" y="2443711"/>
                <a:ext cx="95295" cy="17398"/>
              </a:xfrm>
              <a:custGeom>
                <a:rect b="b" l="l" r="r" t="t"/>
                <a:pathLst>
                  <a:path extrusionOk="0" h="111" w="608">
                    <a:moveTo>
                      <a:pt x="262" y="1"/>
                    </a:moveTo>
                    <a:lnTo>
                      <a:pt x="0" y="90"/>
                    </a:lnTo>
                    <a:lnTo>
                      <a:pt x="21" y="90"/>
                    </a:lnTo>
                    <a:lnTo>
                      <a:pt x="325" y="111"/>
                    </a:lnTo>
                    <a:lnTo>
                      <a:pt x="346" y="111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p6"/>
              <p:cNvSpPr/>
              <p:nvPr/>
            </p:nvSpPr>
            <p:spPr>
              <a:xfrm>
                <a:off x="3845068" y="2435718"/>
                <a:ext cx="116768" cy="31974"/>
              </a:xfrm>
              <a:custGeom>
                <a:rect b="b" l="l" r="r" t="t"/>
                <a:pathLst>
                  <a:path extrusionOk="0" h="204" w="745">
                    <a:moveTo>
                      <a:pt x="351" y="73"/>
                    </a:moveTo>
                    <a:lnTo>
                      <a:pt x="461" y="94"/>
                    </a:lnTo>
                    <a:lnTo>
                      <a:pt x="393" y="120"/>
                    </a:lnTo>
                    <a:lnTo>
                      <a:pt x="283" y="120"/>
                    </a:lnTo>
                    <a:lnTo>
                      <a:pt x="351" y="73"/>
                    </a:lnTo>
                    <a:close/>
                    <a:moveTo>
                      <a:pt x="317" y="1"/>
                    </a:moveTo>
                    <a:cubicBezTo>
                      <a:pt x="309" y="1"/>
                      <a:pt x="299" y="3"/>
                      <a:pt x="283" y="10"/>
                    </a:cubicBezTo>
                    <a:lnTo>
                      <a:pt x="48" y="94"/>
                    </a:lnTo>
                    <a:lnTo>
                      <a:pt x="21" y="120"/>
                    </a:lnTo>
                    <a:lnTo>
                      <a:pt x="0" y="120"/>
                    </a:lnTo>
                    <a:lnTo>
                      <a:pt x="0" y="141"/>
                    </a:lnTo>
                    <a:lnTo>
                      <a:pt x="0" y="162"/>
                    </a:lnTo>
                    <a:lnTo>
                      <a:pt x="21" y="162"/>
                    </a:lnTo>
                    <a:lnTo>
                      <a:pt x="21" y="183"/>
                    </a:lnTo>
                    <a:lnTo>
                      <a:pt x="89" y="183"/>
                    </a:lnTo>
                    <a:lnTo>
                      <a:pt x="393" y="204"/>
                    </a:lnTo>
                    <a:cubicBezTo>
                      <a:pt x="414" y="204"/>
                      <a:pt x="414" y="204"/>
                      <a:pt x="461" y="183"/>
                    </a:cubicBezTo>
                    <a:lnTo>
                      <a:pt x="702" y="94"/>
                    </a:lnTo>
                    <a:lnTo>
                      <a:pt x="723" y="94"/>
                    </a:lnTo>
                    <a:lnTo>
                      <a:pt x="723" y="73"/>
                    </a:lnTo>
                    <a:lnTo>
                      <a:pt x="744" y="73"/>
                    </a:lnTo>
                    <a:lnTo>
                      <a:pt x="744" y="52"/>
                    </a:lnTo>
                    <a:lnTo>
                      <a:pt x="723" y="31"/>
                    </a:lnTo>
                    <a:lnTo>
                      <a:pt x="702" y="10"/>
                    </a:lnTo>
                    <a:lnTo>
                      <a:pt x="351" y="10"/>
                    </a:lnTo>
                    <a:cubicBezTo>
                      <a:pt x="337" y="10"/>
                      <a:pt x="333" y="1"/>
                      <a:pt x="31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" name="Google Shape;768;p6"/>
              <p:cNvSpPr/>
              <p:nvPr/>
            </p:nvSpPr>
            <p:spPr>
              <a:xfrm>
                <a:off x="3800712" y="2464243"/>
                <a:ext cx="96235" cy="17398"/>
              </a:xfrm>
              <a:custGeom>
                <a:rect b="b" l="l" r="r" t="t"/>
                <a:pathLst>
                  <a:path extrusionOk="0" h="111" w="614">
                    <a:moveTo>
                      <a:pt x="262" y="1"/>
                    </a:moveTo>
                    <a:lnTo>
                      <a:pt x="1" y="90"/>
                    </a:lnTo>
                    <a:lnTo>
                      <a:pt x="22" y="90"/>
                    </a:lnTo>
                    <a:lnTo>
                      <a:pt x="331" y="111"/>
                    </a:lnTo>
                    <a:lnTo>
                      <a:pt x="351" y="111"/>
                    </a:lnTo>
                    <a:lnTo>
                      <a:pt x="613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p6"/>
              <p:cNvSpPr/>
              <p:nvPr/>
            </p:nvSpPr>
            <p:spPr>
              <a:xfrm>
                <a:off x="3790837" y="2456250"/>
                <a:ext cx="115984" cy="31974"/>
              </a:xfrm>
              <a:custGeom>
                <a:rect b="b" l="l" r="r" t="t"/>
                <a:pathLst>
                  <a:path extrusionOk="0" h="204" w="740">
                    <a:moveTo>
                      <a:pt x="346" y="73"/>
                    </a:moveTo>
                    <a:lnTo>
                      <a:pt x="456" y="94"/>
                    </a:lnTo>
                    <a:lnTo>
                      <a:pt x="394" y="120"/>
                    </a:lnTo>
                    <a:lnTo>
                      <a:pt x="284" y="120"/>
                    </a:lnTo>
                    <a:lnTo>
                      <a:pt x="346" y="73"/>
                    </a:lnTo>
                    <a:close/>
                    <a:moveTo>
                      <a:pt x="314" y="1"/>
                    </a:moveTo>
                    <a:cubicBezTo>
                      <a:pt x="307" y="1"/>
                      <a:pt x="298" y="3"/>
                      <a:pt x="284" y="10"/>
                    </a:cubicBezTo>
                    <a:lnTo>
                      <a:pt x="43" y="94"/>
                    </a:lnTo>
                    <a:lnTo>
                      <a:pt x="22" y="120"/>
                    </a:lnTo>
                    <a:lnTo>
                      <a:pt x="1" y="141"/>
                    </a:lnTo>
                    <a:lnTo>
                      <a:pt x="1" y="162"/>
                    </a:lnTo>
                    <a:lnTo>
                      <a:pt x="22" y="162"/>
                    </a:lnTo>
                    <a:lnTo>
                      <a:pt x="22" y="183"/>
                    </a:lnTo>
                    <a:lnTo>
                      <a:pt x="85" y="183"/>
                    </a:lnTo>
                    <a:lnTo>
                      <a:pt x="394" y="204"/>
                    </a:lnTo>
                    <a:cubicBezTo>
                      <a:pt x="414" y="204"/>
                      <a:pt x="435" y="204"/>
                      <a:pt x="456" y="183"/>
                    </a:cubicBezTo>
                    <a:lnTo>
                      <a:pt x="697" y="94"/>
                    </a:lnTo>
                    <a:lnTo>
                      <a:pt x="718" y="94"/>
                    </a:lnTo>
                    <a:lnTo>
                      <a:pt x="718" y="73"/>
                    </a:lnTo>
                    <a:lnTo>
                      <a:pt x="739" y="73"/>
                    </a:lnTo>
                    <a:lnTo>
                      <a:pt x="739" y="52"/>
                    </a:lnTo>
                    <a:lnTo>
                      <a:pt x="739" y="31"/>
                    </a:lnTo>
                    <a:lnTo>
                      <a:pt x="718" y="31"/>
                    </a:lnTo>
                    <a:lnTo>
                      <a:pt x="697" y="10"/>
                    </a:lnTo>
                    <a:lnTo>
                      <a:pt x="346" y="10"/>
                    </a:lnTo>
                    <a:cubicBezTo>
                      <a:pt x="332" y="10"/>
                      <a:pt x="328" y="1"/>
                      <a:pt x="314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6"/>
              <p:cNvSpPr/>
              <p:nvPr/>
            </p:nvSpPr>
            <p:spPr>
              <a:xfrm>
                <a:off x="3749773" y="2484775"/>
                <a:ext cx="92160" cy="17398"/>
              </a:xfrm>
              <a:custGeom>
                <a:rect b="b" l="l" r="r" t="t"/>
                <a:pathLst>
                  <a:path extrusionOk="0" h="111" w="588">
                    <a:moveTo>
                      <a:pt x="237" y="1"/>
                    </a:moveTo>
                    <a:lnTo>
                      <a:pt x="1" y="90"/>
                    </a:lnTo>
                    <a:lnTo>
                      <a:pt x="326" y="111"/>
                    </a:lnTo>
                    <a:lnTo>
                      <a:pt x="347" y="111"/>
                    </a:lnTo>
                    <a:lnTo>
                      <a:pt x="587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6"/>
              <p:cNvSpPr/>
              <p:nvPr/>
            </p:nvSpPr>
            <p:spPr>
              <a:xfrm>
                <a:off x="3735824" y="2476782"/>
                <a:ext cx="116768" cy="31974"/>
              </a:xfrm>
              <a:custGeom>
                <a:rect b="b" l="l" r="r" t="t"/>
                <a:pathLst>
                  <a:path extrusionOk="0" h="204" w="745">
                    <a:moveTo>
                      <a:pt x="352" y="73"/>
                    </a:moveTo>
                    <a:lnTo>
                      <a:pt x="457" y="94"/>
                    </a:lnTo>
                    <a:lnTo>
                      <a:pt x="415" y="120"/>
                    </a:lnTo>
                    <a:lnTo>
                      <a:pt x="284" y="120"/>
                    </a:lnTo>
                    <a:lnTo>
                      <a:pt x="352" y="73"/>
                    </a:lnTo>
                    <a:close/>
                    <a:moveTo>
                      <a:pt x="320" y="0"/>
                    </a:moveTo>
                    <a:cubicBezTo>
                      <a:pt x="316" y="0"/>
                      <a:pt x="312" y="3"/>
                      <a:pt x="305" y="10"/>
                    </a:cubicBezTo>
                    <a:lnTo>
                      <a:pt x="43" y="94"/>
                    </a:lnTo>
                    <a:lnTo>
                      <a:pt x="22" y="120"/>
                    </a:lnTo>
                    <a:lnTo>
                      <a:pt x="1" y="141"/>
                    </a:lnTo>
                    <a:lnTo>
                      <a:pt x="22" y="162"/>
                    </a:lnTo>
                    <a:lnTo>
                      <a:pt x="43" y="183"/>
                    </a:lnTo>
                    <a:lnTo>
                      <a:pt x="90" y="183"/>
                    </a:lnTo>
                    <a:lnTo>
                      <a:pt x="394" y="204"/>
                    </a:lnTo>
                    <a:cubicBezTo>
                      <a:pt x="415" y="204"/>
                      <a:pt x="436" y="204"/>
                      <a:pt x="457" y="183"/>
                    </a:cubicBezTo>
                    <a:lnTo>
                      <a:pt x="718" y="94"/>
                    </a:lnTo>
                    <a:lnTo>
                      <a:pt x="745" y="73"/>
                    </a:lnTo>
                    <a:lnTo>
                      <a:pt x="745" y="52"/>
                    </a:lnTo>
                    <a:lnTo>
                      <a:pt x="745" y="31"/>
                    </a:lnTo>
                    <a:lnTo>
                      <a:pt x="718" y="31"/>
                    </a:lnTo>
                    <a:lnTo>
                      <a:pt x="718" y="10"/>
                    </a:lnTo>
                    <a:lnTo>
                      <a:pt x="352" y="10"/>
                    </a:lnTo>
                    <a:cubicBezTo>
                      <a:pt x="334" y="10"/>
                      <a:pt x="328" y="0"/>
                      <a:pt x="32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" name="Google Shape;772;p6"/>
              <p:cNvSpPr/>
              <p:nvPr/>
            </p:nvSpPr>
            <p:spPr>
              <a:xfrm>
                <a:off x="3694916" y="2505308"/>
                <a:ext cx="92003" cy="17398"/>
              </a:xfrm>
              <a:custGeom>
                <a:rect b="b" l="l" r="r" t="t"/>
                <a:pathLst>
                  <a:path extrusionOk="0" h="111" w="587">
                    <a:moveTo>
                      <a:pt x="241" y="1"/>
                    </a:moveTo>
                    <a:lnTo>
                      <a:pt x="0" y="90"/>
                    </a:lnTo>
                    <a:lnTo>
                      <a:pt x="325" y="111"/>
                    </a:lnTo>
                    <a:lnTo>
                      <a:pt x="351" y="90"/>
                    </a:lnTo>
                    <a:lnTo>
                      <a:pt x="587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" name="Google Shape;773;p6"/>
              <p:cNvSpPr/>
              <p:nvPr/>
            </p:nvSpPr>
            <p:spPr>
              <a:xfrm>
                <a:off x="3684101" y="2497314"/>
                <a:ext cx="116768" cy="31190"/>
              </a:xfrm>
              <a:custGeom>
                <a:rect b="b" l="l" r="r" t="t"/>
                <a:pathLst>
                  <a:path extrusionOk="0" h="199" w="745">
                    <a:moveTo>
                      <a:pt x="331" y="73"/>
                    </a:moveTo>
                    <a:lnTo>
                      <a:pt x="462" y="93"/>
                    </a:lnTo>
                    <a:lnTo>
                      <a:pt x="394" y="120"/>
                    </a:lnTo>
                    <a:lnTo>
                      <a:pt x="289" y="93"/>
                    </a:lnTo>
                    <a:lnTo>
                      <a:pt x="331" y="73"/>
                    </a:lnTo>
                    <a:close/>
                    <a:moveTo>
                      <a:pt x="310" y="0"/>
                    </a:moveTo>
                    <a:cubicBezTo>
                      <a:pt x="303" y="0"/>
                      <a:pt x="296" y="3"/>
                      <a:pt x="289" y="10"/>
                    </a:cubicBezTo>
                    <a:lnTo>
                      <a:pt x="27" y="93"/>
                    </a:lnTo>
                    <a:lnTo>
                      <a:pt x="27" y="120"/>
                    </a:lnTo>
                    <a:lnTo>
                      <a:pt x="1" y="120"/>
                    </a:lnTo>
                    <a:lnTo>
                      <a:pt x="1" y="141"/>
                    </a:lnTo>
                    <a:lnTo>
                      <a:pt x="1" y="162"/>
                    </a:lnTo>
                    <a:lnTo>
                      <a:pt x="27" y="183"/>
                    </a:lnTo>
                    <a:lnTo>
                      <a:pt x="394" y="183"/>
                    </a:lnTo>
                    <a:cubicBezTo>
                      <a:pt x="407" y="193"/>
                      <a:pt x="413" y="198"/>
                      <a:pt x="422" y="198"/>
                    </a:cubicBezTo>
                    <a:cubicBezTo>
                      <a:pt x="430" y="198"/>
                      <a:pt x="441" y="193"/>
                      <a:pt x="462" y="183"/>
                    </a:cubicBezTo>
                    <a:lnTo>
                      <a:pt x="703" y="93"/>
                    </a:lnTo>
                    <a:lnTo>
                      <a:pt x="724" y="93"/>
                    </a:lnTo>
                    <a:lnTo>
                      <a:pt x="724" y="73"/>
                    </a:lnTo>
                    <a:lnTo>
                      <a:pt x="745" y="52"/>
                    </a:lnTo>
                    <a:lnTo>
                      <a:pt x="724" y="31"/>
                    </a:lnTo>
                    <a:lnTo>
                      <a:pt x="703" y="31"/>
                    </a:lnTo>
                    <a:lnTo>
                      <a:pt x="703" y="10"/>
                    </a:lnTo>
                    <a:lnTo>
                      <a:pt x="352" y="10"/>
                    </a:lnTo>
                    <a:cubicBezTo>
                      <a:pt x="338" y="10"/>
                      <a:pt x="324" y="0"/>
                      <a:pt x="310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" name="Google Shape;774;p6"/>
              <p:cNvSpPr/>
              <p:nvPr/>
            </p:nvSpPr>
            <p:spPr>
              <a:xfrm>
                <a:off x="3639902" y="2522548"/>
                <a:ext cx="96079" cy="17398"/>
              </a:xfrm>
              <a:custGeom>
                <a:rect b="b" l="l" r="r" t="t"/>
                <a:pathLst>
                  <a:path extrusionOk="0" h="111" w="613">
                    <a:moveTo>
                      <a:pt x="283" y="1"/>
                    </a:moveTo>
                    <a:cubicBezTo>
                      <a:pt x="262" y="1"/>
                      <a:pt x="262" y="22"/>
                      <a:pt x="241" y="22"/>
                    </a:cubicBezTo>
                    <a:lnTo>
                      <a:pt x="0" y="111"/>
                    </a:lnTo>
                    <a:lnTo>
                      <a:pt x="351" y="111"/>
                    </a:lnTo>
                    <a:lnTo>
                      <a:pt x="613" y="22"/>
                    </a:lnTo>
                    <a:lnTo>
                      <a:pt x="592" y="22"/>
                    </a:lnTo>
                    <a:lnTo>
                      <a:pt x="283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" name="Google Shape;775;p6"/>
              <p:cNvSpPr/>
              <p:nvPr/>
            </p:nvSpPr>
            <p:spPr>
              <a:xfrm>
                <a:off x="3630028" y="2516749"/>
                <a:ext cx="115827" cy="29780"/>
              </a:xfrm>
              <a:custGeom>
                <a:rect b="b" l="l" r="r" t="t"/>
                <a:pathLst>
                  <a:path extrusionOk="0" h="190" w="739">
                    <a:moveTo>
                      <a:pt x="346" y="79"/>
                    </a:moveTo>
                    <a:lnTo>
                      <a:pt x="456" y="100"/>
                    </a:lnTo>
                    <a:lnTo>
                      <a:pt x="283" y="100"/>
                    </a:lnTo>
                    <a:lnTo>
                      <a:pt x="346" y="79"/>
                    </a:lnTo>
                    <a:close/>
                    <a:moveTo>
                      <a:pt x="315" y="1"/>
                    </a:moveTo>
                    <a:cubicBezTo>
                      <a:pt x="304" y="1"/>
                      <a:pt x="294" y="6"/>
                      <a:pt x="283" y="17"/>
                    </a:cubicBezTo>
                    <a:lnTo>
                      <a:pt x="21" y="100"/>
                    </a:lnTo>
                    <a:lnTo>
                      <a:pt x="21" y="127"/>
                    </a:lnTo>
                    <a:lnTo>
                      <a:pt x="0" y="127"/>
                    </a:lnTo>
                    <a:lnTo>
                      <a:pt x="0" y="148"/>
                    </a:lnTo>
                    <a:lnTo>
                      <a:pt x="0" y="169"/>
                    </a:lnTo>
                    <a:lnTo>
                      <a:pt x="21" y="169"/>
                    </a:lnTo>
                    <a:lnTo>
                      <a:pt x="21" y="189"/>
                    </a:lnTo>
                    <a:lnTo>
                      <a:pt x="456" y="189"/>
                    </a:lnTo>
                    <a:lnTo>
                      <a:pt x="697" y="100"/>
                    </a:lnTo>
                    <a:lnTo>
                      <a:pt x="718" y="100"/>
                    </a:lnTo>
                    <a:lnTo>
                      <a:pt x="718" y="79"/>
                    </a:lnTo>
                    <a:lnTo>
                      <a:pt x="739" y="79"/>
                    </a:lnTo>
                    <a:lnTo>
                      <a:pt x="739" y="59"/>
                    </a:lnTo>
                    <a:lnTo>
                      <a:pt x="739" y="38"/>
                    </a:lnTo>
                    <a:lnTo>
                      <a:pt x="718" y="38"/>
                    </a:lnTo>
                    <a:lnTo>
                      <a:pt x="718" y="17"/>
                    </a:lnTo>
                    <a:lnTo>
                      <a:pt x="346" y="17"/>
                    </a:lnTo>
                    <a:cubicBezTo>
                      <a:pt x="335" y="6"/>
                      <a:pt x="325" y="1"/>
                      <a:pt x="31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" name="Google Shape;776;p6"/>
              <p:cNvSpPr/>
              <p:nvPr/>
            </p:nvSpPr>
            <p:spPr>
              <a:xfrm>
                <a:off x="3585672" y="2543081"/>
                <a:ext cx="95452" cy="17398"/>
              </a:xfrm>
              <a:custGeom>
                <a:rect b="b" l="l" r="r" t="t"/>
                <a:pathLst>
                  <a:path extrusionOk="0" h="111" w="609">
                    <a:moveTo>
                      <a:pt x="283" y="1"/>
                    </a:moveTo>
                    <a:cubicBezTo>
                      <a:pt x="283" y="1"/>
                      <a:pt x="262" y="1"/>
                      <a:pt x="262" y="21"/>
                    </a:cubicBezTo>
                    <a:lnTo>
                      <a:pt x="1" y="110"/>
                    </a:lnTo>
                    <a:lnTo>
                      <a:pt x="367" y="110"/>
                    </a:lnTo>
                    <a:lnTo>
                      <a:pt x="608" y="21"/>
                    </a:lnTo>
                    <a:lnTo>
                      <a:pt x="283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6"/>
              <p:cNvSpPr/>
              <p:nvPr/>
            </p:nvSpPr>
            <p:spPr>
              <a:xfrm>
                <a:off x="3575014" y="2536498"/>
                <a:ext cx="116768" cy="30563"/>
              </a:xfrm>
              <a:custGeom>
                <a:rect b="b" l="l" r="r" t="t"/>
                <a:pathLst>
                  <a:path extrusionOk="0" h="195" w="745">
                    <a:moveTo>
                      <a:pt x="461" y="84"/>
                    </a:moveTo>
                    <a:lnTo>
                      <a:pt x="414" y="105"/>
                    </a:lnTo>
                    <a:lnTo>
                      <a:pt x="304" y="105"/>
                    </a:lnTo>
                    <a:lnTo>
                      <a:pt x="351" y="84"/>
                    </a:lnTo>
                    <a:close/>
                    <a:moveTo>
                      <a:pt x="351" y="1"/>
                    </a:moveTo>
                    <a:cubicBezTo>
                      <a:pt x="330" y="1"/>
                      <a:pt x="330" y="1"/>
                      <a:pt x="283" y="22"/>
                    </a:cubicBezTo>
                    <a:lnTo>
                      <a:pt x="42" y="105"/>
                    </a:lnTo>
                    <a:lnTo>
                      <a:pt x="21" y="105"/>
                    </a:lnTo>
                    <a:lnTo>
                      <a:pt x="21" y="132"/>
                    </a:lnTo>
                    <a:lnTo>
                      <a:pt x="0" y="132"/>
                    </a:lnTo>
                    <a:lnTo>
                      <a:pt x="0" y="152"/>
                    </a:lnTo>
                    <a:lnTo>
                      <a:pt x="0" y="173"/>
                    </a:lnTo>
                    <a:lnTo>
                      <a:pt x="21" y="173"/>
                    </a:lnTo>
                    <a:lnTo>
                      <a:pt x="21" y="194"/>
                    </a:lnTo>
                    <a:lnTo>
                      <a:pt x="461" y="194"/>
                    </a:lnTo>
                    <a:lnTo>
                      <a:pt x="723" y="105"/>
                    </a:lnTo>
                    <a:lnTo>
                      <a:pt x="723" y="84"/>
                    </a:lnTo>
                    <a:lnTo>
                      <a:pt x="744" y="84"/>
                    </a:lnTo>
                    <a:lnTo>
                      <a:pt x="744" y="63"/>
                    </a:lnTo>
                    <a:lnTo>
                      <a:pt x="744" y="43"/>
                    </a:lnTo>
                    <a:lnTo>
                      <a:pt x="723" y="22"/>
                    </a:lnTo>
                    <a:lnTo>
                      <a:pt x="676" y="22"/>
                    </a:lnTo>
                    <a:lnTo>
                      <a:pt x="351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6"/>
              <p:cNvSpPr/>
              <p:nvPr/>
            </p:nvSpPr>
            <p:spPr>
              <a:xfrm>
                <a:off x="3533949" y="2563613"/>
                <a:ext cx="96235" cy="17398"/>
              </a:xfrm>
              <a:custGeom>
                <a:rect b="b" l="l" r="r" t="t"/>
                <a:pathLst>
                  <a:path extrusionOk="0" h="111" w="614">
                    <a:moveTo>
                      <a:pt x="242" y="0"/>
                    </a:moveTo>
                    <a:lnTo>
                      <a:pt x="1" y="110"/>
                    </a:lnTo>
                    <a:lnTo>
                      <a:pt x="351" y="110"/>
                    </a:lnTo>
                    <a:lnTo>
                      <a:pt x="613" y="21"/>
                    </a:lnTo>
                    <a:lnTo>
                      <a:pt x="592" y="21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6"/>
              <p:cNvSpPr/>
              <p:nvPr/>
            </p:nvSpPr>
            <p:spPr>
              <a:xfrm>
                <a:off x="3524075" y="2557030"/>
                <a:ext cx="115984" cy="30563"/>
              </a:xfrm>
              <a:custGeom>
                <a:rect b="b" l="l" r="r" t="t"/>
                <a:pathLst>
                  <a:path extrusionOk="0" h="195" w="740">
                    <a:moveTo>
                      <a:pt x="435" y="84"/>
                    </a:moveTo>
                    <a:lnTo>
                      <a:pt x="394" y="105"/>
                    </a:lnTo>
                    <a:lnTo>
                      <a:pt x="284" y="105"/>
                    </a:lnTo>
                    <a:lnTo>
                      <a:pt x="325" y="84"/>
                    </a:lnTo>
                    <a:close/>
                    <a:moveTo>
                      <a:pt x="325" y="1"/>
                    </a:moveTo>
                    <a:cubicBezTo>
                      <a:pt x="305" y="1"/>
                      <a:pt x="305" y="1"/>
                      <a:pt x="284" y="21"/>
                    </a:cubicBezTo>
                    <a:lnTo>
                      <a:pt x="22" y="105"/>
                    </a:lnTo>
                    <a:lnTo>
                      <a:pt x="1" y="131"/>
                    </a:lnTo>
                    <a:lnTo>
                      <a:pt x="1" y="152"/>
                    </a:lnTo>
                    <a:lnTo>
                      <a:pt x="1" y="173"/>
                    </a:lnTo>
                    <a:lnTo>
                      <a:pt x="22" y="173"/>
                    </a:lnTo>
                    <a:lnTo>
                      <a:pt x="43" y="194"/>
                    </a:lnTo>
                    <a:lnTo>
                      <a:pt x="456" y="194"/>
                    </a:lnTo>
                    <a:lnTo>
                      <a:pt x="697" y="84"/>
                    </a:lnTo>
                    <a:lnTo>
                      <a:pt x="718" y="84"/>
                    </a:lnTo>
                    <a:lnTo>
                      <a:pt x="739" y="63"/>
                    </a:lnTo>
                    <a:lnTo>
                      <a:pt x="739" y="42"/>
                    </a:lnTo>
                    <a:lnTo>
                      <a:pt x="718" y="21"/>
                    </a:lnTo>
                    <a:lnTo>
                      <a:pt x="655" y="21"/>
                    </a:lnTo>
                    <a:lnTo>
                      <a:pt x="325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6"/>
              <p:cNvSpPr/>
              <p:nvPr/>
            </p:nvSpPr>
            <p:spPr>
              <a:xfrm>
                <a:off x="3478935" y="2584145"/>
                <a:ext cx="96235" cy="17398"/>
              </a:xfrm>
              <a:custGeom>
                <a:rect b="b" l="l" r="r" t="t"/>
                <a:pathLst>
                  <a:path extrusionOk="0" h="111" w="614">
                    <a:moveTo>
                      <a:pt x="242" y="0"/>
                    </a:moveTo>
                    <a:lnTo>
                      <a:pt x="1" y="110"/>
                    </a:lnTo>
                    <a:lnTo>
                      <a:pt x="373" y="110"/>
                    </a:lnTo>
                    <a:lnTo>
                      <a:pt x="613" y="21"/>
                    </a:lnTo>
                    <a:lnTo>
                      <a:pt x="613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6"/>
              <p:cNvSpPr/>
              <p:nvPr/>
            </p:nvSpPr>
            <p:spPr>
              <a:xfrm>
                <a:off x="3469061" y="2577562"/>
                <a:ext cx="116768" cy="30563"/>
              </a:xfrm>
              <a:custGeom>
                <a:rect b="b" l="l" r="r" t="t"/>
                <a:pathLst>
                  <a:path extrusionOk="0" h="195" w="745">
                    <a:moveTo>
                      <a:pt x="457" y="84"/>
                    </a:moveTo>
                    <a:lnTo>
                      <a:pt x="415" y="105"/>
                    </a:lnTo>
                    <a:lnTo>
                      <a:pt x="305" y="105"/>
                    </a:lnTo>
                    <a:lnTo>
                      <a:pt x="352" y="84"/>
                    </a:lnTo>
                    <a:close/>
                    <a:moveTo>
                      <a:pt x="352" y="0"/>
                    </a:moveTo>
                    <a:cubicBezTo>
                      <a:pt x="326" y="0"/>
                      <a:pt x="305" y="0"/>
                      <a:pt x="284" y="21"/>
                    </a:cubicBezTo>
                    <a:lnTo>
                      <a:pt x="43" y="105"/>
                    </a:lnTo>
                    <a:lnTo>
                      <a:pt x="22" y="105"/>
                    </a:lnTo>
                    <a:lnTo>
                      <a:pt x="22" y="131"/>
                    </a:lnTo>
                    <a:lnTo>
                      <a:pt x="1" y="131"/>
                    </a:lnTo>
                    <a:lnTo>
                      <a:pt x="1" y="152"/>
                    </a:lnTo>
                    <a:lnTo>
                      <a:pt x="22" y="173"/>
                    </a:lnTo>
                    <a:lnTo>
                      <a:pt x="43" y="194"/>
                    </a:lnTo>
                    <a:lnTo>
                      <a:pt x="415" y="194"/>
                    </a:lnTo>
                    <a:cubicBezTo>
                      <a:pt x="436" y="194"/>
                      <a:pt x="436" y="194"/>
                      <a:pt x="483" y="173"/>
                    </a:cubicBezTo>
                    <a:lnTo>
                      <a:pt x="718" y="84"/>
                    </a:lnTo>
                    <a:lnTo>
                      <a:pt x="745" y="84"/>
                    </a:lnTo>
                    <a:lnTo>
                      <a:pt x="745" y="63"/>
                    </a:lnTo>
                    <a:lnTo>
                      <a:pt x="745" y="42"/>
                    </a:lnTo>
                    <a:lnTo>
                      <a:pt x="745" y="21"/>
                    </a:lnTo>
                    <a:lnTo>
                      <a:pt x="697" y="21"/>
                    </a:lnTo>
                    <a:lnTo>
                      <a:pt x="697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6"/>
              <p:cNvSpPr/>
              <p:nvPr/>
            </p:nvSpPr>
            <p:spPr>
              <a:xfrm>
                <a:off x="3424862" y="2604677"/>
                <a:ext cx="99370" cy="17398"/>
              </a:xfrm>
              <a:custGeom>
                <a:rect b="b" l="l" r="r" t="t"/>
                <a:pathLst>
                  <a:path extrusionOk="0" h="111" w="634">
                    <a:moveTo>
                      <a:pt x="262" y="0"/>
                    </a:moveTo>
                    <a:lnTo>
                      <a:pt x="21" y="89"/>
                    </a:lnTo>
                    <a:cubicBezTo>
                      <a:pt x="0" y="89"/>
                      <a:pt x="21" y="110"/>
                      <a:pt x="21" y="110"/>
                    </a:cubicBezTo>
                    <a:lnTo>
                      <a:pt x="346" y="110"/>
                    </a:lnTo>
                    <a:cubicBezTo>
                      <a:pt x="372" y="110"/>
                      <a:pt x="372" y="110"/>
                      <a:pt x="393" y="89"/>
                    </a:cubicBez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6"/>
              <p:cNvSpPr/>
              <p:nvPr/>
            </p:nvSpPr>
            <p:spPr>
              <a:xfrm>
                <a:off x="3417339" y="2598094"/>
                <a:ext cx="116768" cy="30563"/>
              </a:xfrm>
              <a:custGeom>
                <a:rect b="b" l="l" r="r" t="t"/>
                <a:pathLst>
                  <a:path extrusionOk="0" h="195" w="745">
                    <a:moveTo>
                      <a:pt x="441" y="84"/>
                    </a:moveTo>
                    <a:lnTo>
                      <a:pt x="394" y="105"/>
                    </a:lnTo>
                    <a:lnTo>
                      <a:pt x="289" y="105"/>
                    </a:lnTo>
                    <a:lnTo>
                      <a:pt x="331" y="84"/>
                    </a:lnTo>
                    <a:close/>
                    <a:moveTo>
                      <a:pt x="263" y="0"/>
                    </a:moveTo>
                    <a:lnTo>
                      <a:pt x="27" y="105"/>
                    </a:lnTo>
                    <a:lnTo>
                      <a:pt x="1" y="105"/>
                    </a:lnTo>
                    <a:lnTo>
                      <a:pt x="1" y="131"/>
                    </a:lnTo>
                    <a:lnTo>
                      <a:pt x="1" y="152"/>
                    </a:lnTo>
                    <a:lnTo>
                      <a:pt x="1" y="173"/>
                    </a:lnTo>
                    <a:lnTo>
                      <a:pt x="69" y="173"/>
                    </a:lnTo>
                    <a:lnTo>
                      <a:pt x="394" y="194"/>
                    </a:lnTo>
                    <a:cubicBezTo>
                      <a:pt x="420" y="194"/>
                      <a:pt x="441" y="194"/>
                      <a:pt x="462" y="173"/>
                    </a:cubicBezTo>
                    <a:lnTo>
                      <a:pt x="703" y="84"/>
                    </a:lnTo>
                    <a:lnTo>
                      <a:pt x="724" y="84"/>
                    </a:lnTo>
                    <a:lnTo>
                      <a:pt x="724" y="63"/>
                    </a:lnTo>
                    <a:lnTo>
                      <a:pt x="745" y="63"/>
                    </a:lnTo>
                    <a:lnTo>
                      <a:pt x="745" y="42"/>
                    </a:lnTo>
                    <a:lnTo>
                      <a:pt x="745" y="21"/>
                    </a:lnTo>
                    <a:lnTo>
                      <a:pt x="724" y="21"/>
                    </a:lnTo>
                    <a:lnTo>
                      <a:pt x="703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6"/>
              <p:cNvSpPr/>
              <p:nvPr/>
            </p:nvSpPr>
            <p:spPr>
              <a:xfrm>
                <a:off x="3373139" y="2625209"/>
                <a:ext cx="96079" cy="14106"/>
              </a:xfrm>
              <a:custGeom>
                <a:rect b="b" l="l" r="r" t="t"/>
                <a:pathLst>
                  <a:path extrusionOk="0" h="90" w="613">
                    <a:moveTo>
                      <a:pt x="241" y="0"/>
                    </a:moveTo>
                    <a:lnTo>
                      <a:pt x="0" y="89"/>
                    </a:lnTo>
                    <a:lnTo>
                      <a:pt x="372" y="89"/>
                    </a:lnTo>
                    <a:lnTo>
                      <a:pt x="613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6"/>
              <p:cNvSpPr/>
              <p:nvPr/>
            </p:nvSpPr>
            <p:spPr>
              <a:xfrm>
                <a:off x="3363265" y="2618627"/>
                <a:ext cx="119902" cy="27272"/>
              </a:xfrm>
              <a:custGeom>
                <a:rect b="b" l="l" r="r" t="t"/>
                <a:pathLst>
                  <a:path extrusionOk="0" h="174" w="765">
                    <a:moveTo>
                      <a:pt x="283" y="0"/>
                    </a:moveTo>
                    <a:lnTo>
                      <a:pt x="42" y="84"/>
                    </a:lnTo>
                    <a:lnTo>
                      <a:pt x="21" y="105"/>
                    </a:lnTo>
                    <a:lnTo>
                      <a:pt x="0" y="131"/>
                    </a:lnTo>
                    <a:lnTo>
                      <a:pt x="21" y="152"/>
                    </a:lnTo>
                    <a:lnTo>
                      <a:pt x="21" y="173"/>
                    </a:lnTo>
                    <a:lnTo>
                      <a:pt x="477" y="173"/>
                    </a:lnTo>
                    <a:lnTo>
                      <a:pt x="718" y="84"/>
                    </a:lnTo>
                    <a:lnTo>
                      <a:pt x="739" y="63"/>
                    </a:lnTo>
                    <a:lnTo>
                      <a:pt x="765" y="63"/>
                    </a:lnTo>
                    <a:lnTo>
                      <a:pt x="765" y="42"/>
                    </a:lnTo>
                    <a:lnTo>
                      <a:pt x="739" y="21"/>
                    </a:lnTo>
                    <a:lnTo>
                      <a:pt x="718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6"/>
              <p:cNvSpPr/>
              <p:nvPr/>
            </p:nvSpPr>
            <p:spPr>
              <a:xfrm>
                <a:off x="4091298" y="2383995"/>
                <a:ext cx="92944" cy="18808"/>
              </a:xfrm>
              <a:custGeom>
                <a:rect b="b" l="l" r="r" t="t"/>
                <a:pathLst>
                  <a:path extrusionOk="0" h="120" w="593">
                    <a:moveTo>
                      <a:pt x="269" y="1"/>
                    </a:moveTo>
                    <a:cubicBezTo>
                      <a:pt x="262" y="1"/>
                      <a:pt x="262" y="10"/>
                      <a:pt x="262" y="10"/>
                    </a:cubicBezTo>
                    <a:lnTo>
                      <a:pt x="0" y="99"/>
                    </a:lnTo>
                    <a:lnTo>
                      <a:pt x="309" y="120"/>
                    </a:lnTo>
                    <a:lnTo>
                      <a:pt x="330" y="120"/>
                    </a:lnTo>
                    <a:lnTo>
                      <a:pt x="571" y="31"/>
                    </a:lnTo>
                    <a:cubicBezTo>
                      <a:pt x="592" y="10"/>
                      <a:pt x="592" y="10"/>
                      <a:pt x="571" y="10"/>
                    </a:cubicBezTo>
                    <a:lnTo>
                      <a:pt x="283" y="10"/>
                    </a:lnTo>
                    <a:cubicBezTo>
                      <a:pt x="276" y="3"/>
                      <a:pt x="272" y="1"/>
                      <a:pt x="269" y="1"/>
                    </a:cubicBez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6"/>
              <p:cNvSpPr/>
              <p:nvPr/>
            </p:nvSpPr>
            <p:spPr>
              <a:xfrm>
                <a:off x="4081424" y="2377412"/>
                <a:ext cx="112692" cy="31974"/>
              </a:xfrm>
              <a:custGeom>
                <a:rect b="b" l="l" r="r" t="t"/>
                <a:pathLst>
                  <a:path extrusionOk="0" h="204" w="719">
                    <a:moveTo>
                      <a:pt x="346" y="73"/>
                    </a:moveTo>
                    <a:lnTo>
                      <a:pt x="435" y="99"/>
                    </a:lnTo>
                    <a:lnTo>
                      <a:pt x="372" y="120"/>
                    </a:lnTo>
                    <a:lnTo>
                      <a:pt x="262" y="120"/>
                    </a:lnTo>
                    <a:lnTo>
                      <a:pt x="346" y="73"/>
                    </a:lnTo>
                    <a:close/>
                    <a:moveTo>
                      <a:pt x="314" y="1"/>
                    </a:moveTo>
                    <a:cubicBezTo>
                      <a:pt x="307" y="1"/>
                      <a:pt x="297" y="3"/>
                      <a:pt x="283" y="10"/>
                    </a:cubicBezTo>
                    <a:lnTo>
                      <a:pt x="43" y="99"/>
                    </a:lnTo>
                    <a:lnTo>
                      <a:pt x="22" y="99"/>
                    </a:lnTo>
                    <a:lnTo>
                      <a:pt x="22" y="120"/>
                    </a:lnTo>
                    <a:lnTo>
                      <a:pt x="1" y="120"/>
                    </a:lnTo>
                    <a:lnTo>
                      <a:pt x="1" y="141"/>
                    </a:lnTo>
                    <a:lnTo>
                      <a:pt x="22" y="162"/>
                    </a:lnTo>
                    <a:lnTo>
                      <a:pt x="22" y="183"/>
                    </a:lnTo>
                    <a:lnTo>
                      <a:pt x="63" y="183"/>
                    </a:lnTo>
                    <a:lnTo>
                      <a:pt x="372" y="204"/>
                    </a:lnTo>
                    <a:cubicBezTo>
                      <a:pt x="393" y="204"/>
                      <a:pt x="393" y="204"/>
                      <a:pt x="435" y="183"/>
                    </a:cubicBezTo>
                    <a:lnTo>
                      <a:pt x="676" y="99"/>
                    </a:lnTo>
                    <a:lnTo>
                      <a:pt x="697" y="99"/>
                    </a:lnTo>
                    <a:lnTo>
                      <a:pt x="697" y="73"/>
                    </a:lnTo>
                    <a:lnTo>
                      <a:pt x="718" y="52"/>
                    </a:lnTo>
                    <a:lnTo>
                      <a:pt x="697" y="31"/>
                    </a:lnTo>
                    <a:lnTo>
                      <a:pt x="676" y="31"/>
                    </a:lnTo>
                    <a:lnTo>
                      <a:pt x="655" y="10"/>
                    </a:lnTo>
                    <a:lnTo>
                      <a:pt x="346" y="10"/>
                    </a:lnTo>
                    <a:cubicBezTo>
                      <a:pt x="332" y="10"/>
                      <a:pt x="328" y="1"/>
                      <a:pt x="314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6"/>
              <p:cNvSpPr/>
              <p:nvPr/>
            </p:nvSpPr>
            <p:spPr>
              <a:xfrm>
                <a:off x="4037068" y="2404527"/>
                <a:ext cx="92160" cy="18808"/>
              </a:xfrm>
              <a:custGeom>
                <a:rect b="b" l="l" r="r" t="t"/>
                <a:pathLst>
                  <a:path extrusionOk="0" h="120" w="588">
                    <a:moveTo>
                      <a:pt x="269" y="1"/>
                    </a:moveTo>
                    <a:cubicBezTo>
                      <a:pt x="263" y="1"/>
                      <a:pt x="263" y="10"/>
                      <a:pt x="263" y="10"/>
                    </a:cubicBezTo>
                    <a:lnTo>
                      <a:pt x="1" y="99"/>
                    </a:lnTo>
                    <a:lnTo>
                      <a:pt x="305" y="120"/>
                    </a:lnTo>
                    <a:lnTo>
                      <a:pt x="326" y="120"/>
                    </a:lnTo>
                    <a:lnTo>
                      <a:pt x="587" y="10"/>
                    </a:lnTo>
                    <a:lnTo>
                      <a:pt x="284" y="10"/>
                    </a:lnTo>
                    <a:cubicBezTo>
                      <a:pt x="277" y="3"/>
                      <a:pt x="272" y="1"/>
                      <a:pt x="269" y="1"/>
                    </a:cubicBez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6"/>
              <p:cNvSpPr/>
              <p:nvPr/>
            </p:nvSpPr>
            <p:spPr>
              <a:xfrm>
                <a:off x="4026410" y="2397945"/>
                <a:ext cx="113476" cy="31974"/>
              </a:xfrm>
              <a:custGeom>
                <a:rect b="b" l="l" r="r" t="t"/>
                <a:pathLst>
                  <a:path extrusionOk="0" h="204" w="724">
                    <a:moveTo>
                      <a:pt x="352" y="73"/>
                    </a:moveTo>
                    <a:lnTo>
                      <a:pt x="435" y="99"/>
                    </a:lnTo>
                    <a:lnTo>
                      <a:pt x="373" y="120"/>
                    </a:lnTo>
                    <a:lnTo>
                      <a:pt x="284" y="120"/>
                    </a:lnTo>
                    <a:lnTo>
                      <a:pt x="352" y="73"/>
                    </a:lnTo>
                    <a:close/>
                    <a:moveTo>
                      <a:pt x="317" y="1"/>
                    </a:moveTo>
                    <a:cubicBezTo>
                      <a:pt x="310" y="1"/>
                      <a:pt x="299" y="3"/>
                      <a:pt x="284" y="10"/>
                    </a:cubicBezTo>
                    <a:lnTo>
                      <a:pt x="43" y="99"/>
                    </a:lnTo>
                    <a:lnTo>
                      <a:pt x="22" y="120"/>
                    </a:lnTo>
                    <a:lnTo>
                      <a:pt x="1" y="120"/>
                    </a:lnTo>
                    <a:lnTo>
                      <a:pt x="1" y="141"/>
                    </a:lnTo>
                    <a:lnTo>
                      <a:pt x="22" y="162"/>
                    </a:lnTo>
                    <a:lnTo>
                      <a:pt x="22" y="183"/>
                    </a:lnTo>
                    <a:lnTo>
                      <a:pt x="69" y="183"/>
                    </a:lnTo>
                    <a:lnTo>
                      <a:pt x="373" y="204"/>
                    </a:lnTo>
                    <a:cubicBezTo>
                      <a:pt x="394" y="204"/>
                      <a:pt x="394" y="204"/>
                      <a:pt x="435" y="183"/>
                    </a:cubicBezTo>
                    <a:lnTo>
                      <a:pt x="676" y="99"/>
                    </a:lnTo>
                    <a:lnTo>
                      <a:pt x="697" y="99"/>
                    </a:lnTo>
                    <a:lnTo>
                      <a:pt x="723" y="73"/>
                    </a:lnTo>
                    <a:lnTo>
                      <a:pt x="723" y="52"/>
                    </a:lnTo>
                    <a:lnTo>
                      <a:pt x="697" y="31"/>
                    </a:lnTo>
                    <a:lnTo>
                      <a:pt x="676" y="31"/>
                    </a:lnTo>
                    <a:lnTo>
                      <a:pt x="676" y="10"/>
                    </a:lnTo>
                    <a:lnTo>
                      <a:pt x="352" y="10"/>
                    </a:lnTo>
                    <a:cubicBezTo>
                      <a:pt x="338" y="10"/>
                      <a:pt x="333" y="1"/>
                      <a:pt x="31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6"/>
              <p:cNvSpPr/>
              <p:nvPr/>
            </p:nvSpPr>
            <p:spPr>
              <a:xfrm>
                <a:off x="3982054" y="2423179"/>
                <a:ext cx="92160" cy="20689"/>
              </a:xfrm>
              <a:custGeom>
                <a:rect b="b" l="l" r="r" t="t"/>
                <a:pathLst>
                  <a:path extrusionOk="0" h="132" w="588">
                    <a:moveTo>
                      <a:pt x="284" y="1"/>
                    </a:moveTo>
                    <a:cubicBezTo>
                      <a:pt x="263" y="1"/>
                      <a:pt x="263" y="22"/>
                      <a:pt x="263" y="22"/>
                    </a:cubicBezTo>
                    <a:lnTo>
                      <a:pt x="1" y="111"/>
                    </a:lnTo>
                    <a:lnTo>
                      <a:pt x="22" y="111"/>
                    </a:lnTo>
                    <a:lnTo>
                      <a:pt x="305" y="132"/>
                    </a:lnTo>
                    <a:lnTo>
                      <a:pt x="326" y="132"/>
                    </a:lnTo>
                    <a:lnTo>
                      <a:pt x="587" y="22"/>
                    </a:lnTo>
                    <a:lnTo>
                      <a:pt x="284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6"/>
              <p:cNvSpPr/>
              <p:nvPr/>
            </p:nvSpPr>
            <p:spPr>
              <a:xfrm>
                <a:off x="3971396" y="2418477"/>
                <a:ext cx="113476" cy="31974"/>
              </a:xfrm>
              <a:custGeom>
                <a:rect b="b" l="l" r="r" t="t"/>
                <a:pathLst>
                  <a:path extrusionOk="0" h="204" w="724">
                    <a:moveTo>
                      <a:pt x="352" y="73"/>
                    </a:moveTo>
                    <a:lnTo>
                      <a:pt x="441" y="99"/>
                    </a:lnTo>
                    <a:lnTo>
                      <a:pt x="373" y="120"/>
                    </a:lnTo>
                    <a:lnTo>
                      <a:pt x="289" y="120"/>
                    </a:lnTo>
                    <a:lnTo>
                      <a:pt x="352" y="73"/>
                    </a:lnTo>
                    <a:close/>
                    <a:moveTo>
                      <a:pt x="319" y="1"/>
                    </a:moveTo>
                    <a:cubicBezTo>
                      <a:pt x="312" y="1"/>
                      <a:pt x="303" y="3"/>
                      <a:pt x="289" y="10"/>
                    </a:cubicBezTo>
                    <a:lnTo>
                      <a:pt x="48" y="99"/>
                    </a:lnTo>
                    <a:lnTo>
                      <a:pt x="27" y="120"/>
                    </a:lnTo>
                    <a:lnTo>
                      <a:pt x="1" y="120"/>
                    </a:lnTo>
                    <a:lnTo>
                      <a:pt x="1" y="141"/>
                    </a:lnTo>
                    <a:lnTo>
                      <a:pt x="1" y="162"/>
                    </a:lnTo>
                    <a:lnTo>
                      <a:pt x="27" y="162"/>
                    </a:lnTo>
                    <a:lnTo>
                      <a:pt x="27" y="183"/>
                    </a:lnTo>
                    <a:lnTo>
                      <a:pt x="69" y="183"/>
                    </a:lnTo>
                    <a:lnTo>
                      <a:pt x="373" y="204"/>
                    </a:lnTo>
                    <a:cubicBezTo>
                      <a:pt x="394" y="204"/>
                      <a:pt x="420" y="204"/>
                      <a:pt x="441" y="183"/>
                    </a:cubicBezTo>
                    <a:lnTo>
                      <a:pt x="682" y="99"/>
                    </a:lnTo>
                    <a:lnTo>
                      <a:pt x="703" y="99"/>
                    </a:lnTo>
                    <a:lnTo>
                      <a:pt x="703" y="73"/>
                    </a:lnTo>
                    <a:lnTo>
                      <a:pt x="724" y="73"/>
                    </a:lnTo>
                    <a:lnTo>
                      <a:pt x="724" y="52"/>
                    </a:lnTo>
                    <a:lnTo>
                      <a:pt x="703" y="31"/>
                    </a:lnTo>
                    <a:lnTo>
                      <a:pt x="682" y="10"/>
                    </a:lnTo>
                    <a:lnTo>
                      <a:pt x="352" y="10"/>
                    </a:lnTo>
                    <a:cubicBezTo>
                      <a:pt x="338" y="10"/>
                      <a:pt x="333" y="1"/>
                      <a:pt x="319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6"/>
              <p:cNvSpPr/>
              <p:nvPr/>
            </p:nvSpPr>
            <p:spPr>
              <a:xfrm>
                <a:off x="3927197" y="2443711"/>
                <a:ext cx="92787" cy="20689"/>
              </a:xfrm>
              <a:custGeom>
                <a:rect b="b" l="l" r="r" t="t"/>
                <a:pathLst>
                  <a:path extrusionOk="0" h="132" w="592">
                    <a:moveTo>
                      <a:pt x="283" y="1"/>
                    </a:moveTo>
                    <a:cubicBezTo>
                      <a:pt x="283" y="1"/>
                      <a:pt x="262" y="1"/>
                      <a:pt x="262" y="22"/>
                    </a:cubicBezTo>
                    <a:lnTo>
                      <a:pt x="0" y="111"/>
                    </a:lnTo>
                    <a:lnTo>
                      <a:pt x="21" y="111"/>
                    </a:lnTo>
                    <a:lnTo>
                      <a:pt x="330" y="132"/>
                    </a:lnTo>
                    <a:cubicBezTo>
                      <a:pt x="330" y="132"/>
                      <a:pt x="351" y="132"/>
                      <a:pt x="351" y="111"/>
                    </a:cubicBezTo>
                    <a:lnTo>
                      <a:pt x="592" y="22"/>
                    </a:lnTo>
                    <a:lnTo>
                      <a:pt x="283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6"/>
              <p:cNvSpPr/>
              <p:nvPr/>
            </p:nvSpPr>
            <p:spPr>
              <a:xfrm>
                <a:off x="3917322" y="2437128"/>
                <a:ext cx="112536" cy="33855"/>
              </a:xfrm>
              <a:custGeom>
                <a:rect b="b" l="l" r="r" t="t"/>
                <a:pathLst>
                  <a:path extrusionOk="0" h="216" w="718">
                    <a:moveTo>
                      <a:pt x="346" y="85"/>
                    </a:moveTo>
                    <a:lnTo>
                      <a:pt x="435" y="111"/>
                    </a:lnTo>
                    <a:lnTo>
                      <a:pt x="393" y="132"/>
                    </a:lnTo>
                    <a:lnTo>
                      <a:pt x="283" y="132"/>
                    </a:lnTo>
                    <a:lnTo>
                      <a:pt x="346" y="85"/>
                    </a:lnTo>
                    <a:close/>
                    <a:moveTo>
                      <a:pt x="346" y="1"/>
                    </a:moveTo>
                    <a:cubicBezTo>
                      <a:pt x="325" y="1"/>
                      <a:pt x="325" y="1"/>
                      <a:pt x="283" y="22"/>
                    </a:cubicBezTo>
                    <a:lnTo>
                      <a:pt x="42" y="111"/>
                    </a:lnTo>
                    <a:lnTo>
                      <a:pt x="21" y="111"/>
                    </a:lnTo>
                    <a:lnTo>
                      <a:pt x="21" y="132"/>
                    </a:lnTo>
                    <a:lnTo>
                      <a:pt x="0" y="132"/>
                    </a:lnTo>
                    <a:lnTo>
                      <a:pt x="0" y="153"/>
                    </a:lnTo>
                    <a:lnTo>
                      <a:pt x="21" y="174"/>
                    </a:lnTo>
                    <a:lnTo>
                      <a:pt x="42" y="195"/>
                    </a:lnTo>
                    <a:lnTo>
                      <a:pt x="84" y="195"/>
                    </a:lnTo>
                    <a:lnTo>
                      <a:pt x="372" y="216"/>
                    </a:lnTo>
                    <a:cubicBezTo>
                      <a:pt x="393" y="216"/>
                      <a:pt x="414" y="216"/>
                      <a:pt x="435" y="195"/>
                    </a:cubicBezTo>
                    <a:lnTo>
                      <a:pt x="697" y="111"/>
                    </a:lnTo>
                    <a:lnTo>
                      <a:pt x="718" y="85"/>
                    </a:lnTo>
                    <a:lnTo>
                      <a:pt x="718" y="64"/>
                    </a:lnTo>
                    <a:lnTo>
                      <a:pt x="718" y="43"/>
                    </a:lnTo>
                    <a:lnTo>
                      <a:pt x="697" y="43"/>
                    </a:lnTo>
                    <a:lnTo>
                      <a:pt x="697" y="22"/>
                    </a:lnTo>
                    <a:lnTo>
                      <a:pt x="655" y="22"/>
                    </a:lnTo>
                    <a:lnTo>
                      <a:pt x="346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6"/>
              <p:cNvSpPr/>
              <p:nvPr/>
            </p:nvSpPr>
            <p:spPr>
              <a:xfrm>
                <a:off x="3876258" y="2464243"/>
                <a:ext cx="88712" cy="17398"/>
              </a:xfrm>
              <a:custGeom>
                <a:rect b="b" l="l" r="r" t="t"/>
                <a:pathLst>
                  <a:path extrusionOk="0" h="111" w="566">
                    <a:moveTo>
                      <a:pt x="262" y="1"/>
                    </a:moveTo>
                    <a:cubicBezTo>
                      <a:pt x="262" y="1"/>
                      <a:pt x="241" y="1"/>
                      <a:pt x="241" y="22"/>
                    </a:cubicBezTo>
                    <a:lnTo>
                      <a:pt x="0" y="111"/>
                    </a:lnTo>
                    <a:lnTo>
                      <a:pt x="325" y="111"/>
                    </a:lnTo>
                    <a:lnTo>
                      <a:pt x="566" y="22"/>
                    </a:lnTo>
                    <a:lnTo>
                      <a:pt x="262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6"/>
              <p:cNvSpPr/>
              <p:nvPr/>
            </p:nvSpPr>
            <p:spPr>
              <a:xfrm>
                <a:off x="3862309" y="2457660"/>
                <a:ext cx="116768" cy="31974"/>
              </a:xfrm>
              <a:custGeom>
                <a:rect b="b" l="l" r="r" t="t"/>
                <a:pathLst>
                  <a:path extrusionOk="0" h="204" w="745">
                    <a:moveTo>
                      <a:pt x="461" y="85"/>
                    </a:moveTo>
                    <a:lnTo>
                      <a:pt x="393" y="132"/>
                    </a:lnTo>
                    <a:lnTo>
                      <a:pt x="283" y="111"/>
                    </a:lnTo>
                    <a:lnTo>
                      <a:pt x="351" y="85"/>
                    </a:lnTo>
                    <a:close/>
                    <a:moveTo>
                      <a:pt x="351" y="1"/>
                    </a:moveTo>
                    <a:cubicBezTo>
                      <a:pt x="330" y="1"/>
                      <a:pt x="330" y="1"/>
                      <a:pt x="304" y="22"/>
                    </a:cubicBezTo>
                    <a:lnTo>
                      <a:pt x="42" y="111"/>
                    </a:lnTo>
                    <a:lnTo>
                      <a:pt x="21" y="111"/>
                    </a:lnTo>
                    <a:lnTo>
                      <a:pt x="21" y="132"/>
                    </a:lnTo>
                    <a:lnTo>
                      <a:pt x="0" y="153"/>
                    </a:lnTo>
                    <a:lnTo>
                      <a:pt x="21" y="153"/>
                    </a:lnTo>
                    <a:lnTo>
                      <a:pt x="21" y="174"/>
                    </a:lnTo>
                    <a:lnTo>
                      <a:pt x="42" y="195"/>
                    </a:lnTo>
                    <a:lnTo>
                      <a:pt x="393" y="195"/>
                    </a:lnTo>
                    <a:cubicBezTo>
                      <a:pt x="407" y="195"/>
                      <a:pt x="412" y="204"/>
                      <a:pt x="427" y="204"/>
                    </a:cubicBezTo>
                    <a:cubicBezTo>
                      <a:pt x="435" y="204"/>
                      <a:pt x="446" y="202"/>
                      <a:pt x="461" y="195"/>
                    </a:cubicBezTo>
                    <a:lnTo>
                      <a:pt x="697" y="111"/>
                    </a:lnTo>
                    <a:lnTo>
                      <a:pt x="723" y="85"/>
                    </a:lnTo>
                    <a:lnTo>
                      <a:pt x="744" y="64"/>
                    </a:lnTo>
                    <a:lnTo>
                      <a:pt x="723" y="43"/>
                    </a:lnTo>
                    <a:lnTo>
                      <a:pt x="697" y="22"/>
                    </a:lnTo>
                    <a:lnTo>
                      <a:pt x="655" y="22"/>
                    </a:lnTo>
                    <a:lnTo>
                      <a:pt x="351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6"/>
              <p:cNvSpPr/>
              <p:nvPr/>
            </p:nvSpPr>
            <p:spPr>
              <a:xfrm>
                <a:off x="3821244" y="2484775"/>
                <a:ext cx="92944" cy="17398"/>
              </a:xfrm>
              <a:custGeom>
                <a:rect b="b" l="l" r="r" t="t"/>
                <a:pathLst>
                  <a:path extrusionOk="0" h="111" w="593">
                    <a:moveTo>
                      <a:pt x="241" y="1"/>
                    </a:moveTo>
                    <a:lnTo>
                      <a:pt x="1" y="111"/>
                    </a:lnTo>
                    <a:lnTo>
                      <a:pt x="351" y="111"/>
                    </a:lnTo>
                    <a:lnTo>
                      <a:pt x="592" y="22"/>
                    </a:lnTo>
                    <a:lnTo>
                      <a:pt x="262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6"/>
              <p:cNvSpPr/>
              <p:nvPr/>
            </p:nvSpPr>
            <p:spPr>
              <a:xfrm>
                <a:off x="3811370" y="2478193"/>
                <a:ext cx="112692" cy="30563"/>
              </a:xfrm>
              <a:custGeom>
                <a:rect b="b" l="l" r="r" t="t"/>
                <a:pathLst>
                  <a:path extrusionOk="0" h="195" w="719">
                    <a:moveTo>
                      <a:pt x="435" y="85"/>
                    </a:moveTo>
                    <a:lnTo>
                      <a:pt x="367" y="111"/>
                    </a:lnTo>
                    <a:lnTo>
                      <a:pt x="283" y="111"/>
                    </a:lnTo>
                    <a:lnTo>
                      <a:pt x="346" y="85"/>
                    </a:lnTo>
                    <a:close/>
                    <a:moveTo>
                      <a:pt x="346" y="1"/>
                    </a:moveTo>
                    <a:cubicBezTo>
                      <a:pt x="325" y="1"/>
                      <a:pt x="304" y="1"/>
                      <a:pt x="283" y="22"/>
                    </a:cubicBezTo>
                    <a:lnTo>
                      <a:pt x="22" y="111"/>
                    </a:lnTo>
                    <a:lnTo>
                      <a:pt x="1" y="132"/>
                    </a:lnTo>
                    <a:lnTo>
                      <a:pt x="1" y="153"/>
                    </a:lnTo>
                    <a:lnTo>
                      <a:pt x="1" y="174"/>
                    </a:lnTo>
                    <a:lnTo>
                      <a:pt x="22" y="174"/>
                    </a:lnTo>
                    <a:lnTo>
                      <a:pt x="43" y="195"/>
                    </a:lnTo>
                    <a:lnTo>
                      <a:pt x="435" y="195"/>
                    </a:lnTo>
                    <a:lnTo>
                      <a:pt x="676" y="111"/>
                    </a:lnTo>
                    <a:lnTo>
                      <a:pt x="697" y="85"/>
                    </a:lnTo>
                    <a:lnTo>
                      <a:pt x="718" y="85"/>
                    </a:lnTo>
                    <a:lnTo>
                      <a:pt x="718" y="64"/>
                    </a:lnTo>
                    <a:lnTo>
                      <a:pt x="718" y="43"/>
                    </a:lnTo>
                    <a:lnTo>
                      <a:pt x="697" y="22"/>
                    </a:lnTo>
                    <a:lnTo>
                      <a:pt x="655" y="22"/>
                    </a:lnTo>
                    <a:lnTo>
                      <a:pt x="346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6"/>
              <p:cNvSpPr/>
              <p:nvPr/>
            </p:nvSpPr>
            <p:spPr>
              <a:xfrm>
                <a:off x="3766230" y="2505308"/>
                <a:ext cx="92944" cy="17398"/>
              </a:xfrm>
              <a:custGeom>
                <a:rect b="b" l="l" r="r" t="t"/>
                <a:pathLst>
                  <a:path extrusionOk="0" h="111" w="593">
                    <a:moveTo>
                      <a:pt x="263" y="1"/>
                    </a:moveTo>
                    <a:lnTo>
                      <a:pt x="1" y="111"/>
                    </a:lnTo>
                    <a:lnTo>
                      <a:pt x="352" y="111"/>
                    </a:lnTo>
                    <a:lnTo>
                      <a:pt x="592" y="22"/>
                    </a:lnTo>
                    <a:lnTo>
                      <a:pt x="289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6"/>
              <p:cNvSpPr/>
              <p:nvPr/>
            </p:nvSpPr>
            <p:spPr>
              <a:xfrm>
                <a:off x="3756356" y="2498725"/>
                <a:ext cx="116768" cy="30563"/>
              </a:xfrm>
              <a:custGeom>
                <a:rect b="b" l="l" r="r" t="t"/>
                <a:pathLst>
                  <a:path extrusionOk="0" h="195" w="745">
                    <a:moveTo>
                      <a:pt x="435" y="84"/>
                    </a:moveTo>
                    <a:lnTo>
                      <a:pt x="394" y="111"/>
                    </a:lnTo>
                    <a:lnTo>
                      <a:pt x="284" y="111"/>
                    </a:lnTo>
                    <a:lnTo>
                      <a:pt x="352" y="84"/>
                    </a:lnTo>
                    <a:close/>
                    <a:moveTo>
                      <a:pt x="352" y="1"/>
                    </a:moveTo>
                    <a:cubicBezTo>
                      <a:pt x="326" y="1"/>
                      <a:pt x="326" y="1"/>
                      <a:pt x="284" y="22"/>
                    </a:cubicBezTo>
                    <a:lnTo>
                      <a:pt x="43" y="111"/>
                    </a:lnTo>
                    <a:lnTo>
                      <a:pt x="22" y="111"/>
                    </a:lnTo>
                    <a:lnTo>
                      <a:pt x="1" y="132"/>
                    </a:lnTo>
                    <a:lnTo>
                      <a:pt x="1" y="153"/>
                    </a:lnTo>
                    <a:lnTo>
                      <a:pt x="22" y="174"/>
                    </a:lnTo>
                    <a:lnTo>
                      <a:pt x="43" y="174"/>
                    </a:lnTo>
                    <a:lnTo>
                      <a:pt x="64" y="194"/>
                    </a:lnTo>
                    <a:lnTo>
                      <a:pt x="456" y="194"/>
                    </a:lnTo>
                    <a:lnTo>
                      <a:pt x="697" y="84"/>
                    </a:lnTo>
                    <a:lnTo>
                      <a:pt x="718" y="84"/>
                    </a:lnTo>
                    <a:lnTo>
                      <a:pt x="718" y="64"/>
                    </a:lnTo>
                    <a:lnTo>
                      <a:pt x="744" y="64"/>
                    </a:lnTo>
                    <a:lnTo>
                      <a:pt x="718" y="43"/>
                    </a:lnTo>
                    <a:lnTo>
                      <a:pt x="697" y="22"/>
                    </a:lnTo>
                    <a:lnTo>
                      <a:pt x="655" y="22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6"/>
              <p:cNvSpPr/>
              <p:nvPr/>
            </p:nvSpPr>
            <p:spPr>
              <a:xfrm>
                <a:off x="3715291" y="2525840"/>
                <a:ext cx="92160" cy="17398"/>
              </a:xfrm>
              <a:custGeom>
                <a:rect b="b" l="l" r="r" t="t"/>
                <a:pathLst>
                  <a:path extrusionOk="0" h="111" w="588">
                    <a:moveTo>
                      <a:pt x="242" y="1"/>
                    </a:moveTo>
                    <a:lnTo>
                      <a:pt x="1" y="90"/>
                    </a:lnTo>
                    <a:lnTo>
                      <a:pt x="1" y="111"/>
                    </a:lnTo>
                    <a:lnTo>
                      <a:pt x="352" y="111"/>
                    </a:lnTo>
                    <a:lnTo>
                      <a:pt x="588" y="21"/>
                    </a:lnTo>
                    <a:lnTo>
                      <a:pt x="588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6"/>
              <p:cNvSpPr/>
              <p:nvPr/>
            </p:nvSpPr>
            <p:spPr>
              <a:xfrm>
                <a:off x="3704633" y="2519257"/>
                <a:ext cx="113476" cy="30563"/>
              </a:xfrm>
              <a:custGeom>
                <a:rect b="b" l="l" r="r" t="t"/>
                <a:pathLst>
                  <a:path extrusionOk="0" h="195" w="724">
                    <a:moveTo>
                      <a:pt x="441" y="84"/>
                    </a:moveTo>
                    <a:lnTo>
                      <a:pt x="394" y="111"/>
                    </a:lnTo>
                    <a:lnTo>
                      <a:pt x="289" y="111"/>
                    </a:lnTo>
                    <a:lnTo>
                      <a:pt x="331" y="84"/>
                    </a:lnTo>
                    <a:close/>
                    <a:moveTo>
                      <a:pt x="289" y="1"/>
                    </a:moveTo>
                    <a:lnTo>
                      <a:pt x="27" y="111"/>
                    </a:lnTo>
                    <a:lnTo>
                      <a:pt x="1" y="111"/>
                    </a:lnTo>
                    <a:lnTo>
                      <a:pt x="1" y="132"/>
                    </a:lnTo>
                    <a:lnTo>
                      <a:pt x="1" y="153"/>
                    </a:lnTo>
                    <a:lnTo>
                      <a:pt x="1" y="173"/>
                    </a:lnTo>
                    <a:lnTo>
                      <a:pt x="48" y="173"/>
                    </a:lnTo>
                    <a:lnTo>
                      <a:pt x="69" y="194"/>
                    </a:lnTo>
                    <a:lnTo>
                      <a:pt x="373" y="194"/>
                    </a:lnTo>
                    <a:cubicBezTo>
                      <a:pt x="394" y="194"/>
                      <a:pt x="420" y="194"/>
                      <a:pt x="441" y="173"/>
                    </a:cubicBezTo>
                    <a:lnTo>
                      <a:pt x="682" y="84"/>
                    </a:lnTo>
                    <a:lnTo>
                      <a:pt x="703" y="84"/>
                    </a:lnTo>
                    <a:lnTo>
                      <a:pt x="724" y="63"/>
                    </a:lnTo>
                    <a:lnTo>
                      <a:pt x="724" y="43"/>
                    </a:lnTo>
                    <a:lnTo>
                      <a:pt x="703" y="22"/>
                    </a:lnTo>
                    <a:lnTo>
                      <a:pt x="682" y="22"/>
                    </a:lnTo>
                    <a:lnTo>
                      <a:pt x="656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6"/>
              <p:cNvSpPr/>
              <p:nvPr/>
            </p:nvSpPr>
            <p:spPr>
              <a:xfrm>
                <a:off x="3660434" y="2546372"/>
                <a:ext cx="92787" cy="17398"/>
              </a:xfrm>
              <a:custGeom>
                <a:rect b="b" l="l" r="r" t="t"/>
                <a:pathLst>
                  <a:path extrusionOk="0" h="111" w="592">
                    <a:moveTo>
                      <a:pt x="241" y="0"/>
                    </a:moveTo>
                    <a:lnTo>
                      <a:pt x="0" y="89"/>
                    </a:lnTo>
                    <a:lnTo>
                      <a:pt x="21" y="89"/>
                    </a:lnTo>
                    <a:lnTo>
                      <a:pt x="330" y="110"/>
                    </a:lnTo>
                    <a:cubicBezTo>
                      <a:pt x="351" y="110"/>
                      <a:pt x="351" y="110"/>
                      <a:pt x="351" y="89"/>
                    </a:cubicBezTo>
                    <a:lnTo>
                      <a:pt x="592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" name="Google Shape;803;p6"/>
              <p:cNvSpPr/>
              <p:nvPr/>
            </p:nvSpPr>
            <p:spPr>
              <a:xfrm>
                <a:off x="3650560" y="2539789"/>
                <a:ext cx="115827" cy="30563"/>
              </a:xfrm>
              <a:custGeom>
                <a:rect b="b" l="l" r="r" t="t"/>
                <a:pathLst>
                  <a:path extrusionOk="0" h="195" w="739">
                    <a:moveTo>
                      <a:pt x="435" y="84"/>
                    </a:moveTo>
                    <a:lnTo>
                      <a:pt x="393" y="111"/>
                    </a:lnTo>
                    <a:lnTo>
                      <a:pt x="304" y="111"/>
                    </a:lnTo>
                    <a:lnTo>
                      <a:pt x="346" y="84"/>
                    </a:lnTo>
                    <a:close/>
                    <a:moveTo>
                      <a:pt x="283" y="1"/>
                    </a:moveTo>
                    <a:lnTo>
                      <a:pt x="42" y="111"/>
                    </a:lnTo>
                    <a:lnTo>
                      <a:pt x="21" y="111"/>
                    </a:lnTo>
                    <a:lnTo>
                      <a:pt x="0" y="131"/>
                    </a:lnTo>
                    <a:lnTo>
                      <a:pt x="0" y="152"/>
                    </a:lnTo>
                    <a:lnTo>
                      <a:pt x="21" y="173"/>
                    </a:lnTo>
                    <a:lnTo>
                      <a:pt x="84" y="173"/>
                    </a:lnTo>
                    <a:lnTo>
                      <a:pt x="393" y="194"/>
                    </a:lnTo>
                    <a:cubicBezTo>
                      <a:pt x="414" y="194"/>
                      <a:pt x="414" y="194"/>
                      <a:pt x="456" y="173"/>
                    </a:cubicBezTo>
                    <a:lnTo>
                      <a:pt x="697" y="84"/>
                    </a:lnTo>
                    <a:lnTo>
                      <a:pt x="718" y="84"/>
                    </a:lnTo>
                    <a:lnTo>
                      <a:pt x="718" y="63"/>
                    </a:lnTo>
                    <a:lnTo>
                      <a:pt x="739" y="42"/>
                    </a:lnTo>
                    <a:lnTo>
                      <a:pt x="718" y="42"/>
                    </a:lnTo>
                    <a:lnTo>
                      <a:pt x="718" y="22"/>
                    </a:lnTo>
                    <a:lnTo>
                      <a:pt x="697" y="22"/>
                    </a:lnTo>
                    <a:lnTo>
                      <a:pt x="697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p6"/>
              <p:cNvSpPr/>
              <p:nvPr/>
            </p:nvSpPr>
            <p:spPr>
              <a:xfrm>
                <a:off x="3609495" y="2566904"/>
                <a:ext cx="92003" cy="14106"/>
              </a:xfrm>
              <a:custGeom>
                <a:rect b="b" l="l" r="r" t="t"/>
                <a:pathLst>
                  <a:path extrusionOk="0" h="90" w="587">
                    <a:moveTo>
                      <a:pt x="241" y="0"/>
                    </a:moveTo>
                    <a:lnTo>
                      <a:pt x="0" y="89"/>
                    </a:lnTo>
                    <a:lnTo>
                      <a:pt x="346" y="89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6"/>
              <p:cNvSpPr/>
              <p:nvPr/>
            </p:nvSpPr>
            <p:spPr>
              <a:xfrm>
                <a:off x="3598837" y="2560321"/>
                <a:ext cx="113476" cy="27272"/>
              </a:xfrm>
              <a:custGeom>
                <a:rect b="b" l="l" r="r" t="t"/>
                <a:pathLst>
                  <a:path extrusionOk="0" h="174" w="724">
                    <a:moveTo>
                      <a:pt x="262" y="0"/>
                    </a:moveTo>
                    <a:lnTo>
                      <a:pt x="21" y="84"/>
                    </a:lnTo>
                    <a:lnTo>
                      <a:pt x="21" y="110"/>
                    </a:lnTo>
                    <a:lnTo>
                      <a:pt x="0" y="110"/>
                    </a:lnTo>
                    <a:lnTo>
                      <a:pt x="0" y="131"/>
                    </a:lnTo>
                    <a:lnTo>
                      <a:pt x="0" y="152"/>
                    </a:lnTo>
                    <a:lnTo>
                      <a:pt x="21" y="173"/>
                    </a:lnTo>
                    <a:lnTo>
                      <a:pt x="461" y="173"/>
                    </a:lnTo>
                    <a:lnTo>
                      <a:pt x="702" y="84"/>
                    </a:lnTo>
                    <a:lnTo>
                      <a:pt x="702" y="63"/>
                    </a:lnTo>
                    <a:lnTo>
                      <a:pt x="723" y="63"/>
                    </a:lnTo>
                    <a:lnTo>
                      <a:pt x="723" y="42"/>
                    </a:lnTo>
                    <a:lnTo>
                      <a:pt x="723" y="21"/>
                    </a:lnTo>
                    <a:lnTo>
                      <a:pt x="702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p6"/>
              <p:cNvSpPr/>
              <p:nvPr/>
            </p:nvSpPr>
            <p:spPr>
              <a:xfrm>
                <a:off x="3554482" y="2584145"/>
                <a:ext cx="96235" cy="17398"/>
              </a:xfrm>
              <a:custGeom>
                <a:rect b="b" l="l" r="r" t="t"/>
                <a:pathLst>
                  <a:path extrusionOk="0" h="111" w="614">
                    <a:moveTo>
                      <a:pt x="283" y="0"/>
                    </a:moveTo>
                    <a:cubicBezTo>
                      <a:pt x="262" y="0"/>
                      <a:pt x="262" y="0"/>
                      <a:pt x="262" y="21"/>
                    </a:cubicBezTo>
                    <a:lnTo>
                      <a:pt x="1" y="110"/>
                    </a:lnTo>
                    <a:lnTo>
                      <a:pt x="372" y="110"/>
                    </a:lnTo>
                    <a:lnTo>
                      <a:pt x="613" y="21"/>
                    </a:lnTo>
                    <a:lnTo>
                      <a:pt x="592" y="21"/>
                    </a:lnTo>
                    <a:lnTo>
                      <a:pt x="283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7" name="Google Shape;807;p6"/>
              <p:cNvSpPr/>
              <p:nvPr/>
            </p:nvSpPr>
            <p:spPr>
              <a:xfrm>
                <a:off x="3544607" y="2577562"/>
                <a:ext cx="115984" cy="30563"/>
              </a:xfrm>
              <a:custGeom>
                <a:rect b="b" l="l" r="r" t="t"/>
                <a:pathLst>
                  <a:path extrusionOk="0" h="195" w="740">
                    <a:moveTo>
                      <a:pt x="435" y="84"/>
                    </a:moveTo>
                    <a:lnTo>
                      <a:pt x="414" y="105"/>
                    </a:lnTo>
                    <a:lnTo>
                      <a:pt x="304" y="105"/>
                    </a:lnTo>
                    <a:lnTo>
                      <a:pt x="346" y="84"/>
                    </a:lnTo>
                    <a:close/>
                    <a:moveTo>
                      <a:pt x="346" y="0"/>
                    </a:moveTo>
                    <a:cubicBezTo>
                      <a:pt x="325" y="0"/>
                      <a:pt x="304" y="0"/>
                      <a:pt x="283" y="21"/>
                    </a:cubicBezTo>
                    <a:lnTo>
                      <a:pt x="43" y="105"/>
                    </a:lnTo>
                    <a:lnTo>
                      <a:pt x="22" y="105"/>
                    </a:lnTo>
                    <a:lnTo>
                      <a:pt x="22" y="131"/>
                    </a:lnTo>
                    <a:lnTo>
                      <a:pt x="1" y="131"/>
                    </a:lnTo>
                    <a:lnTo>
                      <a:pt x="1" y="152"/>
                    </a:lnTo>
                    <a:lnTo>
                      <a:pt x="22" y="173"/>
                    </a:lnTo>
                    <a:lnTo>
                      <a:pt x="43" y="173"/>
                    </a:lnTo>
                    <a:lnTo>
                      <a:pt x="43" y="194"/>
                    </a:lnTo>
                    <a:lnTo>
                      <a:pt x="456" y="194"/>
                    </a:lnTo>
                    <a:lnTo>
                      <a:pt x="697" y="84"/>
                    </a:lnTo>
                    <a:lnTo>
                      <a:pt x="718" y="84"/>
                    </a:lnTo>
                    <a:lnTo>
                      <a:pt x="739" y="63"/>
                    </a:lnTo>
                    <a:lnTo>
                      <a:pt x="739" y="42"/>
                    </a:lnTo>
                    <a:lnTo>
                      <a:pt x="718" y="21"/>
                    </a:lnTo>
                    <a:lnTo>
                      <a:pt x="676" y="21"/>
                    </a:lnTo>
                    <a:lnTo>
                      <a:pt x="346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8" name="Google Shape;808;p6"/>
              <p:cNvSpPr/>
              <p:nvPr/>
            </p:nvSpPr>
            <p:spPr>
              <a:xfrm>
                <a:off x="3503543" y="2604677"/>
                <a:ext cx="95452" cy="17398"/>
              </a:xfrm>
              <a:custGeom>
                <a:rect b="b" l="l" r="r" t="t"/>
                <a:pathLst>
                  <a:path extrusionOk="0" h="111" w="609">
                    <a:moveTo>
                      <a:pt x="237" y="0"/>
                    </a:moveTo>
                    <a:lnTo>
                      <a:pt x="1" y="110"/>
                    </a:lnTo>
                    <a:lnTo>
                      <a:pt x="367" y="110"/>
                    </a:lnTo>
                    <a:lnTo>
                      <a:pt x="608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6"/>
              <p:cNvSpPr/>
              <p:nvPr/>
            </p:nvSpPr>
            <p:spPr>
              <a:xfrm>
                <a:off x="3492885" y="2598094"/>
                <a:ext cx="116768" cy="30563"/>
              </a:xfrm>
              <a:custGeom>
                <a:rect b="b" l="l" r="r" t="t"/>
                <a:pathLst>
                  <a:path extrusionOk="0" h="195" w="745">
                    <a:moveTo>
                      <a:pt x="435" y="84"/>
                    </a:moveTo>
                    <a:lnTo>
                      <a:pt x="394" y="105"/>
                    </a:lnTo>
                    <a:lnTo>
                      <a:pt x="305" y="105"/>
                    </a:lnTo>
                    <a:lnTo>
                      <a:pt x="352" y="84"/>
                    </a:lnTo>
                    <a:close/>
                    <a:moveTo>
                      <a:pt x="352" y="0"/>
                    </a:moveTo>
                    <a:cubicBezTo>
                      <a:pt x="331" y="0"/>
                      <a:pt x="305" y="0"/>
                      <a:pt x="284" y="21"/>
                    </a:cubicBezTo>
                    <a:lnTo>
                      <a:pt x="43" y="105"/>
                    </a:lnTo>
                    <a:lnTo>
                      <a:pt x="22" y="105"/>
                    </a:lnTo>
                    <a:lnTo>
                      <a:pt x="1" y="131"/>
                    </a:lnTo>
                    <a:lnTo>
                      <a:pt x="1" y="152"/>
                    </a:lnTo>
                    <a:lnTo>
                      <a:pt x="22" y="173"/>
                    </a:lnTo>
                    <a:lnTo>
                      <a:pt x="43" y="173"/>
                    </a:lnTo>
                    <a:lnTo>
                      <a:pt x="69" y="194"/>
                    </a:lnTo>
                    <a:lnTo>
                      <a:pt x="394" y="194"/>
                    </a:lnTo>
                    <a:cubicBezTo>
                      <a:pt x="414" y="194"/>
                      <a:pt x="435" y="194"/>
                      <a:pt x="462" y="173"/>
                    </a:cubicBezTo>
                    <a:lnTo>
                      <a:pt x="697" y="84"/>
                    </a:lnTo>
                    <a:lnTo>
                      <a:pt x="723" y="84"/>
                    </a:lnTo>
                    <a:lnTo>
                      <a:pt x="744" y="63"/>
                    </a:lnTo>
                    <a:lnTo>
                      <a:pt x="744" y="42"/>
                    </a:lnTo>
                    <a:lnTo>
                      <a:pt x="723" y="21"/>
                    </a:lnTo>
                    <a:lnTo>
                      <a:pt x="697" y="21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Google Shape;810;p6"/>
              <p:cNvSpPr/>
              <p:nvPr/>
            </p:nvSpPr>
            <p:spPr>
              <a:xfrm>
                <a:off x="3451820" y="2625209"/>
                <a:ext cx="92944" cy="14106"/>
              </a:xfrm>
              <a:custGeom>
                <a:rect b="b" l="l" r="r" t="t"/>
                <a:pathLst>
                  <a:path extrusionOk="0" h="90" w="593">
                    <a:moveTo>
                      <a:pt x="242" y="0"/>
                    </a:moveTo>
                    <a:lnTo>
                      <a:pt x="1" y="89"/>
                    </a:lnTo>
                    <a:lnTo>
                      <a:pt x="373" y="89"/>
                    </a:lnTo>
                    <a:lnTo>
                      <a:pt x="593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6"/>
              <p:cNvSpPr/>
              <p:nvPr/>
            </p:nvSpPr>
            <p:spPr>
              <a:xfrm>
                <a:off x="3442103" y="2618627"/>
                <a:ext cx="115827" cy="27272"/>
              </a:xfrm>
              <a:custGeom>
                <a:rect b="b" l="l" r="r" t="t"/>
                <a:pathLst>
                  <a:path extrusionOk="0" h="174" w="739">
                    <a:moveTo>
                      <a:pt x="262" y="0"/>
                    </a:moveTo>
                    <a:lnTo>
                      <a:pt x="21" y="105"/>
                    </a:lnTo>
                    <a:lnTo>
                      <a:pt x="0" y="105"/>
                    </a:lnTo>
                    <a:lnTo>
                      <a:pt x="0" y="131"/>
                    </a:lnTo>
                    <a:lnTo>
                      <a:pt x="0" y="152"/>
                    </a:lnTo>
                    <a:lnTo>
                      <a:pt x="21" y="173"/>
                    </a:lnTo>
                    <a:lnTo>
                      <a:pt x="456" y="173"/>
                    </a:lnTo>
                    <a:lnTo>
                      <a:pt x="697" y="84"/>
                    </a:lnTo>
                    <a:lnTo>
                      <a:pt x="718" y="84"/>
                    </a:lnTo>
                    <a:lnTo>
                      <a:pt x="718" y="63"/>
                    </a:lnTo>
                    <a:lnTo>
                      <a:pt x="738" y="42"/>
                    </a:lnTo>
                    <a:lnTo>
                      <a:pt x="718" y="21"/>
                    </a:lnTo>
                    <a:lnTo>
                      <a:pt x="697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6"/>
              <p:cNvSpPr/>
              <p:nvPr/>
            </p:nvSpPr>
            <p:spPr>
              <a:xfrm>
                <a:off x="3950864" y="2375688"/>
                <a:ext cx="92944" cy="20689"/>
              </a:xfrm>
              <a:custGeom>
                <a:rect b="b" l="l" r="r" t="t"/>
                <a:pathLst>
                  <a:path extrusionOk="0" h="132" w="593">
                    <a:moveTo>
                      <a:pt x="263" y="0"/>
                    </a:moveTo>
                    <a:lnTo>
                      <a:pt x="1" y="110"/>
                    </a:lnTo>
                    <a:lnTo>
                      <a:pt x="310" y="131"/>
                    </a:lnTo>
                    <a:lnTo>
                      <a:pt x="352" y="131"/>
                    </a:lnTo>
                    <a:lnTo>
                      <a:pt x="593" y="21"/>
                    </a:lnTo>
                    <a:lnTo>
                      <a:pt x="289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6"/>
              <p:cNvSpPr/>
              <p:nvPr/>
            </p:nvSpPr>
            <p:spPr>
              <a:xfrm>
                <a:off x="3941146" y="2368322"/>
                <a:ext cx="112536" cy="34482"/>
              </a:xfrm>
              <a:custGeom>
                <a:rect b="b" l="l" r="r" t="t"/>
                <a:pathLst>
                  <a:path extrusionOk="0" h="220" w="718">
                    <a:moveTo>
                      <a:pt x="456" y="89"/>
                    </a:moveTo>
                    <a:lnTo>
                      <a:pt x="372" y="131"/>
                    </a:lnTo>
                    <a:lnTo>
                      <a:pt x="262" y="110"/>
                    </a:lnTo>
                    <a:lnTo>
                      <a:pt x="351" y="89"/>
                    </a:lnTo>
                    <a:close/>
                    <a:moveTo>
                      <a:pt x="351" y="0"/>
                    </a:moveTo>
                    <a:cubicBezTo>
                      <a:pt x="325" y="0"/>
                      <a:pt x="304" y="0"/>
                      <a:pt x="283" y="26"/>
                    </a:cubicBezTo>
                    <a:lnTo>
                      <a:pt x="21" y="110"/>
                    </a:lnTo>
                    <a:lnTo>
                      <a:pt x="0" y="110"/>
                    </a:lnTo>
                    <a:lnTo>
                      <a:pt x="0" y="131"/>
                    </a:lnTo>
                    <a:lnTo>
                      <a:pt x="0" y="157"/>
                    </a:lnTo>
                    <a:lnTo>
                      <a:pt x="0" y="178"/>
                    </a:lnTo>
                    <a:lnTo>
                      <a:pt x="21" y="178"/>
                    </a:lnTo>
                    <a:lnTo>
                      <a:pt x="21" y="199"/>
                    </a:lnTo>
                    <a:lnTo>
                      <a:pt x="63" y="199"/>
                    </a:lnTo>
                    <a:lnTo>
                      <a:pt x="372" y="220"/>
                    </a:lnTo>
                    <a:cubicBezTo>
                      <a:pt x="393" y="220"/>
                      <a:pt x="414" y="220"/>
                      <a:pt x="435" y="199"/>
                    </a:cubicBezTo>
                    <a:lnTo>
                      <a:pt x="697" y="110"/>
                    </a:lnTo>
                    <a:lnTo>
                      <a:pt x="718" y="110"/>
                    </a:lnTo>
                    <a:lnTo>
                      <a:pt x="718" y="89"/>
                    </a:lnTo>
                    <a:lnTo>
                      <a:pt x="718" y="68"/>
                    </a:lnTo>
                    <a:lnTo>
                      <a:pt x="718" y="47"/>
                    </a:lnTo>
                    <a:lnTo>
                      <a:pt x="697" y="26"/>
                    </a:lnTo>
                    <a:lnTo>
                      <a:pt x="655" y="26"/>
                    </a:lnTo>
                    <a:lnTo>
                      <a:pt x="351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" name="Google Shape;814;p6"/>
              <p:cNvSpPr/>
              <p:nvPr/>
            </p:nvSpPr>
            <p:spPr>
              <a:xfrm>
                <a:off x="3893499" y="2396221"/>
                <a:ext cx="95295" cy="20689"/>
              </a:xfrm>
              <a:custGeom>
                <a:rect b="b" l="l" r="r" t="t"/>
                <a:pathLst>
                  <a:path extrusionOk="0" h="132" w="608">
                    <a:moveTo>
                      <a:pt x="262" y="0"/>
                    </a:moveTo>
                    <a:lnTo>
                      <a:pt x="0" y="110"/>
                    </a:lnTo>
                    <a:lnTo>
                      <a:pt x="21" y="110"/>
                    </a:lnTo>
                    <a:lnTo>
                      <a:pt x="325" y="131"/>
                    </a:lnTo>
                    <a:lnTo>
                      <a:pt x="346" y="131"/>
                    </a:lnTo>
                    <a:lnTo>
                      <a:pt x="608" y="21"/>
                    </a:lnTo>
                    <a:lnTo>
                      <a:pt x="283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5" name="Google Shape;815;p6"/>
              <p:cNvSpPr/>
              <p:nvPr/>
            </p:nvSpPr>
            <p:spPr>
              <a:xfrm>
                <a:off x="3882841" y="2388697"/>
                <a:ext cx="116611" cy="34638"/>
              </a:xfrm>
              <a:custGeom>
                <a:rect b="b" l="l" r="r" t="t"/>
                <a:pathLst>
                  <a:path extrusionOk="0" h="221" w="744">
                    <a:moveTo>
                      <a:pt x="351" y="90"/>
                    </a:moveTo>
                    <a:lnTo>
                      <a:pt x="482" y="111"/>
                    </a:lnTo>
                    <a:lnTo>
                      <a:pt x="393" y="132"/>
                    </a:lnTo>
                    <a:lnTo>
                      <a:pt x="283" y="132"/>
                    </a:lnTo>
                    <a:lnTo>
                      <a:pt x="351" y="90"/>
                    </a:lnTo>
                    <a:close/>
                    <a:moveTo>
                      <a:pt x="372" y="1"/>
                    </a:moveTo>
                    <a:cubicBezTo>
                      <a:pt x="351" y="1"/>
                      <a:pt x="330" y="1"/>
                      <a:pt x="304" y="27"/>
                    </a:cubicBezTo>
                    <a:lnTo>
                      <a:pt x="42" y="111"/>
                    </a:lnTo>
                    <a:lnTo>
                      <a:pt x="21" y="132"/>
                    </a:lnTo>
                    <a:lnTo>
                      <a:pt x="0" y="132"/>
                    </a:lnTo>
                    <a:lnTo>
                      <a:pt x="0" y="158"/>
                    </a:lnTo>
                    <a:lnTo>
                      <a:pt x="0" y="179"/>
                    </a:lnTo>
                    <a:lnTo>
                      <a:pt x="21" y="179"/>
                    </a:lnTo>
                    <a:lnTo>
                      <a:pt x="42" y="200"/>
                    </a:lnTo>
                    <a:lnTo>
                      <a:pt x="68" y="200"/>
                    </a:lnTo>
                    <a:lnTo>
                      <a:pt x="393" y="221"/>
                    </a:lnTo>
                    <a:cubicBezTo>
                      <a:pt x="414" y="221"/>
                      <a:pt x="414" y="221"/>
                      <a:pt x="461" y="200"/>
                    </a:cubicBezTo>
                    <a:lnTo>
                      <a:pt x="723" y="111"/>
                    </a:lnTo>
                    <a:lnTo>
                      <a:pt x="744" y="90"/>
                    </a:lnTo>
                    <a:lnTo>
                      <a:pt x="744" y="69"/>
                    </a:lnTo>
                    <a:lnTo>
                      <a:pt x="723" y="48"/>
                    </a:lnTo>
                    <a:lnTo>
                      <a:pt x="723" y="27"/>
                    </a:lnTo>
                    <a:lnTo>
                      <a:pt x="676" y="27"/>
                    </a:lnTo>
                    <a:lnTo>
                      <a:pt x="372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" name="Google Shape;816;p6"/>
              <p:cNvSpPr/>
              <p:nvPr/>
            </p:nvSpPr>
            <p:spPr>
              <a:xfrm>
                <a:off x="3838485" y="2416753"/>
                <a:ext cx="96235" cy="20532"/>
              </a:xfrm>
              <a:custGeom>
                <a:rect b="b" l="l" r="r" t="t"/>
                <a:pathLst>
                  <a:path extrusionOk="0" h="131" w="614">
                    <a:moveTo>
                      <a:pt x="283" y="0"/>
                    </a:moveTo>
                    <a:lnTo>
                      <a:pt x="262" y="21"/>
                    </a:lnTo>
                    <a:lnTo>
                      <a:pt x="1" y="110"/>
                    </a:lnTo>
                    <a:lnTo>
                      <a:pt x="325" y="131"/>
                    </a:lnTo>
                    <a:lnTo>
                      <a:pt x="351" y="131"/>
                    </a:lnTo>
                    <a:lnTo>
                      <a:pt x="613" y="21"/>
                    </a:lnTo>
                    <a:lnTo>
                      <a:pt x="283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6"/>
              <p:cNvSpPr/>
              <p:nvPr/>
            </p:nvSpPr>
            <p:spPr>
              <a:xfrm>
                <a:off x="3827827" y="2410327"/>
                <a:ext cx="116768" cy="33541"/>
              </a:xfrm>
              <a:custGeom>
                <a:rect b="b" l="l" r="r" t="t"/>
                <a:pathLst>
                  <a:path extrusionOk="0" h="214" w="745">
                    <a:moveTo>
                      <a:pt x="351" y="83"/>
                    </a:moveTo>
                    <a:lnTo>
                      <a:pt x="461" y="104"/>
                    </a:lnTo>
                    <a:lnTo>
                      <a:pt x="393" y="125"/>
                    </a:lnTo>
                    <a:lnTo>
                      <a:pt x="288" y="125"/>
                    </a:lnTo>
                    <a:lnTo>
                      <a:pt x="351" y="83"/>
                    </a:lnTo>
                    <a:close/>
                    <a:moveTo>
                      <a:pt x="328" y="0"/>
                    </a:moveTo>
                    <a:cubicBezTo>
                      <a:pt x="320" y="0"/>
                      <a:pt x="309" y="7"/>
                      <a:pt x="288" y="20"/>
                    </a:cubicBezTo>
                    <a:lnTo>
                      <a:pt x="48" y="104"/>
                    </a:lnTo>
                    <a:lnTo>
                      <a:pt x="27" y="125"/>
                    </a:lnTo>
                    <a:lnTo>
                      <a:pt x="0" y="125"/>
                    </a:lnTo>
                    <a:lnTo>
                      <a:pt x="0" y="151"/>
                    </a:lnTo>
                    <a:lnTo>
                      <a:pt x="0" y="172"/>
                    </a:lnTo>
                    <a:lnTo>
                      <a:pt x="27" y="193"/>
                    </a:lnTo>
                    <a:lnTo>
                      <a:pt x="69" y="193"/>
                    </a:lnTo>
                    <a:lnTo>
                      <a:pt x="393" y="214"/>
                    </a:lnTo>
                    <a:cubicBezTo>
                      <a:pt x="419" y="214"/>
                      <a:pt x="419" y="214"/>
                      <a:pt x="461" y="193"/>
                    </a:cubicBezTo>
                    <a:lnTo>
                      <a:pt x="702" y="104"/>
                    </a:lnTo>
                    <a:lnTo>
                      <a:pt x="723" y="104"/>
                    </a:lnTo>
                    <a:lnTo>
                      <a:pt x="723" y="83"/>
                    </a:lnTo>
                    <a:lnTo>
                      <a:pt x="744" y="83"/>
                    </a:lnTo>
                    <a:lnTo>
                      <a:pt x="744" y="62"/>
                    </a:lnTo>
                    <a:lnTo>
                      <a:pt x="723" y="41"/>
                    </a:lnTo>
                    <a:lnTo>
                      <a:pt x="702" y="20"/>
                    </a:lnTo>
                    <a:lnTo>
                      <a:pt x="351" y="20"/>
                    </a:lnTo>
                    <a:cubicBezTo>
                      <a:pt x="341" y="7"/>
                      <a:pt x="336" y="0"/>
                      <a:pt x="328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p6"/>
              <p:cNvSpPr/>
              <p:nvPr/>
            </p:nvSpPr>
            <p:spPr>
              <a:xfrm>
                <a:off x="3520000" y="2440420"/>
                <a:ext cx="359707" cy="116768"/>
              </a:xfrm>
              <a:custGeom>
                <a:rect b="b" l="l" r="r" t="t"/>
                <a:pathLst>
                  <a:path extrusionOk="0" h="745" w="2295">
                    <a:moveTo>
                      <a:pt x="1943" y="1"/>
                    </a:moveTo>
                    <a:lnTo>
                      <a:pt x="1" y="718"/>
                    </a:lnTo>
                    <a:lnTo>
                      <a:pt x="351" y="745"/>
                    </a:lnTo>
                    <a:lnTo>
                      <a:pt x="372" y="745"/>
                    </a:lnTo>
                    <a:lnTo>
                      <a:pt x="2294" y="1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p6"/>
              <p:cNvSpPr/>
              <p:nvPr/>
            </p:nvSpPr>
            <p:spPr>
              <a:xfrm>
                <a:off x="3510126" y="2432113"/>
                <a:ext cx="379455" cy="131657"/>
              </a:xfrm>
              <a:custGeom>
                <a:rect b="b" l="l" r="r" t="t"/>
                <a:pathLst>
                  <a:path extrusionOk="0" h="840" w="2421">
                    <a:moveTo>
                      <a:pt x="2137" y="96"/>
                    </a:moveTo>
                    <a:lnTo>
                      <a:pt x="414" y="750"/>
                    </a:lnTo>
                    <a:lnTo>
                      <a:pt x="284" y="750"/>
                    </a:lnTo>
                    <a:lnTo>
                      <a:pt x="2027" y="96"/>
                    </a:lnTo>
                    <a:close/>
                    <a:moveTo>
                      <a:pt x="1995" y="0"/>
                    </a:moveTo>
                    <a:cubicBezTo>
                      <a:pt x="1988" y="0"/>
                      <a:pt x="1979" y="3"/>
                      <a:pt x="1965" y="12"/>
                    </a:cubicBezTo>
                    <a:lnTo>
                      <a:pt x="22" y="750"/>
                    </a:lnTo>
                    <a:lnTo>
                      <a:pt x="1" y="750"/>
                    </a:lnTo>
                    <a:lnTo>
                      <a:pt x="1" y="771"/>
                    </a:lnTo>
                    <a:lnTo>
                      <a:pt x="1" y="798"/>
                    </a:lnTo>
                    <a:lnTo>
                      <a:pt x="22" y="818"/>
                    </a:lnTo>
                    <a:lnTo>
                      <a:pt x="64" y="818"/>
                    </a:lnTo>
                    <a:lnTo>
                      <a:pt x="414" y="839"/>
                    </a:lnTo>
                    <a:cubicBezTo>
                      <a:pt x="435" y="839"/>
                      <a:pt x="435" y="839"/>
                      <a:pt x="456" y="818"/>
                    </a:cubicBezTo>
                    <a:lnTo>
                      <a:pt x="2378" y="96"/>
                    </a:lnTo>
                    <a:lnTo>
                      <a:pt x="2399" y="96"/>
                    </a:lnTo>
                    <a:lnTo>
                      <a:pt x="2420" y="75"/>
                    </a:lnTo>
                    <a:lnTo>
                      <a:pt x="2420" y="54"/>
                    </a:lnTo>
                    <a:lnTo>
                      <a:pt x="2420" y="33"/>
                    </a:lnTo>
                    <a:lnTo>
                      <a:pt x="2399" y="33"/>
                    </a:lnTo>
                    <a:lnTo>
                      <a:pt x="2378" y="12"/>
                    </a:lnTo>
                    <a:lnTo>
                      <a:pt x="2027" y="12"/>
                    </a:lnTo>
                    <a:cubicBezTo>
                      <a:pt x="2013" y="12"/>
                      <a:pt x="2009" y="0"/>
                      <a:pt x="1995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6"/>
              <p:cNvSpPr/>
              <p:nvPr/>
            </p:nvSpPr>
            <p:spPr>
              <a:xfrm>
                <a:off x="3455112" y="2563613"/>
                <a:ext cx="99527" cy="17398"/>
              </a:xfrm>
              <a:custGeom>
                <a:rect b="b" l="l" r="r" t="t"/>
                <a:pathLst>
                  <a:path extrusionOk="0" h="111" w="635">
                    <a:moveTo>
                      <a:pt x="242" y="0"/>
                    </a:moveTo>
                    <a:lnTo>
                      <a:pt x="1" y="89"/>
                    </a:lnTo>
                    <a:lnTo>
                      <a:pt x="1" y="110"/>
                    </a:lnTo>
                    <a:lnTo>
                      <a:pt x="373" y="110"/>
                    </a:lnTo>
                    <a:lnTo>
                      <a:pt x="635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6"/>
              <p:cNvSpPr/>
              <p:nvPr/>
            </p:nvSpPr>
            <p:spPr>
              <a:xfrm>
                <a:off x="3445394" y="2557030"/>
                <a:ext cx="119902" cy="30563"/>
              </a:xfrm>
              <a:custGeom>
                <a:rect b="b" l="l" r="r" t="t"/>
                <a:pathLst>
                  <a:path extrusionOk="0" h="195" w="765">
                    <a:moveTo>
                      <a:pt x="456" y="84"/>
                    </a:moveTo>
                    <a:lnTo>
                      <a:pt x="414" y="105"/>
                    </a:lnTo>
                    <a:lnTo>
                      <a:pt x="283" y="105"/>
                    </a:lnTo>
                    <a:lnTo>
                      <a:pt x="346" y="84"/>
                    </a:lnTo>
                    <a:close/>
                    <a:moveTo>
                      <a:pt x="283" y="1"/>
                    </a:moveTo>
                    <a:lnTo>
                      <a:pt x="21" y="105"/>
                    </a:lnTo>
                    <a:lnTo>
                      <a:pt x="0" y="105"/>
                    </a:lnTo>
                    <a:lnTo>
                      <a:pt x="0" y="131"/>
                    </a:lnTo>
                    <a:lnTo>
                      <a:pt x="0" y="152"/>
                    </a:lnTo>
                    <a:lnTo>
                      <a:pt x="21" y="173"/>
                    </a:lnTo>
                    <a:lnTo>
                      <a:pt x="63" y="173"/>
                    </a:lnTo>
                    <a:lnTo>
                      <a:pt x="414" y="194"/>
                    </a:lnTo>
                    <a:cubicBezTo>
                      <a:pt x="435" y="194"/>
                      <a:pt x="435" y="194"/>
                      <a:pt x="477" y="173"/>
                    </a:cubicBezTo>
                    <a:lnTo>
                      <a:pt x="717" y="84"/>
                    </a:lnTo>
                    <a:lnTo>
                      <a:pt x="738" y="84"/>
                    </a:lnTo>
                    <a:lnTo>
                      <a:pt x="738" y="63"/>
                    </a:lnTo>
                    <a:lnTo>
                      <a:pt x="765" y="63"/>
                    </a:lnTo>
                    <a:lnTo>
                      <a:pt x="765" y="42"/>
                    </a:lnTo>
                    <a:lnTo>
                      <a:pt x="738" y="21"/>
                    </a:lnTo>
                    <a:lnTo>
                      <a:pt x="717" y="21"/>
                    </a:lnTo>
                    <a:lnTo>
                      <a:pt x="717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2" name="Google Shape;822;p6"/>
              <p:cNvSpPr/>
              <p:nvPr/>
            </p:nvSpPr>
            <p:spPr>
              <a:xfrm>
                <a:off x="3401038" y="2584145"/>
                <a:ext cx="98586" cy="17398"/>
              </a:xfrm>
              <a:custGeom>
                <a:rect b="b" l="l" r="r" t="t"/>
                <a:pathLst>
                  <a:path extrusionOk="0" h="111" w="629">
                    <a:moveTo>
                      <a:pt x="262" y="0"/>
                    </a:moveTo>
                    <a:lnTo>
                      <a:pt x="0" y="89"/>
                    </a:lnTo>
                    <a:lnTo>
                      <a:pt x="21" y="89"/>
                    </a:lnTo>
                    <a:lnTo>
                      <a:pt x="346" y="110"/>
                    </a:lnTo>
                    <a:cubicBezTo>
                      <a:pt x="367" y="110"/>
                      <a:pt x="367" y="110"/>
                      <a:pt x="393" y="89"/>
                    </a:cubicBezTo>
                    <a:lnTo>
                      <a:pt x="629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3" name="Google Shape;823;p6"/>
              <p:cNvSpPr/>
              <p:nvPr/>
            </p:nvSpPr>
            <p:spPr>
              <a:xfrm>
                <a:off x="3390380" y="2577562"/>
                <a:ext cx="119902" cy="30563"/>
              </a:xfrm>
              <a:custGeom>
                <a:rect b="b" l="l" r="r" t="t"/>
                <a:pathLst>
                  <a:path extrusionOk="0" h="195" w="765">
                    <a:moveTo>
                      <a:pt x="482" y="84"/>
                    </a:moveTo>
                    <a:lnTo>
                      <a:pt x="414" y="105"/>
                    </a:lnTo>
                    <a:lnTo>
                      <a:pt x="304" y="105"/>
                    </a:lnTo>
                    <a:lnTo>
                      <a:pt x="351" y="84"/>
                    </a:lnTo>
                    <a:close/>
                    <a:moveTo>
                      <a:pt x="283" y="0"/>
                    </a:moveTo>
                    <a:lnTo>
                      <a:pt x="42" y="105"/>
                    </a:lnTo>
                    <a:lnTo>
                      <a:pt x="21" y="105"/>
                    </a:lnTo>
                    <a:lnTo>
                      <a:pt x="0" y="131"/>
                    </a:lnTo>
                    <a:lnTo>
                      <a:pt x="0" y="152"/>
                    </a:lnTo>
                    <a:lnTo>
                      <a:pt x="21" y="173"/>
                    </a:lnTo>
                    <a:lnTo>
                      <a:pt x="89" y="173"/>
                    </a:lnTo>
                    <a:lnTo>
                      <a:pt x="414" y="194"/>
                    </a:lnTo>
                    <a:cubicBezTo>
                      <a:pt x="435" y="194"/>
                      <a:pt x="461" y="194"/>
                      <a:pt x="482" y="173"/>
                    </a:cubicBezTo>
                    <a:lnTo>
                      <a:pt x="723" y="84"/>
                    </a:lnTo>
                    <a:lnTo>
                      <a:pt x="744" y="84"/>
                    </a:lnTo>
                    <a:lnTo>
                      <a:pt x="765" y="63"/>
                    </a:lnTo>
                    <a:lnTo>
                      <a:pt x="765" y="42"/>
                    </a:lnTo>
                    <a:lnTo>
                      <a:pt x="765" y="21"/>
                    </a:lnTo>
                    <a:lnTo>
                      <a:pt x="744" y="21"/>
                    </a:lnTo>
                    <a:lnTo>
                      <a:pt x="744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6"/>
              <p:cNvSpPr/>
              <p:nvPr/>
            </p:nvSpPr>
            <p:spPr>
              <a:xfrm>
                <a:off x="3349316" y="2604677"/>
                <a:ext cx="96235" cy="14106"/>
              </a:xfrm>
              <a:custGeom>
                <a:rect b="b" l="l" r="r" t="t"/>
                <a:pathLst>
                  <a:path extrusionOk="0" h="90" w="614">
                    <a:moveTo>
                      <a:pt x="241" y="0"/>
                    </a:moveTo>
                    <a:lnTo>
                      <a:pt x="0" y="89"/>
                    </a:lnTo>
                    <a:lnTo>
                      <a:pt x="372" y="89"/>
                    </a:lnTo>
                    <a:lnTo>
                      <a:pt x="613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6"/>
              <p:cNvSpPr/>
              <p:nvPr/>
            </p:nvSpPr>
            <p:spPr>
              <a:xfrm>
                <a:off x="3335366" y="2598094"/>
                <a:ext cx="119902" cy="28683"/>
              </a:xfrm>
              <a:custGeom>
                <a:rect b="b" l="l" r="r" t="t"/>
                <a:pathLst>
                  <a:path extrusionOk="0" h="183" w="765">
                    <a:moveTo>
                      <a:pt x="482" y="84"/>
                    </a:moveTo>
                    <a:lnTo>
                      <a:pt x="440" y="105"/>
                    </a:lnTo>
                    <a:lnTo>
                      <a:pt x="309" y="105"/>
                    </a:lnTo>
                    <a:lnTo>
                      <a:pt x="351" y="84"/>
                    </a:lnTo>
                    <a:close/>
                    <a:moveTo>
                      <a:pt x="288" y="0"/>
                    </a:moveTo>
                    <a:lnTo>
                      <a:pt x="47" y="105"/>
                    </a:lnTo>
                    <a:lnTo>
                      <a:pt x="26" y="105"/>
                    </a:lnTo>
                    <a:lnTo>
                      <a:pt x="26" y="131"/>
                    </a:lnTo>
                    <a:lnTo>
                      <a:pt x="0" y="152"/>
                    </a:lnTo>
                    <a:lnTo>
                      <a:pt x="26" y="152"/>
                    </a:lnTo>
                    <a:lnTo>
                      <a:pt x="26" y="173"/>
                    </a:lnTo>
                    <a:lnTo>
                      <a:pt x="440" y="173"/>
                    </a:lnTo>
                    <a:cubicBezTo>
                      <a:pt x="454" y="173"/>
                      <a:pt x="459" y="183"/>
                      <a:pt x="473" y="183"/>
                    </a:cubicBezTo>
                    <a:cubicBezTo>
                      <a:pt x="480" y="183"/>
                      <a:pt x="489" y="180"/>
                      <a:pt x="503" y="173"/>
                    </a:cubicBezTo>
                    <a:lnTo>
                      <a:pt x="744" y="84"/>
                    </a:lnTo>
                    <a:lnTo>
                      <a:pt x="765" y="63"/>
                    </a:lnTo>
                    <a:lnTo>
                      <a:pt x="765" y="42"/>
                    </a:lnTo>
                    <a:lnTo>
                      <a:pt x="765" y="21"/>
                    </a:lnTo>
                    <a:lnTo>
                      <a:pt x="744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Google Shape;826;p6"/>
              <p:cNvSpPr/>
              <p:nvPr/>
            </p:nvSpPr>
            <p:spPr>
              <a:xfrm>
                <a:off x="3294302" y="2625209"/>
                <a:ext cx="99527" cy="14106"/>
              </a:xfrm>
              <a:custGeom>
                <a:rect b="b" l="l" r="r" t="t"/>
                <a:pathLst>
                  <a:path extrusionOk="0" h="90" w="635">
                    <a:moveTo>
                      <a:pt x="241" y="0"/>
                    </a:moveTo>
                    <a:lnTo>
                      <a:pt x="0" y="89"/>
                    </a:lnTo>
                    <a:lnTo>
                      <a:pt x="393" y="89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C7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6"/>
              <p:cNvSpPr/>
              <p:nvPr/>
            </p:nvSpPr>
            <p:spPr>
              <a:xfrm>
                <a:off x="3284428" y="2618627"/>
                <a:ext cx="120059" cy="27272"/>
              </a:xfrm>
              <a:custGeom>
                <a:rect b="b" l="l" r="r" t="t"/>
                <a:pathLst>
                  <a:path extrusionOk="0" h="174" w="766">
                    <a:moveTo>
                      <a:pt x="283" y="0"/>
                    </a:moveTo>
                    <a:lnTo>
                      <a:pt x="22" y="84"/>
                    </a:lnTo>
                    <a:lnTo>
                      <a:pt x="22" y="105"/>
                    </a:lnTo>
                    <a:lnTo>
                      <a:pt x="1" y="105"/>
                    </a:lnTo>
                    <a:lnTo>
                      <a:pt x="1" y="131"/>
                    </a:lnTo>
                    <a:lnTo>
                      <a:pt x="1" y="152"/>
                    </a:lnTo>
                    <a:lnTo>
                      <a:pt x="22" y="173"/>
                    </a:lnTo>
                    <a:lnTo>
                      <a:pt x="482" y="173"/>
                    </a:lnTo>
                    <a:lnTo>
                      <a:pt x="718" y="84"/>
                    </a:lnTo>
                    <a:lnTo>
                      <a:pt x="744" y="63"/>
                    </a:lnTo>
                    <a:lnTo>
                      <a:pt x="765" y="42"/>
                    </a:lnTo>
                    <a:lnTo>
                      <a:pt x="765" y="21"/>
                    </a:lnTo>
                    <a:lnTo>
                      <a:pt x="744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6"/>
              <p:cNvSpPr/>
              <p:nvPr/>
            </p:nvSpPr>
            <p:spPr>
              <a:xfrm>
                <a:off x="3216248" y="2450294"/>
                <a:ext cx="496066" cy="102818"/>
              </a:xfrm>
              <a:custGeom>
                <a:rect b="b" l="l" r="r" t="t"/>
                <a:pathLst>
                  <a:path extrusionOk="0" h="656" w="3165">
                    <a:moveTo>
                      <a:pt x="1635" y="1"/>
                    </a:moveTo>
                    <a:lnTo>
                      <a:pt x="1" y="634"/>
                    </a:lnTo>
                    <a:lnTo>
                      <a:pt x="22" y="634"/>
                    </a:lnTo>
                    <a:lnTo>
                      <a:pt x="1572" y="655"/>
                    </a:lnTo>
                    <a:lnTo>
                      <a:pt x="1593" y="655"/>
                    </a:lnTo>
                    <a:lnTo>
                      <a:pt x="3164" y="69"/>
                    </a:lnTo>
                    <a:lnTo>
                      <a:pt x="16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6"/>
              <p:cNvSpPr/>
              <p:nvPr/>
            </p:nvSpPr>
            <p:spPr>
              <a:xfrm>
                <a:off x="3205590" y="2443711"/>
                <a:ext cx="519733" cy="119275"/>
              </a:xfrm>
              <a:custGeom>
                <a:rect b="b" l="l" r="r" t="t"/>
                <a:pathLst>
                  <a:path extrusionOk="0" h="761" w="3316">
                    <a:moveTo>
                      <a:pt x="1724" y="90"/>
                    </a:moveTo>
                    <a:lnTo>
                      <a:pt x="3033" y="132"/>
                    </a:lnTo>
                    <a:lnTo>
                      <a:pt x="1640" y="676"/>
                    </a:lnTo>
                    <a:cubicBezTo>
                      <a:pt x="1661" y="655"/>
                      <a:pt x="1640" y="655"/>
                      <a:pt x="1640" y="655"/>
                    </a:cubicBezTo>
                    <a:lnTo>
                      <a:pt x="284" y="635"/>
                    </a:lnTo>
                    <a:lnTo>
                      <a:pt x="1724" y="90"/>
                    </a:lnTo>
                    <a:close/>
                    <a:moveTo>
                      <a:pt x="1745" y="1"/>
                    </a:moveTo>
                    <a:cubicBezTo>
                      <a:pt x="1703" y="1"/>
                      <a:pt x="1703" y="1"/>
                      <a:pt x="1661" y="22"/>
                    </a:cubicBezTo>
                    <a:lnTo>
                      <a:pt x="43" y="635"/>
                    </a:lnTo>
                    <a:lnTo>
                      <a:pt x="22" y="655"/>
                    </a:lnTo>
                    <a:lnTo>
                      <a:pt x="1" y="655"/>
                    </a:lnTo>
                    <a:lnTo>
                      <a:pt x="1" y="676"/>
                    </a:lnTo>
                    <a:lnTo>
                      <a:pt x="1" y="697"/>
                    </a:lnTo>
                    <a:lnTo>
                      <a:pt x="22" y="697"/>
                    </a:lnTo>
                    <a:lnTo>
                      <a:pt x="22" y="724"/>
                    </a:lnTo>
                    <a:lnTo>
                      <a:pt x="69" y="724"/>
                    </a:lnTo>
                    <a:lnTo>
                      <a:pt x="1640" y="744"/>
                    </a:lnTo>
                    <a:cubicBezTo>
                      <a:pt x="1650" y="755"/>
                      <a:pt x="1656" y="760"/>
                      <a:pt x="1664" y="760"/>
                    </a:cubicBezTo>
                    <a:cubicBezTo>
                      <a:pt x="1671" y="760"/>
                      <a:pt x="1682" y="755"/>
                      <a:pt x="1703" y="744"/>
                    </a:cubicBezTo>
                    <a:lnTo>
                      <a:pt x="3274" y="153"/>
                    </a:lnTo>
                    <a:lnTo>
                      <a:pt x="3295" y="132"/>
                    </a:lnTo>
                    <a:lnTo>
                      <a:pt x="3316" y="111"/>
                    </a:lnTo>
                    <a:lnTo>
                      <a:pt x="3295" y="90"/>
                    </a:lnTo>
                    <a:lnTo>
                      <a:pt x="3274" y="69"/>
                    </a:lnTo>
                    <a:lnTo>
                      <a:pt x="3232" y="69"/>
                    </a:lnTo>
                    <a:lnTo>
                      <a:pt x="1745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" name="Google Shape;830;p6"/>
              <p:cNvSpPr/>
              <p:nvPr/>
            </p:nvSpPr>
            <p:spPr>
              <a:xfrm>
                <a:off x="3749773" y="1711605"/>
                <a:ext cx="1176453" cy="975205"/>
              </a:xfrm>
              <a:custGeom>
                <a:rect b="b" l="l" r="r" t="t"/>
                <a:pathLst>
                  <a:path extrusionOk="0" h="6222" w="7506">
                    <a:moveTo>
                      <a:pt x="7306" y="1"/>
                    </a:moveTo>
                    <a:lnTo>
                      <a:pt x="2593" y="1226"/>
                    </a:lnTo>
                    <a:cubicBezTo>
                      <a:pt x="2530" y="1226"/>
                      <a:pt x="2441" y="1310"/>
                      <a:pt x="2399" y="1399"/>
                    </a:cubicBezTo>
                    <a:lnTo>
                      <a:pt x="22" y="5960"/>
                    </a:lnTo>
                    <a:cubicBezTo>
                      <a:pt x="1" y="5981"/>
                      <a:pt x="1" y="6023"/>
                      <a:pt x="22" y="6023"/>
                    </a:cubicBezTo>
                    <a:lnTo>
                      <a:pt x="195" y="6222"/>
                    </a:lnTo>
                    <a:lnTo>
                      <a:pt x="498" y="5918"/>
                    </a:lnTo>
                    <a:lnTo>
                      <a:pt x="498" y="5850"/>
                    </a:lnTo>
                    <a:lnTo>
                      <a:pt x="4342" y="4431"/>
                    </a:lnTo>
                    <a:cubicBezTo>
                      <a:pt x="4384" y="4410"/>
                      <a:pt x="4452" y="4347"/>
                      <a:pt x="4494" y="4300"/>
                    </a:cubicBezTo>
                    <a:lnTo>
                      <a:pt x="7024" y="524"/>
                    </a:lnTo>
                    <a:lnTo>
                      <a:pt x="7092" y="571"/>
                    </a:lnTo>
                    <a:lnTo>
                      <a:pt x="7505" y="241"/>
                    </a:lnTo>
                    <a:lnTo>
                      <a:pt x="733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p6"/>
              <p:cNvSpPr/>
              <p:nvPr/>
            </p:nvSpPr>
            <p:spPr>
              <a:xfrm>
                <a:off x="3742406" y="1701731"/>
                <a:ext cx="1190402" cy="991662"/>
              </a:xfrm>
              <a:custGeom>
                <a:rect b="b" l="l" r="r" t="t"/>
                <a:pathLst>
                  <a:path extrusionOk="0" h="6327" w="7595">
                    <a:moveTo>
                      <a:pt x="7332" y="111"/>
                    </a:moveTo>
                    <a:lnTo>
                      <a:pt x="7463" y="283"/>
                    </a:lnTo>
                    <a:lnTo>
                      <a:pt x="7139" y="566"/>
                    </a:lnTo>
                    <a:lnTo>
                      <a:pt x="7092" y="545"/>
                    </a:lnTo>
                    <a:lnTo>
                      <a:pt x="7029" y="545"/>
                    </a:lnTo>
                    <a:lnTo>
                      <a:pt x="4499" y="4342"/>
                    </a:lnTo>
                    <a:cubicBezTo>
                      <a:pt x="4452" y="4384"/>
                      <a:pt x="4389" y="4431"/>
                      <a:pt x="4368" y="4431"/>
                    </a:cubicBezTo>
                    <a:lnTo>
                      <a:pt x="524" y="5871"/>
                    </a:lnTo>
                    <a:lnTo>
                      <a:pt x="483" y="5934"/>
                    </a:lnTo>
                    <a:lnTo>
                      <a:pt x="504" y="5955"/>
                    </a:lnTo>
                    <a:lnTo>
                      <a:pt x="242" y="6217"/>
                    </a:lnTo>
                    <a:lnTo>
                      <a:pt x="111" y="6044"/>
                    </a:lnTo>
                    <a:lnTo>
                      <a:pt x="2488" y="1483"/>
                    </a:lnTo>
                    <a:cubicBezTo>
                      <a:pt x="2509" y="1441"/>
                      <a:pt x="2535" y="1420"/>
                      <a:pt x="2577" y="1373"/>
                    </a:cubicBezTo>
                    <a:cubicBezTo>
                      <a:pt x="2598" y="1352"/>
                      <a:pt x="2640" y="1331"/>
                      <a:pt x="2640" y="1331"/>
                    </a:cubicBezTo>
                    <a:lnTo>
                      <a:pt x="7332" y="111"/>
                    </a:lnTo>
                    <a:close/>
                    <a:moveTo>
                      <a:pt x="7332" y="1"/>
                    </a:moveTo>
                    <a:lnTo>
                      <a:pt x="2619" y="1221"/>
                    </a:lnTo>
                    <a:cubicBezTo>
                      <a:pt x="2577" y="1242"/>
                      <a:pt x="2535" y="1268"/>
                      <a:pt x="2488" y="1310"/>
                    </a:cubicBezTo>
                    <a:cubicBezTo>
                      <a:pt x="2467" y="1352"/>
                      <a:pt x="2425" y="1399"/>
                      <a:pt x="2405" y="1441"/>
                    </a:cubicBezTo>
                    <a:lnTo>
                      <a:pt x="22" y="6002"/>
                    </a:lnTo>
                    <a:cubicBezTo>
                      <a:pt x="1" y="6023"/>
                      <a:pt x="1" y="6044"/>
                      <a:pt x="1" y="6065"/>
                    </a:cubicBezTo>
                    <a:cubicBezTo>
                      <a:pt x="1" y="6078"/>
                      <a:pt x="8" y="6099"/>
                      <a:pt x="24" y="6115"/>
                    </a:cubicBezTo>
                    <a:lnTo>
                      <a:pt x="24" y="6115"/>
                    </a:lnTo>
                    <a:lnTo>
                      <a:pt x="221" y="6327"/>
                    </a:lnTo>
                    <a:lnTo>
                      <a:pt x="284" y="6327"/>
                    </a:lnTo>
                    <a:lnTo>
                      <a:pt x="593" y="6002"/>
                    </a:lnTo>
                    <a:lnTo>
                      <a:pt x="614" y="5955"/>
                    </a:lnTo>
                    <a:lnTo>
                      <a:pt x="4410" y="4541"/>
                    </a:lnTo>
                    <a:cubicBezTo>
                      <a:pt x="4473" y="4515"/>
                      <a:pt x="4541" y="4452"/>
                      <a:pt x="4583" y="4384"/>
                    </a:cubicBezTo>
                    <a:lnTo>
                      <a:pt x="7071" y="655"/>
                    </a:lnTo>
                    <a:lnTo>
                      <a:pt x="7118" y="676"/>
                    </a:lnTo>
                    <a:lnTo>
                      <a:pt x="7181" y="676"/>
                    </a:lnTo>
                    <a:lnTo>
                      <a:pt x="7573" y="352"/>
                    </a:lnTo>
                    <a:lnTo>
                      <a:pt x="7594" y="263"/>
                    </a:lnTo>
                    <a:lnTo>
                      <a:pt x="7421" y="43"/>
                    </a:lnTo>
                    <a:lnTo>
                      <a:pt x="7421" y="64"/>
                    </a:lnTo>
                    <a:cubicBezTo>
                      <a:pt x="7421" y="43"/>
                      <a:pt x="7421" y="43"/>
                      <a:pt x="7401" y="22"/>
                    </a:cubicBezTo>
                    <a:cubicBezTo>
                      <a:pt x="7401" y="22"/>
                      <a:pt x="7380" y="1"/>
                      <a:pt x="7353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6"/>
              <p:cNvSpPr/>
              <p:nvPr/>
            </p:nvSpPr>
            <p:spPr>
              <a:xfrm>
                <a:off x="3777515" y="1745460"/>
                <a:ext cx="1148554" cy="942291"/>
              </a:xfrm>
              <a:custGeom>
                <a:rect b="b" l="l" r="r" t="t"/>
                <a:pathLst>
                  <a:path extrusionOk="0" h="6012" w="7328">
                    <a:moveTo>
                      <a:pt x="7301" y="0"/>
                    </a:moveTo>
                    <a:cubicBezTo>
                      <a:pt x="7297" y="0"/>
                      <a:pt x="7292" y="2"/>
                      <a:pt x="7287" y="4"/>
                    </a:cubicBezTo>
                    <a:lnTo>
                      <a:pt x="2615" y="1204"/>
                    </a:lnTo>
                    <a:cubicBezTo>
                      <a:pt x="2547" y="1225"/>
                      <a:pt x="2484" y="1314"/>
                      <a:pt x="2442" y="1382"/>
                    </a:cubicBezTo>
                    <a:lnTo>
                      <a:pt x="18" y="5938"/>
                    </a:lnTo>
                    <a:cubicBezTo>
                      <a:pt x="1" y="5976"/>
                      <a:pt x="11" y="6012"/>
                      <a:pt x="53" y="6012"/>
                    </a:cubicBezTo>
                    <a:cubicBezTo>
                      <a:pt x="63" y="6012"/>
                      <a:pt x="73" y="6010"/>
                      <a:pt x="86" y="6006"/>
                    </a:cubicBezTo>
                    <a:lnTo>
                      <a:pt x="4317" y="4414"/>
                    </a:lnTo>
                    <a:cubicBezTo>
                      <a:pt x="4359" y="4414"/>
                      <a:pt x="4427" y="4346"/>
                      <a:pt x="4448" y="4304"/>
                    </a:cubicBezTo>
                    <a:lnTo>
                      <a:pt x="7287" y="114"/>
                    </a:lnTo>
                    <a:cubicBezTo>
                      <a:pt x="7323" y="55"/>
                      <a:pt x="7328" y="0"/>
                      <a:pt x="73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6"/>
              <p:cNvSpPr/>
              <p:nvPr/>
            </p:nvSpPr>
            <p:spPr>
              <a:xfrm>
                <a:off x="3770305" y="1736996"/>
                <a:ext cx="1162503" cy="956397"/>
              </a:xfrm>
              <a:custGeom>
                <a:rect b="b" l="l" r="r" t="t"/>
                <a:pathLst>
                  <a:path extrusionOk="0" h="6102" w="7417">
                    <a:moveTo>
                      <a:pt x="7285" y="127"/>
                    </a:moveTo>
                    <a:lnTo>
                      <a:pt x="7264" y="147"/>
                    </a:lnTo>
                    <a:lnTo>
                      <a:pt x="4452" y="4316"/>
                    </a:lnTo>
                    <a:cubicBezTo>
                      <a:pt x="4426" y="4358"/>
                      <a:pt x="4363" y="4421"/>
                      <a:pt x="4342" y="4421"/>
                    </a:cubicBezTo>
                    <a:lnTo>
                      <a:pt x="132" y="5992"/>
                    </a:lnTo>
                    <a:lnTo>
                      <a:pt x="2530" y="1478"/>
                    </a:lnTo>
                    <a:cubicBezTo>
                      <a:pt x="2551" y="1436"/>
                      <a:pt x="2572" y="1389"/>
                      <a:pt x="2593" y="1368"/>
                    </a:cubicBezTo>
                    <a:cubicBezTo>
                      <a:pt x="2640" y="1347"/>
                      <a:pt x="2661" y="1326"/>
                      <a:pt x="2682" y="1326"/>
                    </a:cubicBezTo>
                    <a:lnTo>
                      <a:pt x="7285" y="127"/>
                    </a:lnTo>
                    <a:close/>
                    <a:moveTo>
                      <a:pt x="7342" y="1"/>
                    </a:moveTo>
                    <a:cubicBezTo>
                      <a:pt x="7331" y="1"/>
                      <a:pt x="7319" y="6"/>
                      <a:pt x="7306" y="17"/>
                    </a:cubicBezTo>
                    <a:lnTo>
                      <a:pt x="2661" y="1216"/>
                    </a:lnTo>
                    <a:cubicBezTo>
                      <a:pt x="2619" y="1237"/>
                      <a:pt x="2572" y="1258"/>
                      <a:pt x="2530" y="1305"/>
                    </a:cubicBezTo>
                    <a:cubicBezTo>
                      <a:pt x="2488" y="1326"/>
                      <a:pt x="2462" y="1368"/>
                      <a:pt x="2420" y="1410"/>
                    </a:cubicBezTo>
                    <a:lnTo>
                      <a:pt x="22" y="5971"/>
                    </a:lnTo>
                    <a:cubicBezTo>
                      <a:pt x="22" y="5971"/>
                      <a:pt x="22" y="5992"/>
                      <a:pt x="1" y="6018"/>
                    </a:cubicBezTo>
                    <a:cubicBezTo>
                      <a:pt x="1" y="6039"/>
                      <a:pt x="1" y="6060"/>
                      <a:pt x="22" y="6081"/>
                    </a:cubicBezTo>
                    <a:cubicBezTo>
                      <a:pt x="43" y="6102"/>
                      <a:pt x="64" y="6102"/>
                      <a:pt x="85" y="6102"/>
                    </a:cubicBezTo>
                    <a:lnTo>
                      <a:pt x="132" y="6102"/>
                    </a:lnTo>
                    <a:lnTo>
                      <a:pt x="4384" y="4531"/>
                    </a:lnTo>
                    <a:cubicBezTo>
                      <a:pt x="4452" y="4510"/>
                      <a:pt x="4494" y="4447"/>
                      <a:pt x="4536" y="4379"/>
                    </a:cubicBezTo>
                    <a:lnTo>
                      <a:pt x="7374" y="189"/>
                    </a:lnTo>
                    <a:cubicBezTo>
                      <a:pt x="7395" y="147"/>
                      <a:pt x="7416" y="127"/>
                      <a:pt x="7416" y="79"/>
                    </a:cubicBezTo>
                    <a:cubicBezTo>
                      <a:pt x="7416" y="58"/>
                      <a:pt x="7395" y="38"/>
                      <a:pt x="7374" y="17"/>
                    </a:cubicBezTo>
                    <a:cubicBezTo>
                      <a:pt x="7364" y="6"/>
                      <a:pt x="7353" y="1"/>
                      <a:pt x="7342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6"/>
              <p:cNvSpPr/>
              <p:nvPr/>
            </p:nvSpPr>
            <p:spPr>
              <a:xfrm>
                <a:off x="4262766" y="1982442"/>
                <a:ext cx="294819" cy="285101"/>
              </a:xfrm>
              <a:custGeom>
                <a:rect b="b" l="l" r="r" t="t"/>
                <a:pathLst>
                  <a:path extrusionOk="0" h="1819" w="1881">
                    <a:moveTo>
                      <a:pt x="1620" y="0"/>
                    </a:moveTo>
                    <a:cubicBezTo>
                      <a:pt x="1581" y="0"/>
                      <a:pt x="1535" y="7"/>
                      <a:pt x="1483" y="22"/>
                    </a:cubicBezTo>
                    <a:cubicBezTo>
                      <a:pt x="1111" y="132"/>
                      <a:pt x="525" y="655"/>
                      <a:pt x="237" y="1153"/>
                    </a:cubicBezTo>
                    <a:cubicBezTo>
                      <a:pt x="1" y="1555"/>
                      <a:pt x="24" y="1818"/>
                      <a:pt x="254" y="1818"/>
                    </a:cubicBezTo>
                    <a:cubicBezTo>
                      <a:pt x="299" y="1818"/>
                      <a:pt x="353" y="1808"/>
                      <a:pt x="415" y="1786"/>
                    </a:cubicBezTo>
                    <a:cubicBezTo>
                      <a:pt x="787" y="1677"/>
                      <a:pt x="1310" y="1200"/>
                      <a:pt x="1593" y="718"/>
                    </a:cubicBezTo>
                    <a:cubicBezTo>
                      <a:pt x="1875" y="300"/>
                      <a:pt x="1880" y="0"/>
                      <a:pt x="16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5" name="Google Shape;835;p6"/>
              <p:cNvSpPr/>
              <p:nvPr/>
            </p:nvSpPr>
            <p:spPr>
              <a:xfrm>
                <a:off x="4258691" y="1972568"/>
                <a:ext cx="298110" cy="303909"/>
              </a:xfrm>
              <a:custGeom>
                <a:rect b="b" l="l" r="r" t="t"/>
                <a:pathLst>
                  <a:path extrusionOk="0" h="1939" w="1902">
                    <a:moveTo>
                      <a:pt x="1645" y="111"/>
                    </a:moveTo>
                    <a:cubicBezTo>
                      <a:pt x="1678" y="111"/>
                      <a:pt x="1705" y="116"/>
                      <a:pt x="1729" y="127"/>
                    </a:cubicBezTo>
                    <a:cubicBezTo>
                      <a:pt x="1750" y="147"/>
                      <a:pt x="1771" y="168"/>
                      <a:pt x="1771" y="216"/>
                    </a:cubicBezTo>
                    <a:cubicBezTo>
                      <a:pt x="1792" y="326"/>
                      <a:pt x="1729" y="519"/>
                      <a:pt x="1572" y="760"/>
                    </a:cubicBezTo>
                    <a:cubicBezTo>
                      <a:pt x="1289" y="1216"/>
                      <a:pt x="765" y="1698"/>
                      <a:pt x="420" y="1808"/>
                    </a:cubicBezTo>
                    <a:cubicBezTo>
                      <a:pt x="331" y="1829"/>
                      <a:pt x="263" y="1829"/>
                      <a:pt x="221" y="1829"/>
                    </a:cubicBezTo>
                    <a:cubicBezTo>
                      <a:pt x="179" y="1808"/>
                      <a:pt x="158" y="1787"/>
                      <a:pt x="158" y="1740"/>
                    </a:cubicBezTo>
                    <a:cubicBezTo>
                      <a:pt x="132" y="1656"/>
                      <a:pt x="158" y="1478"/>
                      <a:pt x="310" y="1242"/>
                    </a:cubicBezTo>
                    <a:cubicBezTo>
                      <a:pt x="462" y="1001"/>
                      <a:pt x="655" y="739"/>
                      <a:pt x="896" y="540"/>
                    </a:cubicBezTo>
                    <a:cubicBezTo>
                      <a:pt x="1116" y="326"/>
                      <a:pt x="1357" y="168"/>
                      <a:pt x="1530" y="127"/>
                    </a:cubicBezTo>
                    <a:cubicBezTo>
                      <a:pt x="1574" y="116"/>
                      <a:pt x="1612" y="111"/>
                      <a:pt x="1645" y="111"/>
                    </a:cubicBezTo>
                    <a:close/>
                    <a:moveTo>
                      <a:pt x="1640" y="1"/>
                    </a:moveTo>
                    <a:cubicBezTo>
                      <a:pt x="1597" y="1"/>
                      <a:pt x="1554" y="6"/>
                      <a:pt x="1509" y="17"/>
                    </a:cubicBezTo>
                    <a:cubicBezTo>
                      <a:pt x="1289" y="85"/>
                      <a:pt x="1048" y="257"/>
                      <a:pt x="813" y="456"/>
                    </a:cubicBezTo>
                    <a:cubicBezTo>
                      <a:pt x="593" y="671"/>
                      <a:pt x="373" y="933"/>
                      <a:pt x="221" y="1195"/>
                    </a:cubicBezTo>
                    <a:cubicBezTo>
                      <a:pt x="69" y="1436"/>
                      <a:pt x="1" y="1635"/>
                      <a:pt x="48" y="1787"/>
                    </a:cubicBezTo>
                    <a:cubicBezTo>
                      <a:pt x="69" y="1849"/>
                      <a:pt x="111" y="1918"/>
                      <a:pt x="200" y="1939"/>
                    </a:cubicBezTo>
                    <a:cubicBezTo>
                      <a:pt x="263" y="1939"/>
                      <a:pt x="352" y="1939"/>
                      <a:pt x="441" y="1918"/>
                    </a:cubicBezTo>
                    <a:cubicBezTo>
                      <a:pt x="833" y="1787"/>
                      <a:pt x="1357" y="1305"/>
                      <a:pt x="1661" y="823"/>
                    </a:cubicBezTo>
                    <a:cubicBezTo>
                      <a:pt x="1834" y="561"/>
                      <a:pt x="1902" y="367"/>
                      <a:pt x="1881" y="195"/>
                    </a:cubicBezTo>
                    <a:cubicBezTo>
                      <a:pt x="1881" y="127"/>
                      <a:pt x="1834" y="64"/>
                      <a:pt x="1771" y="17"/>
                    </a:cubicBezTo>
                    <a:cubicBezTo>
                      <a:pt x="1726" y="6"/>
                      <a:pt x="1683" y="1"/>
                      <a:pt x="1640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p6"/>
              <p:cNvSpPr/>
              <p:nvPr/>
            </p:nvSpPr>
            <p:spPr>
              <a:xfrm>
                <a:off x="2384770" y="1599226"/>
                <a:ext cx="622395" cy="1022853"/>
              </a:xfrm>
              <a:custGeom>
                <a:rect b="b" l="l" r="r" t="t"/>
                <a:pathLst>
                  <a:path extrusionOk="0" h="6526" w="3971">
                    <a:moveTo>
                      <a:pt x="1551" y="0"/>
                    </a:moveTo>
                    <a:lnTo>
                      <a:pt x="1" y="414"/>
                    </a:lnTo>
                    <a:lnTo>
                      <a:pt x="2117" y="6525"/>
                    </a:lnTo>
                    <a:cubicBezTo>
                      <a:pt x="2991" y="6174"/>
                      <a:pt x="3971" y="5981"/>
                      <a:pt x="3971" y="5981"/>
                    </a:cubicBezTo>
                    <a:lnTo>
                      <a:pt x="155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6"/>
              <p:cNvSpPr/>
              <p:nvPr/>
            </p:nvSpPr>
            <p:spPr>
              <a:xfrm>
                <a:off x="2375053" y="1588412"/>
                <a:ext cx="639479" cy="1043542"/>
              </a:xfrm>
              <a:custGeom>
                <a:rect b="b" l="l" r="r" t="t"/>
                <a:pathLst>
                  <a:path extrusionOk="0" h="6658" w="4080">
                    <a:moveTo>
                      <a:pt x="1571" y="132"/>
                    </a:moveTo>
                    <a:lnTo>
                      <a:pt x="3970" y="6002"/>
                    </a:lnTo>
                    <a:cubicBezTo>
                      <a:pt x="3902" y="6023"/>
                      <a:pt x="3032" y="6201"/>
                      <a:pt x="2226" y="6526"/>
                    </a:cubicBezTo>
                    <a:lnTo>
                      <a:pt x="131" y="504"/>
                    </a:lnTo>
                    <a:lnTo>
                      <a:pt x="1571" y="132"/>
                    </a:lnTo>
                    <a:close/>
                    <a:moveTo>
                      <a:pt x="1592" y="1"/>
                    </a:moveTo>
                    <a:lnTo>
                      <a:pt x="42" y="420"/>
                    </a:lnTo>
                    <a:lnTo>
                      <a:pt x="0" y="483"/>
                    </a:lnTo>
                    <a:lnTo>
                      <a:pt x="2137" y="6615"/>
                    </a:lnTo>
                    <a:lnTo>
                      <a:pt x="2200" y="6657"/>
                    </a:lnTo>
                    <a:cubicBezTo>
                      <a:pt x="3053" y="6311"/>
                      <a:pt x="4033" y="6092"/>
                      <a:pt x="4033" y="6092"/>
                    </a:cubicBezTo>
                    <a:lnTo>
                      <a:pt x="4080" y="6023"/>
                    </a:lnTo>
                    <a:lnTo>
                      <a:pt x="1655" y="48"/>
                    </a:lnTo>
                    <a:lnTo>
                      <a:pt x="1592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" name="Google Shape;838;p6"/>
              <p:cNvSpPr/>
              <p:nvPr/>
            </p:nvSpPr>
            <p:spPr>
              <a:xfrm>
                <a:off x="2768143" y="1551579"/>
                <a:ext cx="352340" cy="698098"/>
              </a:xfrm>
              <a:custGeom>
                <a:rect b="b" l="l" r="r" t="t"/>
                <a:pathLst>
                  <a:path extrusionOk="0" h="4454" w="2248">
                    <a:moveTo>
                      <a:pt x="1" y="0"/>
                    </a:moveTo>
                    <a:cubicBezTo>
                      <a:pt x="1" y="0"/>
                      <a:pt x="42" y="1069"/>
                      <a:pt x="283" y="1786"/>
                    </a:cubicBezTo>
                    <a:cubicBezTo>
                      <a:pt x="503" y="2530"/>
                      <a:pt x="1441" y="4363"/>
                      <a:pt x="1441" y="4363"/>
                    </a:cubicBezTo>
                    <a:cubicBezTo>
                      <a:pt x="1441" y="4363"/>
                      <a:pt x="1601" y="4454"/>
                      <a:pt x="1754" y="4454"/>
                    </a:cubicBezTo>
                    <a:cubicBezTo>
                      <a:pt x="1812" y="4454"/>
                      <a:pt x="1870" y="4441"/>
                      <a:pt x="1917" y="4405"/>
                    </a:cubicBezTo>
                    <a:cubicBezTo>
                      <a:pt x="2095" y="4274"/>
                      <a:pt x="2247" y="4101"/>
                      <a:pt x="2137" y="3619"/>
                    </a:cubicBezTo>
                    <a:cubicBezTo>
                      <a:pt x="2027" y="3116"/>
                      <a:pt x="1896" y="2813"/>
                      <a:pt x="1896" y="2813"/>
                    </a:cubicBezTo>
                    <a:cubicBezTo>
                      <a:pt x="1896" y="2813"/>
                      <a:pt x="1854" y="2682"/>
                      <a:pt x="1744" y="2619"/>
                    </a:cubicBezTo>
                    <a:cubicBezTo>
                      <a:pt x="1695" y="2588"/>
                      <a:pt x="1646" y="2580"/>
                      <a:pt x="1606" y="2580"/>
                    </a:cubicBezTo>
                    <a:cubicBezTo>
                      <a:pt x="1558" y="2580"/>
                      <a:pt x="1525" y="2593"/>
                      <a:pt x="1525" y="2593"/>
                    </a:cubicBezTo>
                    <a:cubicBezTo>
                      <a:pt x="1525" y="2593"/>
                      <a:pt x="1352" y="870"/>
                      <a:pt x="1179" y="435"/>
                    </a:cubicBezTo>
                    <a:cubicBezTo>
                      <a:pt x="980" y="0"/>
                      <a:pt x="393" y="21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9" name="Google Shape;839;p6"/>
              <p:cNvSpPr/>
              <p:nvPr/>
            </p:nvSpPr>
            <p:spPr>
              <a:xfrm>
                <a:off x="2757486" y="1540921"/>
                <a:ext cx="362998" cy="717533"/>
              </a:xfrm>
              <a:custGeom>
                <a:rect b="b" l="l" r="r" t="t"/>
                <a:pathLst>
                  <a:path extrusionOk="0" h="4578" w="2316">
                    <a:moveTo>
                      <a:pt x="131" y="110"/>
                    </a:moveTo>
                    <a:lnTo>
                      <a:pt x="131" y="110"/>
                    </a:lnTo>
                    <a:cubicBezTo>
                      <a:pt x="309" y="131"/>
                      <a:pt x="524" y="131"/>
                      <a:pt x="723" y="173"/>
                    </a:cubicBezTo>
                    <a:cubicBezTo>
                      <a:pt x="938" y="220"/>
                      <a:pt x="1116" y="330"/>
                      <a:pt x="1179" y="524"/>
                    </a:cubicBezTo>
                    <a:cubicBezTo>
                      <a:pt x="1268" y="723"/>
                      <a:pt x="1357" y="1268"/>
                      <a:pt x="1420" y="1744"/>
                    </a:cubicBezTo>
                    <a:cubicBezTo>
                      <a:pt x="1488" y="2247"/>
                      <a:pt x="1530" y="2687"/>
                      <a:pt x="1530" y="2687"/>
                    </a:cubicBezTo>
                    <a:lnTo>
                      <a:pt x="1619" y="2729"/>
                    </a:lnTo>
                    <a:cubicBezTo>
                      <a:pt x="1619" y="2729"/>
                      <a:pt x="1656" y="2710"/>
                      <a:pt x="1707" y="2710"/>
                    </a:cubicBezTo>
                    <a:cubicBezTo>
                      <a:pt x="1733" y="2710"/>
                      <a:pt x="1762" y="2715"/>
                      <a:pt x="1792" y="2729"/>
                    </a:cubicBezTo>
                    <a:cubicBezTo>
                      <a:pt x="1854" y="2792"/>
                      <a:pt x="1902" y="2901"/>
                      <a:pt x="1902" y="2901"/>
                    </a:cubicBezTo>
                    <a:cubicBezTo>
                      <a:pt x="1902" y="2901"/>
                      <a:pt x="2053" y="3210"/>
                      <a:pt x="2142" y="3687"/>
                    </a:cubicBezTo>
                    <a:cubicBezTo>
                      <a:pt x="2205" y="3928"/>
                      <a:pt x="2184" y="4080"/>
                      <a:pt x="2142" y="4190"/>
                    </a:cubicBezTo>
                    <a:cubicBezTo>
                      <a:pt x="2095" y="4300"/>
                      <a:pt x="2032" y="4363"/>
                      <a:pt x="1943" y="4431"/>
                    </a:cubicBezTo>
                    <a:cubicBezTo>
                      <a:pt x="1907" y="4455"/>
                      <a:pt x="1861" y="4465"/>
                      <a:pt x="1811" y="4465"/>
                    </a:cubicBezTo>
                    <a:cubicBezTo>
                      <a:pt x="1776" y="4465"/>
                      <a:pt x="1739" y="4460"/>
                      <a:pt x="1703" y="4452"/>
                    </a:cubicBezTo>
                    <a:cubicBezTo>
                      <a:pt x="1619" y="4431"/>
                      <a:pt x="1551" y="4389"/>
                      <a:pt x="1551" y="4389"/>
                    </a:cubicBezTo>
                    <a:cubicBezTo>
                      <a:pt x="1551" y="4363"/>
                      <a:pt x="1310" y="3928"/>
                      <a:pt x="1069" y="3383"/>
                    </a:cubicBezTo>
                    <a:cubicBezTo>
                      <a:pt x="807" y="2839"/>
                      <a:pt x="503" y="2205"/>
                      <a:pt x="393" y="1854"/>
                    </a:cubicBezTo>
                    <a:cubicBezTo>
                      <a:pt x="179" y="1179"/>
                      <a:pt x="131" y="220"/>
                      <a:pt x="131" y="110"/>
                    </a:cubicBezTo>
                    <a:close/>
                    <a:moveTo>
                      <a:pt x="69" y="0"/>
                    </a:moveTo>
                    <a:lnTo>
                      <a:pt x="1" y="68"/>
                    </a:lnTo>
                    <a:cubicBezTo>
                      <a:pt x="1" y="68"/>
                      <a:pt x="69" y="1137"/>
                      <a:pt x="283" y="1875"/>
                    </a:cubicBezTo>
                    <a:cubicBezTo>
                      <a:pt x="414" y="2247"/>
                      <a:pt x="702" y="2881"/>
                      <a:pt x="964" y="3425"/>
                    </a:cubicBezTo>
                    <a:cubicBezTo>
                      <a:pt x="1226" y="3996"/>
                      <a:pt x="1462" y="4452"/>
                      <a:pt x="1462" y="4452"/>
                    </a:cubicBezTo>
                    <a:lnTo>
                      <a:pt x="1488" y="4473"/>
                    </a:lnTo>
                    <a:cubicBezTo>
                      <a:pt x="1488" y="4473"/>
                      <a:pt x="1551" y="4520"/>
                      <a:pt x="1661" y="4541"/>
                    </a:cubicBezTo>
                    <a:cubicBezTo>
                      <a:pt x="1716" y="4562"/>
                      <a:pt x="1776" y="4577"/>
                      <a:pt x="1836" y="4577"/>
                    </a:cubicBezTo>
                    <a:cubicBezTo>
                      <a:pt x="1896" y="4577"/>
                      <a:pt x="1956" y="4562"/>
                      <a:pt x="2011" y="4520"/>
                    </a:cubicBezTo>
                    <a:cubicBezTo>
                      <a:pt x="2095" y="4452"/>
                      <a:pt x="2184" y="4363"/>
                      <a:pt x="2247" y="4232"/>
                    </a:cubicBezTo>
                    <a:cubicBezTo>
                      <a:pt x="2294" y="4101"/>
                      <a:pt x="2315" y="3928"/>
                      <a:pt x="2247" y="3666"/>
                    </a:cubicBezTo>
                    <a:cubicBezTo>
                      <a:pt x="2142" y="3184"/>
                      <a:pt x="2011" y="2881"/>
                      <a:pt x="2011" y="2881"/>
                    </a:cubicBezTo>
                    <a:cubicBezTo>
                      <a:pt x="2011" y="2881"/>
                      <a:pt x="1964" y="2729"/>
                      <a:pt x="1833" y="2640"/>
                    </a:cubicBezTo>
                    <a:cubicBezTo>
                      <a:pt x="1798" y="2613"/>
                      <a:pt x="1764" y="2605"/>
                      <a:pt x="1735" y="2605"/>
                    </a:cubicBezTo>
                    <a:cubicBezTo>
                      <a:pt x="1696" y="2605"/>
                      <a:pt x="1664" y="2619"/>
                      <a:pt x="1640" y="2619"/>
                    </a:cubicBezTo>
                    <a:cubicBezTo>
                      <a:pt x="1640" y="2598"/>
                      <a:pt x="1593" y="2205"/>
                      <a:pt x="1530" y="1744"/>
                    </a:cubicBezTo>
                    <a:cubicBezTo>
                      <a:pt x="1462" y="1247"/>
                      <a:pt x="1378" y="723"/>
                      <a:pt x="1289" y="482"/>
                    </a:cubicBezTo>
                    <a:cubicBezTo>
                      <a:pt x="1179" y="241"/>
                      <a:pt x="964" y="131"/>
                      <a:pt x="744" y="68"/>
                    </a:cubicBezTo>
                    <a:cubicBezTo>
                      <a:pt x="503" y="21"/>
                      <a:pt x="262" y="21"/>
                      <a:pt x="69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0" name="Google Shape;840;p6"/>
              <p:cNvSpPr/>
              <p:nvPr/>
            </p:nvSpPr>
            <p:spPr>
              <a:xfrm>
                <a:off x="3150576" y="2057204"/>
                <a:ext cx="602646" cy="352184"/>
              </a:xfrm>
              <a:custGeom>
                <a:rect b="b" l="l" r="r" t="t"/>
                <a:pathLst>
                  <a:path extrusionOk="0" h="2247" w="3845">
                    <a:moveTo>
                      <a:pt x="1116" y="0"/>
                    </a:moveTo>
                    <a:cubicBezTo>
                      <a:pt x="834" y="0"/>
                      <a:pt x="289" y="461"/>
                      <a:pt x="179" y="744"/>
                    </a:cubicBezTo>
                    <a:cubicBezTo>
                      <a:pt x="69" y="1048"/>
                      <a:pt x="1" y="1592"/>
                      <a:pt x="158" y="1901"/>
                    </a:cubicBezTo>
                    <a:cubicBezTo>
                      <a:pt x="237" y="2048"/>
                      <a:pt x="368" y="2083"/>
                      <a:pt x="476" y="2083"/>
                    </a:cubicBezTo>
                    <a:cubicBezTo>
                      <a:pt x="576" y="2083"/>
                      <a:pt x="656" y="2053"/>
                      <a:pt x="656" y="2053"/>
                    </a:cubicBezTo>
                    <a:cubicBezTo>
                      <a:pt x="917" y="2116"/>
                      <a:pt x="986" y="2116"/>
                      <a:pt x="1179" y="2142"/>
                    </a:cubicBezTo>
                    <a:cubicBezTo>
                      <a:pt x="1399" y="2163"/>
                      <a:pt x="2143" y="2205"/>
                      <a:pt x="2405" y="2205"/>
                    </a:cubicBezTo>
                    <a:cubicBezTo>
                      <a:pt x="2646" y="2184"/>
                      <a:pt x="2578" y="2247"/>
                      <a:pt x="2949" y="1681"/>
                    </a:cubicBezTo>
                    <a:cubicBezTo>
                      <a:pt x="3321" y="1116"/>
                      <a:pt x="3583" y="1027"/>
                      <a:pt x="3714" y="765"/>
                    </a:cubicBezTo>
                    <a:cubicBezTo>
                      <a:pt x="3845" y="482"/>
                      <a:pt x="3646" y="262"/>
                      <a:pt x="3342" y="152"/>
                    </a:cubicBezTo>
                    <a:cubicBezTo>
                      <a:pt x="3059" y="68"/>
                      <a:pt x="1399" y="0"/>
                      <a:pt x="1116" y="0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p6"/>
              <p:cNvSpPr/>
              <p:nvPr/>
            </p:nvSpPr>
            <p:spPr>
              <a:xfrm>
                <a:off x="3150576" y="2050621"/>
                <a:ext cx="599355" cy="360020"/>
              </a:xfrm>
              <a:custGeom>
                <a:rect b="b" l="l" r="r" t="t"/>
                <a:pathLst>
                  <a:path extrusionOk="0" h="2297" w="3824">
                    <a:moveTo>
                      <a:pt x="1116" y="110"/>
                    </a:moveTo>
                    <a:cubicBezTo>
                      <a:pt x="1247" y="110"/>
                      <a:pt x="1750" y="131"/>
                      <a:pt x="2227" y="152"/>
                    </a:cubicBezTo>
                    <a:cubicBezTo>
                      <a:pt x="2468" y="152"/>
                      <a:pt x="2708" y="173"/>
                      <a:pt x="2907" y="194"/>
                    </a:cubicBezTo>
                    <a:cubicBezTo>
                      <a:pt x="3122" y="220"/>
                      <a:pt x="3274" y="241"/>
                      <a:pt x="3342" y="262"/>
                    </a:cubicBezTo>
                    <a:cubicBezTo>
                      <a:pt x="3473" y="304"/>
                      <a:pt x="3583" y="372"/>
                      <a:pt x="3646" y="456"/>
                    </a:cubicBezTo>
                    <a:cubicBezTo>
                      <a:pt x="3714" y="545"/>
                      <a:pt x="3714" y="655"/>
                      <a:pt x="3667" y="786"/>
                    </a:cubicBezTo>
                    <a:cubicBezTo>
                      <a:pt x="3604" y="896"/>
                      <a:pt x="3515" y="980"/>
                      <a:pt x="3384" y="1111"/>
                    </a:cubicBezTo>
                    <a:cubicBezTo>
                      <a:pt x="3253" y="1242"/>
                      <a:pt x="3101" y="1399"/>
                      <a:pt x="2907" y="1702"/>
                    </a:cubicBezTo>
                    <a:cubicBezTo>
                      <a:pt x="2729" y="1985"/>
                      <a:pt x="2646" y="2116"/>
                      <a:pt x="2598" y="2158"/>
                    </a:cubicBezTo>
                    <a:cubicBezTo>
                      <a:pt x="2557" y="2184"/>
                      <a:pt x="2557" y="2184"/>
                      <a:pt x="2536" y="2184"/>
                    </a:cubicBezTo>
                    <a:lnTo>
                      <a:pt x="2384" y="2184"/>
                    </a:lnTo>
                    <a:cubicBezTo>
                      <a:pt x="2345" y="2188"/>
                      <a:pt x="2290" y="2189"/>
                      <a:pt x="2224" y="2189"/>
                    </a:cubicBezTo>
                    <a:cubicBezTo>
                      <a:pt x="1914" y="2189"/>
                      <a:pt x="1365" y="2154"/>
                      <a:pt x="1205" y="2137"/>
                    </a:cubicBezTo>
                    <a:cubicBezTo>
                      <a:pt x="986" y="2116"/>
                      <a:pt x="944" y="2116"/>
                      <a:pt x="682" y="2053"/>
                    </a:cubicBezTo>
                    <a:lnTo>
                      <a:pt x="635" y="2053"/>
                    </a:lnTo>
                    <a:cubicBezTo>
                      <a:pt x="635" y="2053"/>
                      <a:pt x="572" y="2074"/>
                      <a:pt x="462" y="2074"/>
                    </a:cubicBezTo>
                    <a:cubicBezTo>
                      <a:pt x="373" y="2074"/>
                      <a:pt x="263" y="2027"/>
                      <a:pt x="200" y="1922"/>
                    </a:cubicBezTo>
                    <a:cubicBezTo>
                      <a:pt x="132" y="1791"/>
                      <a:pt x="111" y="1571"/>
                      <a:pt x="111" y="1372"/>
                    </a:cubicBezTo>
                    <a:cubicBezTo>
                      <a:pt x="132" y="1158"/>
                      <a:pt x="179" y="959"/>
                      <a:pt x="242" y="807"/>
                    </a:cubicBezTo>
                    <a:cubicBezTo>
                      <a:pt x="289" y="697"/>
                      <a:pt x="441" y="503"/>
                      <a:pt x="614" y="351"/>
                    </a:cubicBezTo>
                    <a:cubicBezTo>
                      <a:pt x="813" y="220"/>
                      <a:pt x="1006" y="110"/>
                      <a:pt x="1116" y="110"/>
                    </a:cubicBezTo>
                    <a:close/>
                    <a:moveTo>
                      <a:pt x="1116" y="0"/>
                    </a:moveTo>
                    <a:cubicBezTo>
                      <a:pt x="944" y="0"/>
                      <a:pt x="745" y="131"/>
                      <a:pt x="551" y="283"/>
                    </a:cubicBezTo>
                    <a:cubicBezTo>
                      <a:pt x="373" y="435"/>
                      <a:pt x="200" y="613"/>
                      <a:pt x="132" y="786"/>
                    </a:cubicBezTo>
                    <a:cubicBezTo>
                      <a:pt x="69" y="917"/>
                      <a:pt x="27" y="1137"/>
                      <a:pt x="27" y="1351"/>
                    </a:cubicBezTo>
                    <a:cubicBezTo>
                      <a:pt x="1" y="1571"/>
                      <a:pt x="27" y="1791"/>
                      <a:pt x="111" y="1964"/>
                    </a:cubicBezTo>
                    <a:cubicBezTo>
                      <a:pt x="200" y="2116"/>
                      <a:pt x="331" y="2184"/>
                      <a:pt x="462" y="2184"/>
                    </a:cubicBezTo>
                    <a:cubicBezTo>
                      <a:pt x="572" y="2184"/>
                      <a:pt x="635" y="2158"/>
                      <a:pt x="656" y="2158"/>
                    </a:cubicBezTo>
                    <a:cubicBezTo>
                      <a:pt x="917" y="2205"/>
                      <a:pt x="986" y="2226"/>
                      <a:pt x="1179" y="2247"/>
                    </a:cubicBezTo>
                    <a:cubicBezTo>
                      <a:pt x="1354" y="2264"/>
                      <a:pt x="1856" y="2297"/>
                      <a:pt x="2188" y="2297"/>
                    </a:cubicBezTo>
                    <a:cubicBezTo>
                      <a:pt x="2275" y="2297"/>
                      <a:pt x="2350" y="2294"/>
                      <a:pt x="2405" y="2289"/>
                    </a:cubicBezTo>
                    <a:lnTo>
                      <a:pt x="2536" y="2289"/>
                    </a:lnTo>
                    <a:cubicBezTo>
                      <a:pt x="2578" y="2289"/>
                      <a:pt x="2619" y="2268"/>
                      <a:pt x="2667" y="2226"/>
                    </a:cubicBezTo>
                    <a:cubicBezTo>
                      <a:pt x="2729" y="2158"/>
                      <a:pt x="2818" y="2027"/>
                      <a:pt x="2991" y="1744"/>
                    </a:cubicBezTo>
                    <a:cubicBezTo>
                      <a:pt x="3169" y="1461"/>
                      <a:pt x="3342" y="1310"/>
                      <a:pt x="3452" y="1179"/>
                    </a:cubicBezTo>
                    <a:cubicBezTo>
                      <a:pt x="3583" y="1069"/>
                      <a:pt x="3693" y="959"/>
                      <a:pt x="3756" y="828"/>
                    </a:cubicBezTo>
                    <a:cubicBezTo>
                      <a:pt x="3824" y="676"/>
                      <a:pt x="3824" y="524"/>
                      <a:pt x="3735" y="393"/>
                    </a:cubicBezTo>
                    <a:cubicBezTo>
                      <a:pt x="3646" y="283"/>
                      <a:pt x="3515" y="194"/>
                      <a:pt x="3363" y="152"/>
                    </a:cubicBezTo>
                    <a:cubicBezTo>
                      <a:pt x="3274" y="131"/>
                      <a:pt x="3122" y="110"/>
                      <a:pt x="2928" y="89"/>
                    </a:cubicBezTo>
                    <a:cubicBezTo>
                      <a:pt x="2729" y="63"/>
                      <a:pt x="2468" y="42"/>
                      <a:pt x="2227" y="42"/>
                    </a:cubicBezTo>
                    <a:cubicBezTo>
                      <a:pt x="1750" y="21"/>
                      <a:pt x="1268" y="0"/>
                      <a:pt x="1116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6"/>
              <p:cNvSpPr/>
              <p:nvPr/>
            </p:nvSpPr>
            <p:spPr>
              <a:xfrm>
                <a:off x="2938828" y="1950311"/>
                <a:ext cx="462368" cy="496693"/>
              </a:xfrm>
              <a:custGeom>
                <a:rect b="b" l="l" r="r" t="t"/>
                <a:pathLst>
                  <a:path extrusionOk="0" h="3169" w="2950">
                    <a:moveTo>
                      <a:pt x="1044" y="1"/>
                    </a:moveTo>
                    <a:cubicBezTo>
                      <a:pt x="1016" y="1"/>
                      <a:pt x="996" y="3"/>
                      <a:pt x="985" y="7"/>
                    </a:cubicBezTo>
                    <a:cubicBezTo>
                      <a:pt x="854" y="49"/>
                      <a:pt x="593" y="159"/>
                      <a:pt x="305" y="619"/>
                    </a:cubicBezTo>
                    <a:cubicBezTo>
                      <a:pt x="1" y="1054"/>
                      <a:pt x="43" y="1882"/>
                      <a:pt x="331" y="2405"/>
                    </a:cubicBezTo>
                    <a:cubicBezTo>
                      <a:pt x="614" y="2955"/>
                      <a:pt x="959" y="2997"/>
                      <a:pt x="1352" y="3107"/>
                    </a:cubicBezTo>
                    <a:cubicBezTo>
                      <a:pt x="1513" y="3149"/>
                      <a:pt x="1651" y="3168"/>
                      <a:pt x="1764" y="3168"/>
                    </a:cubicBezTo>
                    <a:cubicBezTo>
                      <a:pt x="1946" y="3168"/>
                      <a:pt x="2065" y="3119"/>
                      <a:pt x="2117" y="3039"/>
                    </a:cubicBezTo>
                    <a:cubicBezTo>
                      <a:pt x="2206" y="2908"/>
                      <a:pt x="2268" y="2756"/>
                      <a:pt x="2268" y="2756"/>
                    </a:cubicBezTo>
                    <a:lnTo>
                      <a:pt x="2268" y="2756"/>
                    </a:lnTo>
                    <a:cubicBezTo>
                      <a:pt x="2268" y="2756"/>
                      <a:pt x="2218" y="2782"/>
                      <a:pt x="2148" y="2782"/>
                    </a:cubicBezTo>
                    <a:cubicBezTo>
                      <a:pt x="2088" y="2782"/>
                      <a:pt x="2014" y="2763"/>
                      <a:pt x="1944" y="2693"/>
                    </a:cubicBezTo>
                    <a:cubicBezTo>
                      <a:pt x="1813" y="2536"/>
                      <a:pt x="1420" y="2321"/>
                      <a:pt x="1724" y="1515"/>
                    </a:cubicBezTo>
                    <a:cubicBezTo>
                      <a:pt x="2018" y="722"/>
                      <a:pt x="2644" y="703"/>
                      <a:pt x="2704" y="703"/>
                    </a:cubicBezTo>
                    <a:cubicBezTo>
                      <a:pt x="2707" y="703"/>
                      <a:pt x="2708" y="703"/>
                      <a:pt x="2708" y="703"/>
                    </a:cubicBezTo>
                    <a:cubicBezTo>
                      <a:pt x="2949" y="703"/>
                      <a:pt x="2881" y="289"/>
                      <a:pt x="2488" y="206"/>
                    </a:cubicBezTo>
                    <a:cubicBezTo>
                      <a:pt x="2290" y="163"/>
                      <a:pt x="1308" y="1"/>
                      <a:pt x="10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3" name="Google Shape;843;p6"/>
              <p:cNvSpPr/>
              <p:nvPr/>
            </p:nvSpPr>
            <p:spPr>
              <a:xfrm>
                <a:off x="2945410" y="1941378"/>
                <a:ext cx="448419" cy="514404"/>
              </a:xfrm>
              <a:custGeom>
                <a:rect b="b" l="l" r="r" t="t"/>
                <a:pathLst>
                  <a:path extrusionOk="0" h="3282" w="2861">
                    <a:moveTo>
                      <a:pt x="1027" y="106"/>
                    </a:moveTo>
                    <a:cubicBezTo>
                      <a:pt x="1048" y="106"/>
                      <a:pt x="1116" y="106"/>
                      <a:pt x="1179" y="132"/>
                    </a:cubicBezTo>
                    <a:cubicBezTo>
                      <a:pt x="1310" y="132"/>
                      <a:pt x="1467" y="153"/>
                      <a:pt x="1640" y="174"/>
                    </a:cubicBezTo>
                    <a:cubicBezTo>
                      <a:pt x="1965" y="237"/>
                      <a:pt x="2336" y="305"/>
                      <a:pt x="2446" y="326"/>
                    </a:cubicBezTo>
                    <a:cubicBezTo>
                      <a:pt x="2619" y="367"/>
                      <a:pt x="2729" y="477"/>
                      <a:pt x="2750" y="566"/>
                    </a:cubicBezTo>
                    <a:cubicBezTo>
                      <a:pt x="2776" y="608"/>
                      <a:pt x="2750" y="655"/>
                      <a:pt x="2750" y="676"/>
                    </a:cubicBezTo>
                    <a:cubicBezTo>
                      <a:pt x="2729" y="697"/>
                      <a:pt x="2708" y="718"/>
                      <a:pt x="2666" y="718"/>
                    </a:cubicBezTo>
                    <a:cubicBezTo>
                      <a:pt x="2666" y="718"/>
                      <a:pt x="2653" y="717"/>
                      <a:pt x="2629" y="717"/>
                    </a:cubicBezTo>
                    <a:cubicBezTo>
                      <a:pt x="2565" y="717"/>
                      <a:pt x="2429" y="728"/>
                      <a:pt x="2274" y="807"/>
                    </a:cubicBezTo>
                    <a:cubicBezTo>
                      <a:pt x="2054" y="917"/>
                      <a:pt x="1792" y="1132"/>
                      <a:pt x="1640" y="1546"/>
                    </a:cubicBezTo>
                    <a:cubicBezTo>
                      <a:pt x="1488" y="1965"/>
                      <a:pt x="1509" y="2227"/>
                      <a:pt x="1572" y="2420"/>
                    </a:cubicBezTo>
                    <a:cubicBezTo>
                      <a:pt x="1661" y="2619"/>
                      <a:pt x="1813" y="2724"/>
                      <a:pt x="1881" y="2792"/>
                    </a:cubicBezTo>
                    <a:cubicBezTo>
                      <a:pt x="1944" y="2881"/>
                      <a:pt x="2054" y="2902"/>
                      <a:pt x="2122" y="2902"/>
                    </a:cubicBezTo>
                    <a:cubicBezTo>
                      <a:pt x="2096" y="2944"/>
                      <a:pt x="2075" y="2986"/>
                      <a:pt x="2033" y="3075"/>
                    </a:cubicBezTo>
                    <a:cubicBezTo>
                      <a:pt x="1991" y="3117"/>
                      <a:pt x="1923" y="3164"/>
                      <a:pt x="1813" y="3164"/>
                    </a:cubicBezTo>
                    <a:cubicBezTo>
                      <a:pt x="1778" y="3169"/>
                      <a:pt x="1742" y="3172"/>
                      <a:pt x="1705" y="3172"/>
                    </a:cubicBezTo>
                    <a:cubicBezTo>
                      <a:pt x="1599" y="3172"/>
                      <a:pt x="1479" y="3152"/>
                      <a:pt x="1336" y="3117"/>
                    </a:cubicBezTo>
                    <a:cubicBezTo>
                      <a:pt x="1137" y="3054"/>
                      <a:pt x="943" y="3012"/>
                      <a:pt x="786" y="2923"/>
                    </a:cubicBezTo>
                    <a:cubicBezTo>
                      <a:pt x="613" y="2834"/>
                      <a:pt x="462" y="2703"/>
                      <a:pt x="331" y="2441"/>
                    </a:cubicBezTo>
                    <a:cubicBezTo>
                      <a:pt x="200" y="2200"/>
                      <a:pt x="111" y="1855"/>
                      <a:pt x="111" y="1546"/>
                    </a:cubicBezTo>
                    <a:cubicBezTo>
                      <a:pt x="90" y="1221"/>
                      <a:pt x="179" y="917"/>
                      <a:pt x="310" y="697"/>
                    </a:cubicBezTo>
                    <a:cubicBezTo>
                      <a:pt x="593" y="263"/>
                      <a:pt x="854" y="153"/>
                      <a:pt x="943" y="106"/>
                    </a:cubicBezTo>
                    <a:close/>
                    <a:moveTo>
                      <a:pt x="1027" y="1"/>
                    </a:moveTo>
                    <a:cubicBezTo>
                      <a:pt x="985" y="1"/>
                      <a:pt x="943" y="1"/>
                      <a:pt x="917" y="22"/>
                    </a:cubicBezTo>
                    <a:cubicBezTo>
                      <a:pt x="786" y="43"/>
                      <a:pt x="524" y="195"/>
                      <a:pt x="221" y="655"/>
                    </a:cubicBezTo>
                    <a:cubicBezTo>
                      <a:pt x="69" y="870"/>
                      <a:pt x="1" y="1200"/>
                      <a:pt x="1" y="1546"/>
                    </a:cubicBezTo>
                    <a:cubicBezTo>
                      <a:pt x="1" y="1876"/>
                      <a:pt x="90" y="2227"/>
                      <a:pt x="242" y="2509"/>
                    </a:cubicBezTo>
                    <a:cubicBezTo>
                      <a:pt x="373" y="2771"/>
                      <a:pt x="551" y="2923"/>
                      <a:pt x="723" y="3033"/>
                    </a:cubicBezTo>
                    <a:cubicBezTo>
                      <a:pt x="917" y="3117"/>
                      <a:pt x="1116" y="3164"/>
                      <a:pt x="1310" y="3206"/>
                    </a:cubicBezTo>
                    <a:cubicBezTo>
                      <a:pt x="1460" y="3257"/>
                      <a:pt x="1595" y="3282"/>
                      <a:pt x="1709" y="3282"/>
                    </a:cubicBezTo>
                    <a:cubicBezTo>
                      <a:pt x="1746" y="3282"/>
                      <a:pt x="1780" y="3279"/>
                      <a:pt x="1813" y="3274"/>
                    </a:cubicBezTo>
                    <a:cubicBezTo>
                      <a:pt x="1944" y="3274"/>
                      <a:pt x="2054" y="3206"/>
                      <a:pt x="2122" y="3117"/>
                    </a:cubicBezTo>
                    <a:cubicBezTo>
                      <a:pt x="2205" y="2986"/>
                      <a:pt x="2274" y="2834"/>
                      <a:pt x="2274" y="2834"/>
                    </a:cubicBezTo>
                    <a:lnTo>
                      <a:pt x="2205" y="2771"/>
                    </a:lnTo>
                    <a:cubicBezTo>
                      <a:pt x="2205" y="2771"/>
                      <a:pt x="2164" y="2771"/>
                      <a:pt x="2122" y="2792"/>
                    </a:cubicBezTo>
                    <a:cubicBezTo>
                      <a:pt x="2054" y="2792"/>
                      <a:pt x="2012" y="2792"/>
                      <a:pt x="1944" y="2724"/>
                    </a:cubicBezTo>
                    <a:cubicBezTo>
                      <a:pt x="1881" y="2640"/>
                      <a:pt x="1750" y="2551"/>
                      <a:pt x="1682" y="2378"/>
                    </a:cubicBezTo>
                    <a:cubicBezTo>
                      <a:pt x="1619" y="2227"/>
                      <a:pt x="1598" y="1986"/>
                      <a:pt x="1750" y="1572"/>
                    </a:cubicBezTo>
                    <a:cubicBezTo>
                      <a:pt x="1881" y="1179"/>
                      <a:pt x="2122" y="1001"/>
                      <a:pt x="2315" y="917"/>
                    </a:cubicBezTo>
                    <a:cubicBezTo>
                      <a:pt x="2460" y="838"/>
                      <a:pt x="2579" y="827"/>
                      <a:pt x="2634" y="827"/>
                    </a:cubicBezTo>
                    <a:cubicBezTo>
                      <a:pt x="2655" y="827"/>
                      <a:pt x="2666" y="828"/>
                      <a:pt x="2666" y="828"/>
                    </a:cubicBezTo>
                    <a:cubicBezTo>
                      <a:pt x="2750" y="828"/>
                      <a:pt x="2797" y="786"/>
                      <a:pt x="2839" y="718"/>
                    </a:cubicBezTo>
                    <a:cubicBezTo>
                      <a:pt x="2860" y="676"/>
                      <a:pt x="2860" y="608"/>
                      <a:pt x="2860" y="525"/>
                    </a:cubicBezTo>
                    <a:cubicBezTo>
                      <a:pt x="2818" y="394"/>
                      <a:pt x="2687" y="263"/>
                      <a:pt x="2467" y="216"/>
                    </a:cubicBezTo>
                    <a:cubicBezTo>
                      <a:pt x="2336" y="195"/>
                      <a:pt x="1991" y="132"/>
                      <a:pt x="1661" y="85"/>
                    </a:cubicBezTo>
                    <a:cubicBezTo>
                      <a:pt x="1488" y="64"/>
                      <a:pt x="1310" y="22"/>
                      <a:pt x="1179" y="22"/>
                    </a:cubicBezTo>
                    <a:cubicBezTo>
                      <a:pt x="1116" y="22"/>
                      <a:pt x="1074" y="1"/>
                      <a:pt x="102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6"/>
              <p:cNvSpPr/>
              <p:nvPr/>
            </p:nvSpPr>
            <p:spPr>
              <a:xfrm>
                <a:off x="2268316" y="1379955"/>
                <a:ext cx="359707" cy="301872"/>
              </a:xfrm>
              <a:custGeom>
                <a:rect b="b" l="l" r="r" t="t"/>
                <a:pathLst>
                  <a:path extrusionOk="0" h="1926" w="2295">
                    <a:moveTo>
                      <a:pt x="1812" y="1"/>
                    </a:moveTo>
                    <a:lnTo>
                      <a:pt x="110" y="69"/>
                    </a:lnTo>
                    <a:lnTo>
                      <a:pt x="0" y="1530"/>
                    </a:lnTo>
                    <a:cubicBezTo>
                      <a:pt x="0" y="1530"/>
                      <a:pt x="658" y="1926"/>
                      <a:pt x="1305" y="1926"/>
                    </a:cubicBezTo>
                    <a:cubicBezTo>
                      <a:pt x="1336" y="1926"/>
                      <a:pt x="1368" y="1925"/>
                      <a:pt x="1399" y="1923"/>
                    </a:cubicBezTo>
                    <a:cubicBezTo>
                      <a:pt x="2074" y="1881"/>
                      <a:pt x="2294" y="1462"/>
                      <a:pt x="2294" y="1462"/>
                    </a:cubicBezTo>
                    <a:lnTo>
                      <a:pt x="1812" y="1"/>
                    </a:ln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6"/>
              <p:cNvSpPr/>
              <p:nvPr/>
            </p:nvSpPr>
            <p:spPr>
              <a:xfrm>
                <a:off x="2261734" y="1373372"/>
                <a:ext cx="376007" cy="315664"/>
              </a:xfrm>
              <a:custGeom>
                <a:rect b="b" l="l" r="r" t="t"/>
                <a:pathLst>
                  <a:path extrusionOk="0" h="2014" w="2399">
                    <a:moveTo>
                      <a:pt x="1812" y="111"/>
                    </a:moveTo>
                    <a:lnTo>
                      <a:pt x="2294" y="1483"/>
                    </a:lnTo>
                    <a:cubicBezTo>
                      <a:pt x="2268" y="1504"/>
                      <a:pt x="2247" y="1572"/>
                      <a:pt x="2116" y="1682"/>
                    </a:cubicBezTo>
                    <a:cubicBezTo>
                      <a:pt x="1985" y="1766"/>
                      <a:pt x="1770" y="1897"/>
                      <a:pt x="1441" y="1923"/>
                    </a:cubicBezTo>
                    <a:cubicBezTo>
                      <a:pt x="1409" y="1925"/>
                      <a:pt x="1376" y="1926"/>
                      <a:pt x="1344" y="1926"/>
                    </a:cubicBezTo>
                    <a:cubicBezTo>
                      <a:pt x="742" y="1926"/>
                      <a:pt x="150" y="1571"/>
                      <a:pt x="110" y="1551"/>
                    </a:cubicBezTo>
                    <a:lnTo>
                      <a:pt x="199" y="153"/>
                    </a:lnTo>
                    <a:lnTo>
                      <a:pt x="1812" y="111"/>
                    </a:lnTo>
                    <a:close/>
                    <a:moveTo>
                      <a:pt x="1854" y="1"/>
                    </a:moveTo>
                    <a:lnTo>
                      <a:pt x="152" y="43"/>
                    </a:lnTo>
                    <a:lnTo>
                      <a:pt x="110" y="111"/>
                    </a:lnTo>
                    <a:lnTo>
                      <a:pt x="0" y="1572"/>
                    </a:lnTo>
                    <a:lnTo>
                      <a:pt x="21" y="1614"/>
                    </a:lnTo>
                    <a:cubicBezTo>
                      <a:pt x="21" y="1614"/>
                      <a:pt x="648" y="2013"/>
                      <a:pt x="1297" y="2013"/>
                    </a:cubicBezTo>
                    <a:cubicBezTo>
                      <a:pt x="1345" y="2013"/>
                      <a:pt x="1393" y="2011"/>
                      <a:pt x="1441" y="2007"/>
                    </a:cubicBezTo>
                    <a:cubicBezTo>
                      <a:pt x="1791" y="1986"/>
                      <a:pt x="2032" y="1876"/>
                      <a:pt x="2184" y="1766"/>
                    </a:cubicBezTo>
                    <a:cubicBezTo>
                      <a:pt x="2336" y="1635"/>
                      <a:pt x="2399" y="1530"/>
                      <a:pt x="2399" y="1530"/>
                    </a:cubicBezTo>
                    <a:lnTo>
                      <a:pt x="2399" y="1483"/>
                    </a:lnTo>
                    <a:lnTo>
                      <a:pt x="1901" y="43"/>
                    </a:lnTo>
                    <a:lnTo>
                      <a:pt x="1854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6"/>
              <p:cNvSpPr/>
              <p:nvPr/>
            </p:nvSpPr>
            <p:spPr>
              <a:xfrm>
                <a:off x="2182896" y="1431677"/>
                <a:ext cx="102818" cy="136516"/>
              </a:xfrm>
              <a:custGeom>
                <a:rect b="b" l="l" r="r" t="t"/>
                <a:pathLst>
                  <a:path extrusionOk="0" h="871" w="656">
                    <a:moveTo>
                      <a:pt x="482" y="1"/>
                    </a:moveTo>
                    <a:cubicBezTo>
                      <a:pt x="414" y="1"/>
                      <a:pt x="221" y="22"/>
                      <a:pt x="153" y="85"/>
                    </a:cubicBezTo>
                    <a:cubicBezTo>
                      <a:pt x="69" y="174"/>
                      <a:pt x="1" y="325"/>
                      <a:pt x="111" y="545"/>
                    </a:cubicBezTo>
                    <a:cubicBezTo>
                      <a:pt x="221" y="765"/>
                      <a:pt x="545" y="870"/>
                      <a:pt x="545" y="870"/>
                    </a:cubicBezTo>
                    <a:lnTo>
                      <a:pt x="655" y="43"/>
                    </a:lnTo>
                    <a:cubicBezTo>
                      <a:pt x="655" y="43"/>
                      <a:pt x="545" y="1"/>
                      <a:pt x="4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6"/>
              <p:cNvSpPr/>
              <p:nvPr/>
            </p:nvSpPr>
            <p:spPr>
              <a:xfrm>
                <a:off x="2176313" y="1421020"/>
                <a:ext cx="116768" cy="154541"/>
              </a:xfrm>
              <a:custGeom>
                <a:rect b="b" l="l" r="r" t="t"/>
                <a:pathLst>
                  <a:path extrusionOk="0" h="986" w="745">
                    <a:moveTo>
                      <a:pt x="524" y="111"/>
                    </a:moveTo>
                    <a:cubicBezTo>
                      <a:pt x="545" y="111"/>
                      <a:pt x="587" y="132"/>
                      <a:pt x="614" y="132"/>
                    </a:cubicBezTo>
                    <a:cubicBezTo>
                      <a:pt x="634" y="132"/>
                      <a:pt x="634" y="132"/>
                      <a:pt x="634" y="153"/>
                    </a:cubicBezTo>
                    <a:lnTo>
                      <a:pt x="545" y="875"/>
                    </a:lnTo>
                    <a:cubicBezTo>
                      <a:pt x="524" y="854"/>
                      <a:pt x="504" y="854"/>
                      <a:pt x="435" y="807"/>
                    </a:cubicBezTo>
                    <a:cubicBezTo>
                      <a:pt x="352" y="765"/>
                      <a:pt x="242" y="676"/>
                      <a:pt x="195" y="592"/>
                    </a:cubicBezTo>
                    <a:cubicBezTo>
                      <a:pt x="111" y="393"/>
                      <a:pt x="174" y="262"/>
                      <a:pt x="221" y="200"/>
                    </a:cubicBezTo>
                    <a:cubicBezTo>
                      <a:pt x="242" y="179"/>
                      <a:pt x="305" y="153"/>
                      <a:pt x="373" y="132"/>
                    </a:cubicBezTo>
                    <a:cubicBezTo>
                      <a:pt x="435" y="111"/>
                      <a:pt x="504" y="111"/>
                      <a:pt x="524" y="111"/>
                    </a:cubicBezTo>
                    <a:close/>
                    <a:moveTo>
                      <a:pt x="524" y="1"/>
                    </a:moveTo>
                    <a:cubicBezTo>
                      <a:pt x="483" y="1"/>
                      <a:pt x="415" y="22"/>
                      <a:pt x="352" y="22"/>
                    </a:cubicBezTo>
                    <a:cubicBezTo>
                      <a:pt x="284" y="48"/>
                      <a:pt x="195" y="69"/>
                      <a:pt x="153" y="132"/>
                    </a:cubicBezTo>
                    <a:cubicBezTo>
                      <a:pt x="64" y="221"/>
                      <a:pt x="1" y="393"/>
                      <a:pt x="111" y="634"/>
                    </a:cubicBezTo>
                    <a:cubicBezTo>
                      <a:pt x="153" y="765"/>
                      <a:pt x="284" y="854"/>
                      <a:pt x="394" y="917"/>
                    </a:cubicBezTo>
                    <a:cubicBezTo>
                      <a:pt x="483" y="964"/>
                      <a:pt x="566" y="985"/>
                      <a:pt x="566" y="985"/>
                    </a:cubicBezTo>
                    <a:lnTo>
                      <a:pt x="634" y="938"/>
                    </a:lnTo>
                    <a:lnTo>
                      <a:pt x="744" y="111"/>
                    </a:lnTo>
                    <a:lnTo>
                      <a:pt x="718" y="69"/>
                    </a:lnTo>
                    <a:cubicBezTo>
                      <a:pt x="718" y="69"/>
                      <a:pt x="697" y="48"/>
                      <a:pt x="655" y="48"/>
                    </a:cubicBezTo>
                    <a:cubicBezTo>
                      <a:pt x="614" y="22"/>
                      <a:pt x="566" y="1"/>
                      <a:pt x="524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" name="Google Shape;848;p6"/>
              <p:cNvSpPr/>
              <p:nvPr/>
            </p:nvSpPr>
            <p:spPr>
              <a:xfrm>
                <a:off x="2173022" y="1572111"/>
                <a:ext cx="642927" cy="1504656"/>
              </a:xfrm>
              <a:custGeom>
                <a:rect b="b" l="l" r="r" t="t"/>
                <a:pathLst>
                  <a:path extrusionOk="0" h="9600" w="4102">
                    <a:moveTo>
                      <a:pt x="477" y="0"/>
                    </a:moveTo>
                    <a:lnTo>
                      <a:pt x="22" y="131"/>
                    </a:lnTo>
                    <a:cubicBezTo>
                      <a:pt x="22" y="131"/>
                      <a:pt x="64" y="2771"/>
                      <a:pt x="43" y="3488"/>
                    </a:cubicBezTo>
                    <a:cubicBezTo>
                      <a:pt x="1" y="4211"/>
                      <a:pt x="242" y="6939"/>
                      <a:pt x="263" y="7568"/>
                    </a:cubicBezTo>
                    <a:cubicBezTo>
                      <a:pt x="305" y="8201"/>
                      <a:pt x="216" y="8201"/>
                      <a:pt x="305" y="8552"/>
                    </a:cubicBezTo>
                    <a:cubicBezTo>
                      <a:pt x="373" y="8924"/>
                      <a:pt x="566" y="9296"/>
                      <a:pt x="676" y="9448"/>
                    </a:cubicBezTo>
                    <a:cubicBezTo>
                      <a:pt x="765" y="9599"/>
                      <a:pt x="938" y="9599"/>
                      <a:pt x="938" y="9599"/>
                    </a:cubicBezTo>
                    <a:cubicBezTo>
                      <a:pt x="938" y="9599"/>
                      <a:pt x="1132" y="9469"/>
                      <a:pt x="1352" y="9055"/>
                    </a:cubicBezTo>
                    <a:cubicBezTo>
                      <a:pt x="1551" y="8662"/>
                      <a:pt x="1551" y="8379"/>
                      <a:pt x="1834" y="8007"/>
                    </a:cubicBezTo>
                    <a:cubicBezTo>
                      <a:pt x="2117" y="7636"/>
                      <a:pt x="2729" y="7243"/>
                      <a:pt x="3206" y="7002"/>
                    </a:cubicBezTo>
                    <a:cubicBezTo>
                      <a:pt x="3688" y="6740"/>
                      <a:pt x="4101" y="6677"/>
                      <a:pt x="4101" y="6677"/>
                    </a:cubicBezTo>
                    <a:lnTo>
                      <a:pt x="1441" y="435"/>
                    </a:lnTo>
                    <a:cubicBezTo>
                      <a:pt x="1441" y="435"/>
                      <a:pt x="1132" y="304"/>
                      <a:pt x="959" y="236"/>
                    </a:cubicBezTo>
                    <a:cubicBezTo>
                      <a:pt x="807" y="152"/>
                      <a:pt x="477" y="0"/>
                      <a:pt x="4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" name="Google Shape;849;p6"/>
              <p:cNvSpPr/>
              <p:nvPr/>
            </p:nvSpPr>
            <p:spPr>
              <a:xfrm>
                <a:off x="2165655" y="1561454"/>
                <a:ext cx="656876" cy="1521897"/>
              </a:xfrm>
              <a:custGeom>
                <a:rect b="b" l="l" r="r" t="t"/>
                <a:pathLst>
                  <a:path extrusionOk="0" h="9710" w="4191">
                    <a:moveTo>
                      <a:pt x="503" y="110"/>
                    </a:moveTo>
                    <a:cubicBezTo>
                      <a:pt x="524" y="131"/>
                      <a:pt x="833" y="262"/>
                      <a:pt x="985" y="351"/>
                    </a:cubicBezTo>
                    <a:cubicBezTo>
                      <a:pt x="1137" y="435"/>
                      <a:pt x="1420" y="545"/>
                      <a:pt x="1441" y="545"/>
                    </a:cubicBezTo>
                    <a:lnTo>
                      <a:pt x="4085" y="6719"/>
                    </a:lnTo>
                    <a:cubicBezTo>
                      <a:pt x="4017" y="6719"/>
                      <a:pt x="3693" y="6787"/>
                      <a:pt x="3232" y="7007"/>
                    </a:cubicBezTo>
                    <a:cubicBezTo>
                      <a:pt x="2729" y="7269"/>
                      <a:pt x="2143" y="7662"/>
                      <a:pt x="1834" y="8055"/>
                    </a:cubicBezTo>
                    <a:cubicBezTo>
                      <a:pt x="1682" y="8227"/>
                      <a:pt x="1619" y="8400"/>
                      <a:pt x="1551" y="8578"/>
                    </a:cubicBezTo>
                    <a:cubicBezTo>
                      <a:pt x="1488" y="8751"/>
                      <a:pt x="1441" y="8903"/>
                      <a:pt x="1336" y="9102"/>
                    </a:cubicBezTo>
                    <a:cubicBezTo>
                      <a:pt x="1247" y="9296"/>
                      <a:pt x="1137" y="9427"/>
                      <a:pt x="1074" y="9516"/>
                    </a:cubicBezTo>
                    <a:cubicBezTo>
                      <a:pt x="1006" y="9578"/>
                      <a:pt x="985" y="9599"/>
                      <a:pt x="964" y="9599"/>
                    </a:cubicBezTo>
                    <a:cubicBezTo>
                      <a:pt x="964" y="9599"/>
                      <a:pt x="854" y="9599"/>
                      <a:pt x="765" y="9495"/>
                    </a:cubicBezTo>
                    <a:cubicBezTo>
                      <a:pt x="655" y="9338"/>
                      <a:pt x="462" y="8971"/>
                      <a:pt x="393" y="8620"/>
                    </a:cubicBezTo>
                    <a:cubicBezTo>
                      <a:pt x="352" y="8447"/>
                      <a:pt x="352" y="8358"/>
                      <a:pt x="373" y="8227"/>
                    </a:cubicBezTo>
                    <a:cubicBezTo>
                      <a:pt x="373" y="8117"/>
                      <a:pt x="393" y="7945"/>
                      <a:pt x="373" y="7636"/>
                    </a:cubicBezTo>
                    <a:cubicBezTo>
                      <a:pt x="352" y="7311"/>
                      <a:pt x="289" y="6483"/>
                      <a:pt x="221" y="5630"/>
                    </a:cubicBezTo>
                    <a:cubicBezTo>
                      <a:pt x="158" y="4781"/>
                      <a:pt x="111" y="3907"/>
                      <a:pt x="132" y="3556"/>
                    </a:cubicBezTo>
                    <a:cubicBezTo>
                      <a:pt x="179" y="2839"/>
                      <a:pt x="111" y="304"/>
                      <a:pt x="111" y="241"/>
                    </a:cubicBezTo>
                    <a:lnTo>
                      <a:pt x="503" y="110"/>
                    </a:lnTo>
                    <a:close/>
                    <a:moveTo>
                      <a:pt x="503" y="0"/>
                    </a:moveTo>
                    <a:lnTo>
                      <a:pt x="48" y="152"/>
                    </a:lnTo>
                    <a:lnTo>
                      <a:pt x="1" y="199"/>
                    </a:lnTo>
                    <a:cubicBezTo>
                      <a:pt x="1" y="199"/>
                      <a:pt x="69" y="2860"/>
                      <a:pt x="27" y="3556"/>
                    </a:cubicBezTo>
                    <a:cubicBezTo>
                      <a:pt x="1" y="3928"/>
                      <a:pt x="69" y="4781"/>
                      <a:pt x="111" y="5630"/>
                    </a:cubicBezTo>
                    <a:cubicBezTo>
                      <a:pt x="179" y="6483"/>
                      <a:pt x="242" y="7311"/>
                      <a:pt x="263" y="7636"/>
                    </a:cubicBezTo>
                    <a:cubicBezTo>
                      <a:pt x="289" y="7945"/>
                      <a:pt x="263" y="8117"/>
                      <a:pt x="263" y="8227"/>
                    </a:cubicBezTo>
                    <a:cubicBezTo>
                      <a:pt x="263" y="8358"/>
                      <a:pt x="263" y="8447"/>
                      <a:pt x="289" y="8641"/>
                    </a:cubicBezTo>
                    <a:cubicBezTo>
                      <a:pt x="352" y="9013"/>
                      <a:pt x="572" y="9385"/>
                      <a:pt x="682" y="9537"/>
                    </a:cubicBezTo>
                    <a:cubicBezTo>
                      <a:pt x="786" y="9709"/>
                      <a:pt x="985" y="9709"/>
                      <a:pt x="985" y="9709"/>
                    </a:cubicBezTo>
                    <a:lnTo>
                      <a:pt x="1006" y="9709"/>
                    </a:lnTo>
                    <a:cubicBezTo>
                      <a:pt x="1006" y="9709"/>
                      <a:pt x="1074" y="9667"/>
                      <a:pt x="1137" y="9578"/>
                    </a:cubicBezTo>
                    <a:cubicBezTo>
                      <a:pt x="1226" y="9495"/>
                      <a:pt x="1336" y="9364"/>
                      <a:pt x="1441" y="9165"/>
                    </a:cubicBezTo>
                    <a:cubicBezTo>
                      <a:pt x="1551" y="8945"/>
                      <a:pt x="1598" y="8772"/>
                      <a:pt x="1661" y="8599"/>
                    </a:cubicBezTo>
                    <a:cubicBezTo>
                      <a:pt x="1703" y="8447"/>
                      <a:pt x="1771" y="8290"/>
                      <a:pt x="1923" y="8117"/>
                    </a:cubicBezTo>
                    <a:cubicBezTo>
                      <a:pt x="2205" y="7746"/>
                      <a:pt x="2797" y="7353"/>
                      <a:pt x="3274" y="7112"/>
                    </a:cubicBezTo>
                    <a:cubicBezTo>
                      <a:pt x="3756" y="6876"/>
                      <a:pt x="4148" y="6787"/>
                      <a:pt x="4148" y="6787"/>
                    </a:cubicBezTo>
                    <a:lnTo>
                      <a:pt x="4190" y="6719"/>
                    </a:lnTo>
                    <a:lnTo>
                      <a:pt x="1530" y="482"/>
                    </a:lnTo>
                    <a:lnTo>
                      <a:pt x="1509" y="461"/>
                    </a:lnTo>
                    <a:cubicBezTo>
                      <a:pt x="1509" y="461"/>
                      <a:pt x="1179" y="330"/>
                      <a:pt x="1027" y="241"/>
                    </a:cubicBezTo>
                    <a:cubicBezTo>
                      <a:pt x="875" y="173"/>
                      <a:pt x="551" y="0"/>
                      <a:pt x="551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" name="Google Shape;850;p6"/>
              <p:cNvSpPr/>
              <p:nvPr/>
            </p:nvSpPr>
            <p:spPr>
              <a:xfrm>
                <a:off x="2604042" y="1517098"/>
                <a:ext cx="595123" cy="1046676"/>
              </a:xfrm>
              <a:custGeom>
                <a:rect b="b" l="l" r="r" t="t"/>
                <a:pathLst>
                  <a:path extrusionOk="0" h="6678" w="3797">
                    <a:moveTo>
                      <a:pt x="194" y="0"/>
                    </a:moveTo>
                    <a:cubicBezTo>
                      <a:pt x="63" y="0"/>
                      <a:pt x="21" y="89"/>
                      <a:pt x="0" y="194"/>
                    </a:cubicBezTo>
                    <a:cubicBezTo>
                      <a:pt x="0" y="304"/>
                      <a:pt x="42" y="503"/>
                      <a:pt x="42" y="503"/>
                    </a:cubicBezTo>
                    <a:lnTo>
                      <a:pt x="42" y="545"/>
                    </a:lnTo>
                    <a:lnTo>
                      <a:pt x="2399" y="6677"/>
                    </a:lnTo>
                    <a:cubicBezTo>
                      <a:pt x="2399" y="6677"/>
                      <a:pt x="2661" y="6677"/>
                      <a:pt x="3074" y="6567"/>
                    </a:cubicBezTo>
                    <a:cubicBezTo>
                      <a:pt x="3556" y="6437"/>
                      <a:pt x="3797" y="6154"/>
                      <a:pt x="3797" y="6154"/>
                    </a:cubicBezTo>
                    <a:cubicBezTo>
                      <a:pt x="3797" y="6154"/>
                      <a:pt x="2357" y="3336"/>
                      <a:pt x="1917" y="2289"/>
                    </a:cubicBezTo>
                    <a:cubicBezTo>
                      <a:pt x="1482" y="1242"/>
                      <a:pt x="1089" y="220"/>
                      <a:pt x="1089" y="220"/>
                    </a:cubicBezTo>
                    <a:cubicBezTo>
                      <a:pt x="1089" y="220"/>
                      <a:pt x="325" y="0"/>
                      <a:pt x="19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1" name="Google Shape;851;p6"/>
              <p:cNvSpPr/>
              <p:nvPr/>
            </p:nvSpPr>
            <p:spPr>
              <a:xfrm>
                <a:off x="2596676" y="1508791"/>
                <a:ext cx="609072" cy="1061723"/>
              </a:xfrm>
              <a:custGeom>
                <a:rect b="b" l="l" r="r" t="t"/>
                <a:pathLst>
                  <a:path extrusionOk="0" h="6774" w="3886">
                    <a:moveTo>
                      <a:pt x="241" y="95"/>
                    </a:moveTo>
                    <a:cubicBezTo>
                      <a:pt x="262" y="95"/>
                      <a:pt x="351" y="116"/>
                      <a:pt x="440" y="142"/>
                    </a:cubicBezTo>
                    <a:cubicBezTo>
                      <a:pt x="524" y="163"/>
                      <a:pt x="613" y="184"/>
                      <a:pt x="723" y="205"/>
                    </a:cubicBezTo>
                    <a:cubicBezTo>
                      <a:pt x="917" y="273"/>
                      <a:pt x="1074" y="315"/>
                      <a:pt x="1095" y="315"/>
                    </a:cubicBezTo>
                    <a:cubicBezTo>
                      <a:pt x="1095" y="336"/>
                      <a:pt x="1487" y="1321"/>
                      <a:pt x="1922" y="2368"/>
                    </a:cubicBezTo>
                    <a:cubicBezTo>
                      <a:pt x="2357" y="3415"/>
                      <a:pt x="3755" y="6139"/>
                      <a:pt x="3776" y="6207"/>
                    </a:cubicBezTo>
                    <a:cubicBezTo>
                      <a:pt x="3755" y="6228"/>
                      <a:pt x="3561" y="6448"/>
                      <a:pt x="3100" y="6579"/>
                    </a:cubicBezTo>
                    <a:cubicBezTo>
                      <a:pt x="2848" y="6653"/>
                      <a:pt x="2669" y="6665"/>
                      <a:pt x="2571" y="6665"/>
                    </a:cubicBezTo>
                    <a:cubicBezTo>
                      <a:pt x="2524" y="6665"/>
                      <a:pt x="2496" y="6662"/>
                      <a:pt x="2488" y="6662"/>
                    </a:cubicBezTo>
                    <a:lnTo>
                      <a:pt x="157" y="577"/>
                    </a:lnTo>
                    <a:lnTo>
                      <a:pt x="157" y="556"/>
                    </a:lnTo>
                    <a:lnTo>
                      <a:pt x="157" y="535"/>
                    </a:lnTo>
                    <a:cubicBezTo>
                      <a:pt x="157" y="535"/>
                      <a:pt x="131" y="488"/>
                      <a:pt x="110" y="425"/>
                    </a:cubicBezTo>
                    <a:lnTo>
                      <a:pt x="110" y="273"/>
                    </a:lnTo>
                    <a:cubicBezTo>
                      <a:pt x="110" y="226"/>
                      <a:pt x="131" y="184"/>
                      <a:pt x="157" y="142"/>
                    </a:cubicBezTo>
                    <a:cubicBezTo>
                      <a:pt x="178" y="116"/>
                      <a:pt x="199" y="116"/>
                      <a:pt x="241" y="95"/>
                    </a:cubicBezTo>
                    <a:close/>
                    <a:moveTo>
                      <a:pt x="292" y="0"/>
                    </a:moveTo>
                    <a:cubicBezTo>
                      <a:pt x="272" y="0"/>
                      <a:pt x="255" y="4"/>
                      <a:pt x="241" y="11"/>
                    </a:cubicBezTo>
                    <a:cubicBezTo>
                      <a:pt x="178" y="11"/>
                      <a:pt x="110" y="32"/>
                      <a:pt x="68" y="74"/>
                    </a:cubicBezTo>
                    <a:cubicBezTo>
                      <a:pt x="26" y="142"/>
                      <a:pt x="26" y="184"/>
                      <a:pt x="0" y="247"/>
                    </a:cubicBezTo>
                    <a:cubicBezTo>
                      <a:pt x="0" y="315"/>
                      <a:pt x="0" y="404"/>
                      <a:pt x="26" y="446"/>
                    </a:cubicBezTo>
                    <a:cubicBezTo>
                      <a:pt x="26" y="509"/>
                      <a:pt x="47" y="556"/>
                      <a:pt x="47" y="556"/>
                    </a:cubicBezTo>
                    <a:lnTo>
                      <a:pt x="47" y="598"/>
                    </a:lnTo>
                    <a:lnTo>
                      <a:pt x="47" y="619"/>
                    </a:lnTo>
                    <a:lnTo>
                      <a:pt x="2404" y="6751"/>
                    </a:lnTo>
                    <a:lnTo>
                      <a:pt x="2446" y="6772"/>
                    </a:lnTo>
                    <a:cubicBezTo>
                      <a:pt x="2446" y="6772"/>
                      <a:pt x="2461" y="6774"/>
                      <a:pt x="2491" y="6774"/>
                    </a:cubicBezTo>
                    <a:cubicBezTo>
                      <a:pt x="2583" y="6774"/>
                      <a:pt x="2813" y="6762"/>
                      <a:pt x="3142" y="6662"/>
                    </a:cubicBezTo>
                    <a:cubicBezTo>
                      <a:pt x="3645" y="6531"/>
                      <a:pt x="3886" y="6249"/>
                      <a:pt x="3886" y="6249"/>
                    </a:cubicBezTo>
                    <a:lnTo>
                      <a:pt x="3886" y="6186"/>
                    </a:lnTo>
                    <a:cubicBezTo>
                      <a:pt x="3886" y="6186"/>
                      <a:pt x="2446" y="3368"/>
                      <a:pt x="2011" y="2321"/>
                    </a:cubicBezTo>
                    <a:cubicBezTo>
                      <a:pt x="1597" y="1274"/>
                      <a:pt x="1178" y="247"/>
                      <a:pt x="1178" y="247"/>
                    </a:cubicBezTo>
                    <a:lnTo>
                      <a:pt x="1136" y="226"/>
                    </a:lnTo>
                    <a:cubicBezTo>
                      <a:pt x="1136" y="226"/>
                      <a:pt x="964" y="163"/>
                      <a:pt x="744" y="95"/>
                    </a:cubicBezTo>
                    <a:cubicBezTo>
                      <a:pt x="655" y="74"/>
                      <a:pt x="550" y="53"/>
                      <a:pt x="461" y="32"/>
                    </a:cubicBezTo>
                    <a:cubicBezTo>
                      <a:pt x="399" y="18"/>
                      <a:pt x="339" y="0"/>
                      <a:pt x="292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2" name="Google Shape;852;p6"/>
              <p:cNvSpPr/>
              <p:nvPr/>
            </p:nvSpPr>
            <p:spPr>
              <a:xfrm>
                <a:off x="2108290" y="1424311"/>
                <a:ext cx="273503" cy="342466"/>
              </a:xfrm>
              <a:custGeom>
                <a:rect b="b" l="l" r="r" t="t"/>
                <a:pathLst>
                  <a:path extrusionOk="0" h="2185" w="1745">
                    <a:moveTo>
                      <a:pt x="1110" y="1"/>
                    </a:moveTo>
                    <a:cubicBezTo>
                      <a:pt x="1110" y="1"/>
                      <a:pt x="718" y="48"/>
                      <a:pt x="629" y="90"/>
                    </a:cubicBezTo>
                    <a:cubicBezTo>
                      <a:pt x="545" y="132"/>
                      <a:pt x="367" y="241"/>
                      <a:pt x="194" y="482"/>
                    </a:cubicBezTo>
                    <a:cubicBezTo>
                      <a:pt x="0" y="723"/>
                      <a:pt x="42" y="765"/>
                      <a:pt x="105" y="896"/>
                    </a:cubicBezTo>
                    <a:cubicBezTo>
                      <a:pt x="173" y="1027"/>
                      <a:pt x="1199" y="2184"/>
                      <a:pt x="1199" y="2184"/>
                    </a:cubicBezTo>
                    <a:lnTo>
                      <a:pt x="1744" y="1247"/>
                    </a:lnTo>
                    <a:cubicBezTo>
                      <a:pt x="1744" y="1247"/>
                      <a:pt x="1048" y="765"/>
                      <a:pt x="828" y="634"/>
                    </a:cubicBezTo>
                    <a:cubicBezTo>
                      <a:pt x="608" y="524"/>
                      <a:pt x="566" y="310"/>
                      <a:pt x="676" y="200"/>
                    </a:cubicBezTo>
                    <a:cubicBezTo>
                      <a:pt x="786" y="90"/>
                      <a:pt x="1131" y="90"/>
                      <a:pt x="1131" y="90"/>
                    </a:cubicBezTo>
                    <a:lnTo>
                      <a:pt x="111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3" name="Google Shape;853;p6"/>
              <p:cNvSpPr/>
              <p:nvPr/>
            </p:nvSpPr>
            <p:spPr>
              <a:xfrm>
                <a:off x="2108290" y="1417728"/>
                <a:ext cx="279929" cy="355632"/>
              </a:xfrm>
              <a:custGeom>
                <a:rect b="b" l="l" r="r" t="t"/>
                <a:pathLst>
                  <a:path extrusionOk="0" h="2269" w="1786">
                    <a:moveTo>
                      <a:pt x="667" y="172"/>
                    </a:moveTo>
                    <a:cubicBezTo>
                      <a:pt x="653" y="179"/>
                      <a:pt x="640" y="188"/>
                      <a:pt x="629" y="200"/>
                    </a:cubicBezTo>
                    <a:cubicBezTo>
                      <a:pt x="566" y="263"/>
                      <a:pt x="545" y="373"/>
                      <a:pt x="566" y="482"/>
                    </a:cubicBezTo>
                    <a:cubicBezTo>
                      <a:pt x="608" y="566"/>
                      <a:pt x="676" y="655"/>
                      <a:pt x="786" y="723"/>
                    </a:cubicBezTo>
                    <a:cubicBezTo>
                      <a:pt x="1000" y="854"/>
                      <a:pt x="1613" y="1268"/>
                      <a:pt x="1676" y="1289"/>
                    </a:cubicBezTo>
                    <a:lnTo>
                      <a:pt x="1199" y="2137"/>
                    </a:lnTo>
                    <a:cubicBezTo>
                      <a:pt x="1152" y="2095"/>
                      <a:pt x="958" y="1876"/>
                      <a:pt x="718" y="1593"/>
                    </a:cubicBezTo>
                    <a:cubicBezTo>
                      <a:pt x="587" y="1441"/>
                      <a:pt x="456" y="1289"/>
                      <a:pt x="346" y="1158"/>
                    </a:cubicBezTo>
                    <a:cubicBezTo>
                      <a:pt x="304" y="1090"/>
                      <a:pt x="262" y="1048"/>
                      <a:pt x="215" y="1006"/>
                    </a:cubicBezTo>
                    <a:cubicBezTo>
                      <a:pt x="194" y="959"/>
                      <a:pt x="173" y="917"/>
                      <a:pt x="173" y="917"/>
                    </a:cubicBezTo>
                    <a:cubicBezTo>
                      <a:pt x="131" y="854"/>
                      <a:pt x="105" y="807"/>
                      <a:pt x="105" y="786"/>
                    </a:cubicBezTo>
                    <a:cubicBezTo>
                      <a:pt x="105" y="744"/>
                      <a:pt x="152" y="676"/>
                      <a:pt x="236" y="566"/>
                    </a:cubicBezTo>
                    <a:cubicBezTo>
                      <a:pt x="414" y="331"/>
                      <a:pt x="587" y="221"/>
                      <a:pt x="655" y="174"/>
                    </a:cubicBezTo>
                    <a:cubicBezTo>
                      <a:pt x="658" y="174"/>
                      <a:pt x="662" y="173"/>
                      <a:pt x="667" y="172"/>
                    </a:cubicBezTo>
                    <a:close/>
                    <a:moveTo>
                      <a:pt x="1110" y="1"/>
                    </a:moveTo>
                    <a:cubicBezTo>
                      <a:pt x="1110" y="1"/>
                      <a:pt x="1000" y="1"/>
                      <a:pt x="890" y="22"/>
                    </a:cubicBezTo>
                    <a:cubicBezTo>
                      <a:pt x="849" y="22"/>
                      <a:pt x="786" y="43"/>
                      <a:pt x="739" y="43"/>
                    </a:cubicBezTo>
                    <a:cubicBezTo>
                      <a:pt x="676" y="43"/>
                      <a:pt x="655" y="69"/>
                      <a:pt x="608" y="90"/>
                    </a:cubicBezTo>
                    <a:cubicBezTo>
                      <a:pt x="524" y="132"/>
                      <a:pt x="346" y="263"/>
                      <a:pt x="152" y="503"/>
                    </a:cubicBezTo>
                    <a:cubicBezTo>
                      <a:pt x="63" y="613"/>
                      <a:pt x="21" y="697"/>
                      <a:pt x="0" y="765"/>
                    </a:cubicBezTo>
                    <a:cubicBezTo>
                      <a:pt x="0" y="854"/>
                      <a:pt x="42" y="896"/>
                      <a:pt x="63" y="959"/>
                    </a:cubicBezTo>
                    <a:cubicBezTo>
                      <a:pt x="84" y="985"/>
                      <a:pt x="105" y="1027"/>
                      <a:pt x="131" y="1069"/>
                    </a:cubicBezTo>
                    <a:cubicBezTo>
                      <a:pt x="173" y="1116"/>
                      <a:pt x="215" y="1158"/>
                      <a:pt x="283" y="1221"/>
                    </a:cubicBezTo>
                    <a:cubicBezTo>
                      <a:pt x="367" y="1352"/>
                      <a:pt x="498" y="1509"/>
                      <a:pt x="655" y="1661"/>
                    </a:cubicBezTo>
                    <a:cubicBezTo>
                      <a:pt x="917" y="1985"/>
                      <a:pt x="1152" y="2268"/>
                      <a:pt x="1152" y="2268"/>
                    </a:cubicBezTo>
                    <a:lnTo>
                      <a:pt x="1241" y="2268"/>
                    </a:lnTo>
                    <a:lnTo>
                      <a:pt x="1786" y="1310"/>
                    </a:lnTo>
                    <a:lnTo>
                      <a:pt x="1765" y="1247"/>
                    </a:lnTo>
                    <a:cubicBezTo>
                      <a:pt x="1765" y="1247"/>
                      <a:pt x="1068" y="765"/>
                      <a:pt x="849" y="634"/>
                    </a:cubicBezTo>
                    <a:cubicBezTo>
                      <a:pt x="739" y="592"/>
                      <a:pt x="697" y="503"/>
                      <a:pt x="676" y="435"/>
                    </a:cubicBezTo>
                    <a:cubicBezTo>
                      <a:pt x="655" y="373"/>
                      <a:pt x="676" y="304"/>
                      <a:pt x="718" y="283"/>
                    </a:cubicBezTo>
                    <a:cubicBezTo>
                      <a:pt x="739" y="242"/>
                      <a:pt x="849" y="200"/>
                      <a:pt x="958" y="200"/>
                    </a:cubicBezTo>
                    <a:cubicBezTo>
                      <a:pt x="988" y="191"/>
                      <a:pt x="1017" y="188"/>
                      <a:pt x="1043" y="188"/>
                    </a:cubicBezTo>
                    <a:cubicBezTo>
                      <a:pt x="1094" y="188"/>
                      <a:pt x="1131" y="200"/>
                      <a:pt x="1131" y="200"/>
                    </a:cubicBezTo>
                    <a:lnTo>
                      <a:pt x="1178" y="132"/>
                    </a:lnTo>
                    <a:lnTo>
                      <a:pt x="1178" y="43"/>
                    </a:lnTo>
                    <a:lnTo>
                      <a:pt x="1110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4" name="Google Shape;854;p6"/>
              <p:cNvSpPr/>
              <p:nvPr/>
            </p:nvSpPr>
            <p:spPr>
              <a:xfrm>
                <a:off x="2549342" y="1396256"/>
                <a:ext cx="177894" cy="209555"/>
              </a:xfrm>
              <a:custGeom>
                <a:rect b="b" l="l" r="r" t="t"/>
                <a:pathLst>
                  <a:path extrusionOk="0" h="1337" w="1135">
                    <a:moveTo>
                      <a:pt x="428" y="1286"/>
                    </a:moveTo>
                    <a:cubicBezTo>
                      <a:pt x="467" y="1328"/>
                      <a:pt x="522" y="1337"/>
                      <a:pt x="522" y="1337"/>
                    </a:cubicBezTo>
                    <a:cubicBezTo>
                      <a:pt x="522" y="1337"/>
                      <a:pt x="475" y="1322"/>
                      <a:pt x="428" y="1286"/>
                    </a:cubicBezTo>
                    <a:close/>
                    <a:moveTo>
                      <a:pt x="132" y="1"/>
                    </a:moveTo>
                    <a:cubicBezTo>
                      <a:pt x="71" y="1"/>
                      <a:pt x="0" y="169"/>
                      <a:pt x="19" y="269"/>
                    </a:cubicBezTo>
                    <a:cubicBezTo>
                      <a:pt x="40" y="379"/>
                      <a:pt x="328" y="1075"/>
                      <a:pt x="349" y="1185"/>
                    </a:cubicBezTo>
                    <a:cubicBezTo>
                      <a:pt x="366" y="1229"/>
                      <a:pt x="397" y="1262"/>
                      <a:pt x="428" y="1286"/>
                    </a:cubicBezTo>
                    <a:lnTo>
                      <a:pt x="428" y="1286"/>
                    </a:lnTo>
                    <a:cubicBezTo>
                      <a:pt x="407" y="1263"/>
                      <a:pt x="391" y="1231"/>
                      <a:pt x="391" y="1185"/>
                    </a:cubicBezTo>
                    <a:cubicBezTo>
                      <a:pt x="406" y="1110"/>
                      <a:pt x="462" y="1076"/>
                      <a:pt x="531" y="1076"/>
                    </a:cubicBezTo>
                    <a:cubicBezTo>
                      <a:pt x="563" y="1076"/>
                      <a:pt x="598" y="1083"/>
                      <a:pt x="632" y="1096"/>
                    </a:cubicBezTo>
                    <a:cubicBezTo>
                      <a:pt x="742" y="1143"/>
                      <a:pt x="1135" y="1337"/>
                      <a:pt x="1135" y="1337"/>
                    </a:cubicBezTo>
                    <a:cubicBezTo>
                      <a:pt x="1135" y="1337"/>
                      <a:pt x="894" y="661"/>
                      <a:pt x="805" y="530"/>
                    </a:cubicBezTo>
                    <a:cubicBezTo>
                      <a:pt x="721" y="400"/>
                      <a:pt x="239" y="49"/>
                      <a:pt x="150" y="7"/>
                    </a:cubicBezTo>
                    <a:cubicBezTo>
                      <a:pt x="144" y="3"/>
                      <a:pt x="138" y="1"/>
                      <a:pt x="1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5" name="Google Shape;855;p6"/>
              <p:cNvSpPr/>
              <p:nvPr/>
            </p:nvSpPr>
            <p:spPr>
              <a:xfrm>
                <a:off x="2542445" y="1388262"/>
                <a:ext cx="194665" cy="225071"/>
              </a:xfrm>
              <a:custGeom>
                <a:rect b="b" l="l" r="r" t="t"/>
                <a:pathLst>
                  <a:path extrusionOk="0" h="1436" w="1242">
                    <a:moveTo>
                      <a:pt x="173" y="100"/>
                    </a:moveTo>
                    <a:cubicBezTo>
                      <a:pt x="194" y="100"/>
                      <a:pt x="241" y="147"/>
                      <a:pt x="304" y="189"/>
                    </a:cubicBezTo>
                    <a:cubicBezTo>
                      <a:pt x="346" y="210"/>
                      <a:pt x="414" y="278"/>
                      <a:pt x="503" y="320"/>
                    </a:cubicBezTo>
                    <a:cubicBezTo>
                      <a:pt x="566" y="388"/>
                      <a:pt x="634" y="451"/>
                      <a:pt x="697" y="492"/>
                    </a:cubicBezTo>
                    <a:cubicBezTo>
                      <a:pt x="765" y="540"/>
                      <a:pt x="807" y="581"/>
                      <a:pt x="807" y="602"/>
                    </a:cubicBezTo>
                    <a:cubicBezTo>
                      <a:pt x="828" y="650"/>
                      <a:pt x="849" y="712"/>
                      <a:pt x="896" y="780"/>
                    </a:cubicBezTo>
                    <a:cubicBezTo>
                      <a:pt x="938" y="864"/>
                      <a:pt x="959" y="953"/>
                      <a:pt x="1001" y="1063"/>
                    </a:cubicBezTo>
                    <a:cubicBezTo>
                      <a:pt x="1048" y="1173"/>
                      <a:pt x="1069" y="1215"/>
                      <a:pt x="1090" y="1278"/>
                    </a:cubicBezTo>
                    <a:cubicBezTo>
                      <a:pt x="980" y="1236"/>
                      <a:pt x="765" y="1147"/>
                      <a:pt x="676" y="1105"/>
                    </a:cubicBezTo>
                    <a:cubicBezTo>
                      <a:pt x="646" y="1090"/>
                      <a:pt x="604" y="1076"/>
                      <a:pt x="559" y="1076"/>
                    </a:cubicBezTo>
                    <a:cubicBezTo>
                      <a:pt x="540" y="1076"/>
                      <a:pt x="522" y="1078"/>
                      <a:pt x="503" y="1084"/>
                    </a:cubicBezTo>
                    <a:cubicBezTo>
                      <a:pt x="456" y="1105"/>
                      <a:pt x="456" y="1147"/>
                      <a:pt x="435" y="1173"/>
                    </a:cubicBezTo>
                    <a:cubicBezTo>
                      <a:pt x="414" y="1147"/>
                      <a:pt x="414" y="1105"/>
                      <a:pt x="393" y="1042"/>
                    </a:cubicBezTo>
                    <a:cubicBezTo>
                      <a:pt x="346" y="974"/>
                      <a:pt x="325" y="864"/>
                      <a:pt x="283" y="754"/>
                    </a:cubicBezTo>
                    <a:cubicBezTo>
                      <a:pt x="241" y="670"/>
                      <a:pt x="194" y="561"/>
                      <a:pt x="173" y="471"/>
                    </a:cubicBezTo>
                    <a:cubicBezTo>
                      <a:pt x="152" y="409"/>
                      <a:pt x="131" y="320"/>
                      <a:pt x="110" y="320"/>
                    </a:cubicBezTo>
                    <a:cubicBezTo>
                      <a:pt x="110" y="278"/>
                      <a:pt x="131" y="210"/>
                      <a:pt x="152" y="147"/>
                    </a:cubicBezTo>
                    <a:cubicBezTo>
                      <a:pt x="152" y="126"/>
                      <a:pt x="173" y="126"/>
                      <a:pt x="173" y="100"/>
                    </a:cubicBezTo>
                    <a:close/>
                    <a:moveTo>
                      <a:pt x="171" y="0"/>
                    </a:moveTo>
                    <a:cubicBezTo>
                      <a:pt x="152" y="0"/>
                      <a:pt x="131" y="5"/>
                      <a:pt x="110" y="16"/>
                    </a:cubicBezTo>
                    <a:cubicBezTo>
                      <a:pt x="84" y="37"/>
                      <a:pt x="63" y="79"/>
                      <a:pt x="42" y="100"/>
                    </a:cubicBezTo>
                    <a:cubicBezTo>
                      <a:pt x="21" y="168"/>
                      <a:pt x="0" y="257"/>
                      <a:pt x="21" y="320"/>
                    </a:cubicBezTo>
                    <a:cubicBezTo>
                      <a:pt x="21" y="362"/>
                      <a:pt x="42" y="430"/>
                      <a:pt x="63" y="519"/>
                    </a:cubicBezTo>
                    <a:cubicBezTo>
                      <a:pt x="110" y="602"/>
                      <a:pt x="131" y="691"/>
                      <a:pt x="173" y="801"/>
                    </a:cubicBezTo>
                    <a:cubicBezTo>
                      <a:pt x="215" y="911"/>
                      <a:pt x="262" y="995"/>
                      <a:pt x="283" y="1084"/>
                    </a:cubicBezTo>
                    <a:cubicBezTo>
                      <a:pt x="325" y="1173"/>
                      <a:pt x="346" y="1236"/>
                      <a:pt x="346" y="1257"/>
                    </a:cubicBezTo>
                    <a:cubicBezTo>
                      <a:pt x="372" y="1325"/>
                      <a:pt x="393" y="1304"/>
                      <a:pt x="435" y="1325"/>
                    </a:cubicBezTo>
                    <a:cubicBezTo>
                      <a:pt x="456" y="1346"/>
                      <a:pt x="456" y="1388"/>
                      <a:pt x="477" y="1409"/>
                    </a:cubicBezTo>
                    <a:cubicBezTo>
                      <a:pt x="524" y="1435"/>
                      <a:pt x="545" y="1435"/>
                      <a:pt x="545" y="1435"/>
                    </a:cubicBezTo>
                    <a:lnTo>
                      <a:pt x="566" y="1435"/>
                    </a:lnTo>
                    <a:lnTo>
                      <a:pt x="587" y="1346"/>
                    </a:lnTo>
                    <a:cubicBezTo>
                      <a:pt x="587" y="1346"/>
                      <a:pt x="545" y="1304"/>
                      <a:pt x="503" y="1278"/>
                    </a:cubicBezTo>
                    <a:lnTo>
                      <a:pt x="503" y="1257"/>
                    </a:lnTo>
                    <a:cubicBezTo>
                      <a:pt x="503" y="1215"/>
                      <a:pt x="524" y="1194"/>
                      <a:pt x="545" y="1194"/>
                    </a:cubicBezTo>
                    <a:cubicBezTo>
                      <a:pt x="552" y="1187"/>
                      <a:pt x="559" y="1185"/>
                      <a:pt x="568" y="1185"/>
                    </a:cubicBezTo>
                    <a:cubicBezTo>
                      <a:pt x="585" y="1185"/>
                      <a:pt x="610" y="1194"/>
                      <a:pt x="655" y="1194"/>
                    </a:cubicBezTo>
                    <a:cubicBezTo>
                      <a:pt x="739" y="1236"/>
                      <a:pt x="1158" y="1435"/>
                      <a:pt x="1158" y="1435"/>
                    </a:cubicBezTo>
                    <a:lnTo>
                      <a:pt x="1242" y="1367"/>
                    </a:lnTo>
                    <a:cubicBezTo>
                      <a:pt x="1242" y="1367"/>
                      <a:pt x="1179" y="1194"/>
                      <a:pt x="1111" y="1016"/>
                    </a:cubicBezTo>
                    <a:cubicBezTo>
                      <a:pt x="1069" y="932"/>
                      <a:pt x="1027" y="822"/>
                      <a:pt x="1001" y="733"/>
                    </a:cubicBezTo>
                    <a:cubicBezTo>
                      <a:pt x="959" y="670"/>
                      <a:pt x="938" y="602"/>
                      <a:pt x="896" y="561"/>
                    </a:cubicBezTo>
                    <a:cubicBezTo>
                      <a:pt x="870" y="519"/>
                      <a:pt x="828" y="471"/>
                      <a:pt x="765" y="409"/>
                    </a:cubicBezTo>
                    <a:cubicBezTo>
                      <a:pt x="697" y="362"/>
                      <a:pt x="634" y="299"/>
                      <a:pt x="566" y="257"/>
                    </a:cubicBezTo>
                    <a:cubicBezTo>
                      <a:pt x="477" y="189"/>
                      <a:pt x="414" y="126"/>
                      <a:pt x="346" y="100"/>
                    </a:cubicBezTo>
                    <a:cubicBezTo>
                      <a:pt x="304" y="58"/>
                      <a:pt x="262" y="16"/>
                      <a:pt x="215" y="16"/>
                    </a:cubicBezTo>
                    <a:cubicBezTo>
                      <a:pt x="205" y="5"/>
                      <a:pt x="189" y="0"/>
                      <a:pt x="171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6"/>
              <p:cNvSpPr/>
              <p:nvPr/>
            </p:nvSpPr>
            <p:spPr>
              <a:xfrm>
                <a:off x="3653851" y="2085103"/>
                <a:ext cx="256262" cy="246387"/>
              </a:xfrm>
              <a:custGeom>
                <a:rect b="b" l="l" r="r" t="t"/>
                <a:pathLst>
                  <a:path extrusionOk="0" h="1572" w="1635">
                    <a:moveTo>
                      <a:pt x="173" y="0"/>
                    </a:moveTo>
                    <a:cubicBezTo>
                      <a:pt x="173" y="0"/>
                      <a:pt x="0" y="215"/>
                      <a:pt x="63" y="435"/>
                    </a:cubicBezTo>
                    <a:cubicBezTo>
                      <a:pt x="110" y="676"/>
                      <a:pt x="283" y="917"/>
                      <a:pt x="634" y="1152"/>
                    </a:cubicBezTo>
                    <a:cubicBezTo>
                      <a:pt x="906" y="1354"/>
                      <a:pt x="1197" y="1571"/>
                      <a:pt x="1348" y="1571"/>
                    </a:cubicBezTo>
                    <a:cubicBezTo>
                      <a:pt x="1378" y="1571"/>
                      <a:pt x="1402" y="1563"/>
                      <a:pt x="1419" y="1545"/>
                    </a:cubicBezTo>
                    <a:cubicBezTo>
                      <a:pt x="1529" y="1440"/>
                      <a:pt x="1634" y="1022"/>
                      <a:pt x="1372" y="697"/>
                    </a:cubicBezTo>
                    <a:cubicBezTo>
                      <a:pt x="1089" y="367"/>
                      <a:pt x="456" y="42"/>
                      <a:pt x="173" y="0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7" name="Google Shape;857;p6"/>
              <p:cNvSpPr/>
              <p:nvPr/>
            </p:nvSpPr>
            <p:spPr>
              <a:xfrm>
                <a:off x="3657143" y="2077736"/>
                <a:ext cx="246387" cy="262531"/>
              </a:xfrm>
              <a:custGeom>
                <a:rect b="b" l="l" r="r" t="t"/>
                <a:pathLst>
                  <a:path extrusionOk="0" h="1675" w="1572">
                    <a:moveTo>
                      <a:pt x="173" y="0"/>
                    </a:moveTo>
                    <a:lnTo>
                      <a:pt x="110" y="21"/>
                    </a:lnTo>
                    <a:cubicBezTo>
                      <a:pt x="110" y="21"/>
                      <a:pt x="89" y="47"/>
                      <a:pt x="68" y="89"/>
                    </a:cubicBezTo>
                    <a:lnTo>
                      <a:pt x="110" y="89"/>
                    </a:lnTo>
                    <a:lnTo>
                      <a:pt x="199" y="110"/>
                    </a:lnTo>
                    <a:cubicBezTo>
                      <a:pt x="330" y="131"/>
                      <a:pt x="524" y="220"/>
                      <a:pt x="744" y="330"/>
                    </a:cubicBezTo>
                    <a:cubicBezTo>
                      <a:pt x="959" y="461"/>
                      <a:pt x="1178" y="634"/>
                      <a:pt x="1309" y="786"/>
                    </a:cubicBezTo>
                    <a:cubicBezTo>
                      <a:pt x="1440" y="938"/>
                      <a:pt x="1482" y="1095"/>
                      <a:pt x="1461" y="1247"/>
                    </a:cubicBezTo>
                    <a:cubicBezTo>
                      <a:pt x="1461" y="1398"/>
                      <a:pt x="1398" y="1529"/>
                      <a:pt x="1377" y="1550"/>
                    </a:cubicBezTo>
                    <a:cubicBezTo>
                      <a:pt x="1351" y="1571"/>
                      <a:pt x="1330" y="1571"/>
                      <a:pt x="1288" y="1571"/>
                    </a:cubicBezTo>
                    <a:cubicBezTo>
                      <a:pt x="1247" y="1550"/>
                      <a:pt x="1178" y="1529"/>
                      <a:pt x="1116" y="1487"/>
                    </a:cubicBezTo>
                    <a:cubicBezTo>
                      <a:pt x="985" y="1398"/>
                      <a:pt x="807" y="1288"/>
                      <a:pt x="634" y="1158"/>
                    </a:cubicBezTo>
                    <a:cubicBezTo>
                      <a:pt x="330" y="938"/>
                      <a:pt x="152" y="723"/>
                      <a:pt x="110" y="524"/>
                    </a:cubicBezTo>
                    <a:lnTo>
                      <a:pt x="89" y="524"/>
                    </a:lnTo>
                    <a:cubicBezTo>
                      <a:pt x="68" y="545"/>
                      <a:pt x="42" y="571"/>
                      <a:pt x="0" y="571"/>
                    </a:cubicBezTo>
                    <a:cubicBezTo>
                      <a:pt x="89" y="807"/>
                      <a:pt x="262" y="1027"/>
                      <a:pt x="566" y="1247"/>
                    </a:cubicBezTo>
                    <a:cubicBezTo>
                      <a:pt x="744" y="1357"/>
                      <a:pt x="917" y="1487"/>
                      <a:pt x="1068" y="1571"/>
                    </a:cubicBezTo>
                    <a:cubicBezTo>
                      <a:pt x="1137" y="1618"/>
                      <a:pt x="1199" y="1660"/>
                      <a:pt x="1267" y="1660"/>
                    </a:cubicBezTo>
                    <a:cubicBezTo>
                      <a:pt x="1294" y="1669"/>
                      <a:pt x="1320" y="1674"/>
                      <a:pt x="1346" y="1674"/>
                    </a:cubicBezTo>
                    <a:cubicBezTo>
                      <a:pt x="1382" y="1674"/>
                      <a:pt x="1416" y="1664"/>
                      <a:pt x="1440" y="1639"/>
                    </a:cubicBezTo>
                    <a:cubicBezTo>
                      <a:pt x="1508" y="1571"/>
                      <a:pt x="1571" y="1419"/>
                      <a:pt x="1571" y="1268"/>
                    </a:cubicBezTo>
                    <a:cubicBezTo>
                      <a:pt x="1571" y="1095"/>
                      <a:pt x="1550" y="896"/>
                      <a:pt x="1398" y="723"/>
                    </a:cubicBezTo>
                    <a:cubicBezTo>
                      <a:pt x="1247" y="545"/>
                      <a:pt x="1027" y="372"/>
                      <a:pt x="786" y="241"/>
                    </a:cubicBezTo>
                    <a:cubicBezTo>
                      <a:pt x="545" y="110"/>
                      <a:pt x="330" y="21"/>
                      <a:pt x="173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8" name="Google Shape;858;p6"/>
              <p:cNvSpPr/>
              <p:nvPr/>
            </p:nvSpPr>
            <p:spPr>
              <a:xfrm>
                <a:off x="3622661" y="2124443"/>
                <a:ext cx="277578" cy="272092"/>
              </a:xfrm>
              <a:custGeom>
                <a:rect b="b" l="l" r="r" t="t"/>
                <a:pathLst>
                  <a:path extrusionOk="0" h="1736" w="1771">
                    <a:moveTo>
                      <a:pt x="441" y="0"/>
                    </a:moveTo>
                    <a:cubicBezTo>
                      <a:pt x="325" y="0"/>
                      <a:pt x="200" y="105"/>
                      <a:pt x="89" y="273"/>
                    </a:cubicBezTo>
                    <a:cubicBezTo>
                      <a:pt x="89" y="273"/>
                      <a:pt x="0" y="357"/>
                      <a:pt x="26" y="446"/>
                    </a:cubicBezTo>
                    <a:cubicBezTo>
                      <a:pt x="68" y="556"/>
                      <a:pt x="220" y="577"/>
                      <a:pt x="524" y="839"/>
                    </a:cubicBezTo>
                    <a:cubicBezTo>
                      <a:pt x="854" y="1121"/>
                      <a:pt x="1006" y="1603"/>
                      <a:pt x="1205" y="1713"/>
                    </a:cubicBezTo>
                    <a:cubicBezTo>
                      <a:pt x="1240" y="1729"/>
                      <a:pt x="1278" y="1735"/>
                      <a:pt x="1317" y="1735"/>
                    </a:cubicBezTo>
                    <a:cubicBezTo>
                      <a:pt x="1488" y="1735"/>
                      <a:pt x="1673" y="1604"/>
                      <a:pt x="1728" y="1514"/>
                    </a:cubicBezTo>
                    <a:cubicBezTo>
                      <a:pt x="1770" y="1404"/>
                      <a:pt x="1770" y="1032"/>
                      <a:pt x="1419" y="666"/>
                    </a:cubicBezTo>
                    <a:cubicBezTo>
                      <a:pt x="1074" y="294"/>
                      <a:pt x="655" y="53"/>
                      <a:pt x="503" y="11"/>
                    </a:cubicBezTo>
                    <a:cubicBezTo>
                      <a:pt x="483" y="4"/>
                      <a:pt x="462" y="0"/>
                      <a:pt x="441" y="0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p6"/>
              <p:cNvSpPr/>
              <p:nvPr/>
            </p:nvSpPr>
            <p:spPr>
              <a:xfrm>
                <a:off x="3619370" y="2115509"/>
                <a:ext cx="287452" cy="289960"/>
              </a:xfrm>
              <a:custGeom>
                <a:rect b="b" l="l" r="r" t="t"/>
                <a:pathLst>
                  <a:path extrusionOk="0" h="1850" w="1834">
                    <a:moveTo>
                      <a:pt x="461" y="0"/>
                    </a:moveTo>
                    <a:cubicBezTo>
                      <a:pt x="461" y="42"/>
                      <a:pt x="461" y="68"/>
                      <a:pt x="440" y="110"/>
                    </a:cubicBezTo>
                    <a:lnTo>
                      <a:pt x="524" y="110"/>
                    </a:lnTo>
                    <a:cubicBezTo>
                      <a:pt x="571" y="131"/>
                      <a:pt x="723" y="199"/>
                      <a:pt x="875" y="330"/>
                    </a:cubicBezTo>
                    <a:cubicBezTo>
                      <a:pt x="1048" y="435"/>
                      <a:pt x="1247" y="592"/>
                      <a:pt x="1419" y="765"/>
                    </a:cubicBezTo>
                    <a:cubicBezTo>
                      <a:pt x="1571" y="937"/>
                      <a:pt x="1660" y="1116"/>
                      <a:pt x="1702" y="1246"/>
                    </a:cubicBezTo>
                    <a:cubicBezTo>
                      <a:pt x="1723" y="1398"/>
                      <a:pt x="1702" y="1508"/>
                      <a:pt x="1681" y="1550"/>
                    </a:cubicBezTo>
                    <a:cubicBezTo>
                      <a:pt x="1681" y="1592"/>
                      <a:pt x="1592" y="1660"/>
                      <a:pt x="1508" y="1702"/>
                    </a:cubicBezTo>
                    <a:cubicBezTo>
                      <a:pt x="1456" y="1727"/>
                      <a:pt x="1397" y="1737"/>
                      <a:pt x="1344" y="1737"/>
                    </a:cubicBezTo>
                    <a:cubicBezTo>
                      <a:pt x="1307" y="1737"/>
                      <a:pt x="1273" y="1732"/>
                      <a:pt x="1247" y="1723"/>
                    </a:cubicBezTo>
                    <a:cubicBezTo>
                      <a:pt x="1179" y="1681"/>
                      <a:pt x="1095" y="1529"/>
                      <a:pt x="985" y="1377"/>
                    </a:cubicBezTo>
                    <a:cubicBezTo>
                      <a:pt x="875" y="1199"/>
                      <a:pt x="765" y="1006"/>
                      <a:pt x="592" y="875"/>
                    </a:cubicBezTo>
                    <a:cubicBezTo>
                      <a:pt x="440" y="723"/>
                      <a:pt x="309" y="655"/>
                      <a:pt x="220" y="592"/>
                    </a:cubicBezTo>
                    <a:cubicBezTo>
                      <a:pt x="152" y="545"/>
                      <a:pt x="110" y="524"/>
                      <a:pt x="110" y="482"/>
                    </a:cubicBezTo>
                    <a:cubicBezTo>
                      <a:pt x="89" y="461"/>
                      <a:pt x="89" y="461"/>
                      <a:pt x="110" y="435"/>
                    </a:cubicBezTo>
                    <a:lnTo>
                      <a:pt x="110" y="435"/>
                    </a:lnTo>
                    <a:cubicBezTo>
                      <a:pt x="68" y="461"/>
                      <a:pt x="47" y="482"/>
                      <a:pt x="0" y="503"/>
                    </a:cubicBezTo>
                    <a:lnTo>
                      <a:pt x="0" y="524"/>
                    </a:lnTo>
                    <a:cubicBezTo>
                      <a:pt x="21" y="592"/>
                      <a:pt x="89" y="634"/>
                      <a:pt x="178" y="676"/>
                    </a:cubicBezTo>
                    <a:cubicBezTo>
                      <a:pt x="241" y="744"/>
                      <a:pt x="372" y="807"/>
                      <a:pt x="524" y="937"/>
                    </a:cubicBezTo>
                    <a:cubicBezTo>
                      <a:pt x="676" y="1068"/>
                      <a:pt x="786" y="1267"/>
                      <a:pt x="896" y="1419"/>
                    </a:cubicBezTo>
                    <a:cubicBezTo>
                      <a:pt x="1006" y="1592"/>
                      <a:pt x="1069" y="1744"/>
                      <a:pt x="1200" y="1812"/>
                    </a:cubicBezTo>
                    <a:cubicBezTo>
                      <a:pt x="1246" y="1838"/>
                      <a:pt x="1295" y="1850"/>
                      <a:pt x="1346" y="1850"/>
                    </a:cubicBezTo>
                    <a:cubicBezTo>
                      <a:pt x="1415" y="1850"/>
                      <a:pt x="1486" y="1828"/>
                      <a:pt x="1550" y="1791"/>
                    </a:cubicBezTo>
                    <a:cubicBezTo>
                      <a:pt x="1660" y="1744"/>
                      <a:pt x="1749" y="1681"/>
                      <a:pt x="1791" y="1592"/>
                    </a:cubicBezTo>
                    <a:cubicBezTo>
                      <a:pt x="1833" y="1508"/>
                      <a:pt x="1833" y="1398"/>
                      <a:pt x="1791" y="1220"/>
                    </a:cubicBezTo>
                    <a:cubicBezTo>
                      <a:pt x="1770" y="1068"/>
                      <a:pt x="1660" y="875"/>
                      <a:pt x="1488" y="697"/>
                    </a:cubicBezTo>
                    <a:cubicBezTo>
                      <a:pt x="1309" y="503"/>
                      <a:pt x="1116" y="351"/>
                      <a:pt x="938" y="241"/>
                    </a:cubicBezTo>
                    <a:cubicBezTo>
                      <a:pt x="765" y="110"/>
                      <a:pt x="634" y="42"/>
                      <a:pt x="545" y="21"/>
                    </a:cubicBezTo>
                    <a:cubicBezTo>
                      <a:pt x="524" y="0"/>
                      <a:pt x="482" y="0"/>
                      <a:pt x="461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0" name="Google Shape;860;p6"/>
              <p:cNvSpPr/>
              <p:nvPr/>
            </p:nvSpPr>
            <p:spPr>
              <a:xfrm>
                <a:off x="3249946" y="2286193"/>
                <a:ext cx="318642" cy="213630"/>
              </a:xfrm>
              <a:custGeom>
                <a:rect b="b" l="l" r="r" t="t"/>
                <a:pathLst>
                  <a:path extrusionOk="0" h="1363" w="2033">
                    <a:moveTo>
                      <a:pt x="765" y="0"/>
                    </a:moveTo>
                    <a:cubicBezTo>
                      <a:pt x="262" y="27"/>
                      <a:pt x="200" y="0"/>
                      <a:pt x="90" y="262"/>
                    </a:cubicBezTo>
                    <a:cubicBezTo>
                      <a:pt x="1" y="503"/>
                      <a:pt x="111" y="550"/>
                      <a:pt x="310" y="744"/>
                    </a:cubicBezTo>
                    <a:cubicBezTo>
                      <a:pt x="503" y="943"/>
                      <a:pt x="807" y="985"/>
                      <a:pt x="1137" y="1158"/>
                    </a:cubicBezTo>
                    <a:cubicBezTo>
                      <a:pt x="1340" y="1269"/>
                      <a:pt x="1589" y="1362"/>
                      <a:pt x="1762" y="1362"/>
                    </a:cubicBezTo>
                    <a:cubicBezTo>
                      <a:pt x="1865" y="1362"/>
                      <a:pt x="1941" y="1329"/>
                      <a:pt x="1964" y="1247"/>
                    </a:cubicBezTo>
                    <a:cubicBezTo>
                      <a:pt x="2033" y="1048"/>
                      <a:pt x="2012" y="854"/>
                      <a:pt x="1771" y="702"/>
                    </a:cubicBezTo>
                    <a:cubicBezTo>
                      <a:pt x="1551" y="571"/>
                      <a:pt x="1509" y="440"/>
                      <a:pt x="1441" y="241"/>
                    </a:cubicBezTo>
                    <a:cubicBezTo>
                      <a:pt x="1441" y="241"/>
                      <a:pt x="1247" y="0"/>
                      <a:pt x="765" y="0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6"/>
              <p:cNvSpPr/>
              <p:nvPr/>
            </p:nvSpPr>
            <p:spPr>
              <a:xfrm>
                <a:off x="3257313" y="2323966"/>
                <a:ext cx="314567" cy="184791"/>
              </a:xfrm>
              <a:custGeom>
                <a:rect b="b" l="l" r="r" t="t"/>
                <a:pathLst>
                  <a:path extrusionOk="0" h="1179" w="2007">
                    <a:moveTo>
                      <a:pt x="1441" y="0"/>
                    </a:moveTo>
                    <a:cubicBezTo>
                      <a:pt x="1415" y="68"/>
                      <a:pt x="1394" y="110"/>
                      <a:pt x="1394" y="152"/>
                    </a:cubicBezTo>
                    <a:cubicBezTo>
                      <a:pt x="1415" y="199"/>
                      <a:pt x="1441" y="241"/>
                      <a:pt x="1462" y="283"/>
                    </a:cubicBezTo>
                    <a:cubicBezTo>
                      <a:pt x="1504" y="372"/>
                      <a:pt x="1572" y="440"/>
                      <a:pt x="1703" y="503"/>
                    </a:cubicBezTo>
                    <a:cubicBezTo>
                      <a:pt x="1808" y="571"/>
                      <a:pt x="1855" y="655"/>
                      <a:pt x="1876" y="723"/>
                    </a:cubicBezTo>
                    <a:cubicBezTo>
                      <a:pt x="1897" y="807"/>
                      <a:pt x="1897" y="896"/>
                      <a:pt x="1876" y="1006"/>
                    </a:cubicBezTo>
                    <a:cubicBezTo>
                      <a:pt x="1855" y="1027"/>
                      <a:pt x="1834" y="1048"/>
                      <a:pt x="1787" y="1069"/>
                    </a:cubicBezTo>
                    <a:lnTo>
                      <a:pt x="1614" y="1069"/>
                    </a:lnTo>
                    <a:cubicBezTo>
                      <a:pt x="1462" y="1048"/>
                      <a:pt x="1284" y="964"/>
                      <a:pt x="1111" y="875"/>
                    </a:cubicBezTo>
                    <a:cubicBezTo>
                      <a:pt x="786" y="702"/>
                      <a:pt x="477" y="634"/>
                      <a:pt x="305" y="461"/>
                    </a:cubicBezTo>
                    <a:cubicBezTo>
                      <a:pt x="263" y="414"/>
                      <a:pt x="215" y="372"/>
                      <a:pt x="174" y="351"/>
                    </a:cubicBezTo>
                    <a:lnTo>
                      <a:pt x="1" y="309"/>
                    </a:lnTo>
                    <a:lnTo>
                      <a:pt x="1" y="309"/>
                    </a:lnTo>
                    <a:cubicBezTo>
                      <a:pt x="43" y="393"/>
                      <a:pt x="132" y="440"/>
                      <a:pt x="215" y="524"/>
                    </a:cubicBezTo>
                    <a:cubicBezTo>
                      <a:pt x="435" y="744"/>
                      <a:pt x="739" y="807"/>
                      <a:pt x="1069" y="964"/>
                    </a:cubicBezTo>
                    <a:cubicBezTo>
                      <a:pt x="1242" y="1069"/>
                      <a:pt x="1415" y="1137"/>
                      <a:pt x="1593" y="1179"/>
                    </a:cubicBezTo>
                    <a:cubicBezTo>
                      <a:pt x="1677" y="1179"/>
                      <a:pt x="1745" y="1179"/>
                      <a:pt x="1808" y="1158"/>
                    </a:cubicBezTo>
                    <a:cubicBezTo>
                      <a:pt x="1876" y="1158"/>
                      <a:pt x="1938" y="1095"/>
                      <a:pt x="1965" y="1027"/>
                    </a:cubicBezTo>
                    <a:cubicBezTo>
                      <a:pt x="2007" y="917"/>
                      <a:pt x="2007" y="807"/>
                      <a:pt x="1986" y="702"/>
                    </a:cubicBezTo>
                    <a:cubicBezTo>
                      <a:pt x="1965" y="592"/>
                      <a:pt x="1876" y="503"/>
                      <a:pt x="1745" y="414"/>
                    </a:cubicBezTo>
                    <a:cubicBezTo>
                      <a:pt x="1635" y="351"/>
                      <a:pt x="1593" y="283"/>
                      <a:pt x="1546" y="220"/>
                    </a:cubicBezTo>
                    <a:cubicBezTo>
                      <a:pt x="1504" y="152"/>
                      <a:pt x="1483" y="89"/>
                      <a:pt x="1441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" name="Google Shape;862;p6"/>
              <p:cNvSpPr/>
              <p:nvPr/>
            </p:nvSpPr>
            <p:spPr>
              <a:xfrm>
                <a:off x="3557773" y="2162843"/>
                <a:ext cx="294819" cy="287139"/>
              </a:xfrm>
              <a:custGeom>
                <a:rect b="b" l="l" r="r" t="t"/>
                <a:pathLst>
                  <a:path extrusionOk="0" h="1832" w="1881">
                    <a:moveTo>
                      <a:pt x="522" y="1"/>
                    </a:moveTo>
                    <a:cubicBezTo>
                      <a:pt x="515" y="1"/>
                      <a:pt x="509" y="1"/>
                      <a:pt x="503" y="2"/>
                    </a:cubicBezTo>
                    <a:cubicBezTo>
                      <a:pt x="372" y="2"/>
                      <a:pt x="131" y="201"/>
                      <a:pt x="48" y="442"/>
                    </a:cubicBezTo>
                    <a:cubicBezTo>
                      <a:pt x="48" y="442"/>
                      <a:pt x="0" y="552"/>
                      <a:pt x="110" y="656"/>
                    </a:cubicBezTo>
                    <a:cubicBezTo>
                      <a:pt x="199" y="766"/>
                      <a:pt x="372" y="814"/>
                      <a:pt x="702" y="1096"/>
                    </a:cubicBezTo>
                    <a:cubicBezTo>
                      <a:pt x="1027" y="1358"/>
                      <a:pt x="1226" y="1772"/>
                      <a:pt x="1420" y="1814"/>
                    </a:cubicBezTo>
                    <a:cubicBezTo>
                      <a:pt x="1458" y="1826"/>
                      <a:pt x="1498" y="1832"/>
                      <a:pt x="1537" y="1832"/>
                    </a:cubicBezTo>
                    <a:cubicBezTo>
                      <a:pt x="1717" y="1832"/>
                      <a:pt x="1881" y="1705"/>
                      <a:pt x="1881" y="1489"/>
                    </a:cubicBezTo>
                    <a:cubicBezTo>
                      <a:pt x="1881" y="1227"/>
                      <a:pt x="1723" y="918"/>
                      <a:pt x="1441" y="594"/>
                    </a:cubicBezTo>
                    <a:cubicBezTo>
                      <a:pt x="1148" y="256"/>
                      <a:pt x="691" y="1"/>
                      <a:pt x="522" y="1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3" name="Google Shape;863;p6"/>
              <p:cNvSpPr/>
              <p:nvPr/>
            </p:nvSpPr>
            <p:spPr>
              <a:xfrm>
                <a:off x="3565139" y="2163000"/>
                <a:ext cx="297326" cy="294975"/>
              </a:xfrm>
              <a:custGeom>
                <a:rect b="b" l="l" r="r" t="t"/>
                <a:pathLst>
                  <a:path extrusionOk="0" h="1882" w="1897">
                    <a:moveTo>
                      <a:pt x="655" y="1"/>
                    </a:moveTo>
                    <a:cubicBezTo>
                      <a:pt x="629" y="27"/>
                      <a:pt x="587" y="48"/>
                      <a:pt x="545" y="69"/>
                    </a:cubicBezTo>
                    <a:cubicBezTo>
                      <a:pt x="566" y="69"/>
                      <a:pt x="587" y="69"/>
                      <a:pt x="608" y="90"/>
                    </a:cubicBezTo>
                    <a:cubicBezTo>
                      <a:pt x="676" y="111"/>
                      <a:pt x="760" y="158"/>
                      <a:pt x="849" y="200"/>
                    </a:cubicBezTo>
                    <a:cubicBezTo>
                      <a:pt x="1001" y="310"/>
                      <a:pt x="1200" y="462"/>
                      <a:pt x="1352" y="614"/>
                    </a:cubicBezTo>
                    <a:cubicBezTo>
                      <a:pt x="1635" y="964"/>
                      <a:pt x="1765" y="1247"/>
                      <a:pt x="1786" y="1488"/>
                    </a:cubicBezTo>
                    <a:cubicBezTo>
                      <a:pt x="1786" y="1619"/>
                      <a:pt x="1745" y="1682"/>
                      <a:pt x="1655" y="1729"/>
                    </a:cubicBezTo>
                    <a:cubicBezTo>
                      <a:pt x="1609" y="1760"/>
                      <a:pt x="1538" y="1779"/>
                      <a:pt x="1468" y="1779"/>
                    </a:cubicBezTo>
                    <a:cubicBezTo>
                      <a:pt x="1443" y="1779"/>
                      <a:pt x="1417" y="1776"/>
                      <a:pt x="1394" y="1771"/>
                    </a:cubicBezTo>
                    <a:cubicBezTo>
                      <a:pt x="1310" y="1750"/>
                      <a:pt x="1221" y="1640"/>
                      <a:pt x="1111" y="1509"/>
                    </a:cubicBezTo>
                    <a:cubicBezTo>
                      <a:pt x="980" y="1357"/>
                      <a:pt x="849" y="1179"/>
                      <a:pt x="676" y="1048"/>
                    </a:cubicBezTo>
                    <a:cubicBezTo>
                      <a:pt x="346" y="765"/>
                      <a:pt x="173" y="724"/>
                      <a:pt x="84" y="614"/>
                    </a:cubicBezTo>
                    <a:cubicBezTo>
                      <a:pt x="63" y="593"/>
                      <a:pt x="63" y="572"/>
                      <a:pt x="43" y="551"/>
                    </a:cubicBezTo>
                    <a:cubicBezTo>
                      <a:pt x="22" y="572"/>
                      <a:pt x="1" y="614"/>
                      <a:pt x="1" y="655"/>
                    </a:cubicBezTo>
                    <a:cubicBezTo>
                      <a:pt x="1" y="682"/>
                      <a:pt x="1" y="682"/>
                      <a:pt x="22" y="682"/>
                    </a:cubicBezTo>
                    <a:cubicBezTo>
                      <a:pt x="132" y="813"/>
                      <a:pt x="283" y="854"/>
                      <a:pt x="608" y="1116"/>
                    </a:cubicBezTo>
                    <a:cubicBezTo>
                      <a:pt x="786" y="1247"/>
                      <a:pt x="917" y="1420"/>
                      <a:pt x="1022" y="1572"/>
                    </a:cubicBezTo>
                    <a:cubicBezTo>
                      <a:pt x="1132" y="1703"/>
                      <a:pt x="1242" y="1834"/>
                      <a:pt x="1373" y="1860"/>
                    </a:cubicBezTo>
                    <a:cubicBezTo>
                      <a:pt x="1411" y="1875"/>
                      <a:pt x="1452" y="1881"/>
                      <a:pt x="1494" y="1881"/>
                    </a:cubicBezTo>
                    <a:cubicBezTo>
                      <a:pt x="1571" y="1881"/>
                      <a:pt x="1652" y="1857"/>
                      <a:pt x="1724" y="1813"/>
                    </a:cubicBezTo>
                    <a:cubicBezTo>
                      <a:pt x="1807" y="1750"/>
                      <a:pt x="1896" y="1640"/>
                      <a:pt x="1875" y="1488"/>
                    </a:cubicBezTo>
                    <a:cubicBezTo>
                      <a:pt x="1875" y="1226"/>
                      <a:pt x="1745" y="896"/>
                      <a:pt x="1441" y="551"/>
                    </a:cubicBezTo>
                    <a:cubicBezTo>
                      <a:pt x="1263" y="373"/>
                      <a:pt x="1069" y="221"/>
                      <a:pt x="891" y="111"/>
                    </a:cubicBezTo>
                    <a:cubicBezTo>
                      <a:pt x="807" y="69"/>
                      <a:pt x="718" y="27"/>
                      <a:pt x="65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p6"/>
              <p:cNvSpPr/>
              <p:nvPr/>
            </p:nvSpPr>
            <p:spPr>
              <a:xfrm>
                <a:off x="3503543" y="2220992"/>
                <a:ext cx="300148" cy="291057"/>
              </a:xfrm>
              <a:custGeom>
                <a:rect b="b" l="l" r="r" t="t"/>
                <a:pathLst>
                  <a:path extrusionOk="0" h="1857" w="1915">
                    <a:moveTo>
                      <a:pt x="440" y="0"/>
                    </a:moveTo>
                    <a:cubicBezTo>
                      <a:pt x="424" y="0"/>
                      <a:pt x="409" y="1"/>
                      <a:pt x="394" y="3"/>
                    </a:cubicBezTo>
                    <a:cubicBezTo>
                      <a:pt x="174" y="24"/>
                      <a:pt x="1" y="484"/>
                      <a:pt x="43" y="746"/>
                    </a:cubicBezTo>
                    <a:cubicBezTo>
                      <a:pt x="85" y="987"/>
                      <a:pt x="305" y="1139"/>
                      <a:pt x="305" y="1139"/>
                    </a:cubicBezTo>
                    <a:cubicBezTo>
                      <a:pt x="305" y="1139"/>
                      <a:pt x="587" y="1160"/>
                      <a:pt x="786" y="1270"/>
                    </a:cubicBezTo>
                    <a:cubicBezTo>
                      <a:pt x="1001" y="1380"/>
                      <a:pt x="1200" y="1773"/>
                      <a:pt x="1462" y="1836"/>
                    </a:cubicBezTo>
                    <a:cubicBezTo>
                      <a:pt x="1501" y="1850"/>
                      <a:pt x="1539" y="1857"/>
                      <a:pt x="1576" y="1857"/>
                    </a:cubicBezTo>
                    <a:cubicBezTo>
                      <a:pt x="1766" y="1857"/>
                      <a:pt x="1914" y="1673"/>
                      <a:pt x="1897" y="1401"/>
                    </a:cubicBezTo>
                    <a:cubicBezTo>
                      <a:pt x="1897" y="1071"/>
                      <a:pt x="1546" y="594"/>
                      <a:pt x="1242" y="354"/>
                    </a:cubicBezTo>
                    <a:cubicBezTo>
                      <a:pt x="959" y="129"/>
                      <a:pt x="654" y="0"/>
                      <a:pt x="440" y="0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p6"/>
              <p:cNvSpPr/>
              <p:nvPr/>
            </p:nvSpPr>
            <p:spPr>
              <a:xfrm>
                <a:off x="3527366" y="2214722"/>
                <a:ext cx="284161" cy="307201"/>
              </a:xfrm>
              <a:custGeom>
                <a:rect b="b" l="l" r="r" t="t"/>
                <a:pathLst>
                  <a:path extrusionOk="0" h="1960" w="1813">
                    <a:moveTo>
                      <a:pt x="456" y="1"/>
                    </a:moveTo>
                    <a:cubicBezTo>
                      <a:pt x="414" y="43"/>
                      <a:pt x="393" y="64"/>
                      <a:pt x="373" y="111"/>
                    </a:cubicBezTo>
                    <a:cubicBezTo>
                      <a:pt x="566" y="132"/>
                      <a:pt x="807" y="242"/>
                      <a:pt x="1048" y="435"/>
                    </a:cubicBezTo>
                    <a:cubicBezTo>
                      <a:pt x="1200" y="566"/>
                      <a:pt x="1352" y="744"/>
                      <a:pt x="1483" y="917"/>
                    </a:cubicBezTo>
                    <a:cubicBezTo>
                      <a:pt x="1614" y="1090"/>
                      <a:pt x="1703" y="1289"/>
                      <a:pt x="1703" y="1441"/>
                    </a:cubicBezTo>
                    <a:cubicBezTo>
                      <a:pt x="1703" y="1593"/>
                      <a:pt x="1656" y="1703"/>
                      <a:pt x="1593" y="1766"/>
                    </a:cubicBezTo>
                    <a:cubicBezTo>
                      <a:pt x="1528" y="1815"/>
                      <a:pt x="1467" y="1850"/>
                      <a:pt x="1396" y="1850"/>
                    </a:cubicBezTo>
                    <a:cubicBezTo>
                      <a:pt x="1369" y="1850"/>
                      <a:pt x="1340" y="1845"/>
                      <a:pt x="1310" y="1834"/>
                    </a:cubicBezTo>
                    <a:cubicBezTo>
                      <a:pt x="1221" y="1813"/>
                      <a:pt x="1111" y="1703"/>
                      <a:pt x="1001" y="1572"/>
                    </a:cubicBezTo>
                    <a:cubicBezTo>
                      <a:pt x="896" y="1462"/>
                      <a:pt x="786" y="1331"/>
                      <a:pt x="676" y="1268"/>
                    </a:cubicBezTo>
                    <a:cubicBezTo>
                      <a:pt x="456" y="1158"/>
                      <a:pt x="215" y="1137"/>
                      <a:pt x="194" y="1137"/>
                    </a:cubicBezTo>
                    <a:lnTo>
                      <a:pt x="22" y="1111"/>
                    </a:lnTo>
                    <a:lnTo>
                      <a:pt x="1" y="1111"/>
                    </a:lnTo>
                    <a:cubicBezTo>
                      <a:pt x="64" y="1179"/>
                      <a:pt x="132" y="1221"/>
                      <a:pt x="132" y="1221"/>
                    </a:cubicBezTo>
                    <a:lnTo>
                      <a:pt x="153" y="1221"/>
                    </a:lnTo>
                    <a:cubicBezTo>
                      <a:pt x="153" y="1221"/>
                      <a:pt x="414" y="1242"/>
                      <a:pt x="608" y="1352"/>
                    </a:cubicBezTo>
                    <a:cubicBezTo>
                      <a:pt x="697" y="1399"/>
                      <a:pt x="807" y="1530"/>
                      <a:pt x="917" y="1635"/>
                    </a:cubicBezTo>
                    <a:cubicBezTo>
                      <a:pt x="1027" y="1766"/>
                      <a:pt x="1132" y="1896"/>
                      <a:pt x="1289" y="1944"/>
                    </a:cubicBezTo>
                    <a:cubicBezTo>
                      <a:pt x="1324" y="1955"/>
                      <a:pt x="1360" y="1960"/>
                      <a:pt x="1396" y="1960"/>
                    </a:cubicBezTo>
                    <a:cubicBezTo>
                      <a:pt x="1496" y="1960"/>
                      <a:pt x="1594" y="1920"/>
                      <a:pt x="1656" y="1855"/>
                    </a:cubicBezTo>
                    <a:cubicBezTo>
                      <a:pt x="1745" y="1766"/>
                      <a:pt x="1813" y="1614"/>
                      <a:pt x="1813" y="1441"/>
                    </a:cubicBezTo>
                    <a:cubicBezTo>
                      <a:pt x="1787" y="1268"/>
                      <a:pt x="1703" y="1048"/>
                      <a:pt x="1572" y="849"/>
                    </a:cubicBezTo>
                    <a:cubicBezTo>
                      <a:pt x="1441" y="655"/>
                      <a:pt x="1263" y="483"/>
                      <a:pt x="1111" y="352"/>
                    </a:cubicBezTo>
                    <a:cubicBezTo>
                      <a:pt x="896" y="174"/>
                      <a:pt x="655" y="64"/>
                      <a:pt x="45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6" name="Google Shape;866;p6"/>
              <p:cNvSpPr/>
              <p:nvPr/>
            </p:nvSpPr>
            <p:spPr>
              <a:xfrm>
                <a:off x="1742158" y="1589509"/>
                <a:ext cx="509859" cy="933200"/>
              </a:xfrm>
              <a:custGeom>
                <a:rect b="b" l="l" r="r" t="t"/>
                <a:pathLst>
                  <a:path extrusionOk="0" h="5954" w="3253">
                    <a:moveTo>
                      <a:pt x="2583" y="1"/>
                    </a:moveTo>
                    <a:cubicBezTo>
                      <a:pt x="2546" y="1"/>
                      <a:pt x="2507" y="6"/>
                      <a:pt x="2467" y="20"/>
                    </a:cubicBezTo>
                    <a:cubicBezTo>
                      <a:pt x="2268" y="83"/>
                      <a:pt x="1592" y="151"/>
                      <a:pt x="1393" y="455"/>
                    </a:cubicBezTo>
                    <a:cubicBezTo>
                      <a:pt x="1221" y="759"/>
                      <a:pt x="131" y="3901"/>
                      <a:pt x="63" y="4314"/>
                    </a:cubicBezTo>
                    <a:cubicBezTo>
                      <a:pt x="0" y="4754"/>
                      <a:pt x="42" y="4775"/>
                      <a:pt x="152" y="5079"/>
                    </a:cubicBezTo>
                    <a:cubicBezTo>
                      <a:pt x="283" y="5388"/>
                      <a:pt x="1090" y="5954"/>
                      <a:pt x="1090" y="5954"/>
                    </a:cubicBezTo>
                    <a:cubicBezTo>
                      <a:pt x="1090" y="5954"/>
                      <a:pt x="1242" y="4969"/>
                      <a:pt x="1812" y="4273"/>
                    </a:cubicBezTo>
                    <a:cubicBezTo>
                      <a:pt x="2289" y="3703"/>
                      <a:pt x="2751" y="3658"/>
                      <a:pt x="2884" y="3658"/>
                    </a:cubicBezTo>
                    <a:cubicBezTo>
                      <a:pt x="2909" y="3658"/>
                      <a:pt x="2923" y="3660"/>
                      <a:pt x="2923" y="3660"/>
                    </a:cubicBezTo>
                    <a:cubicBezTo>
                      <a:pt x="2923" y="3660"/>
                      <a:pt x="3253" y="1523"/>
                      <a:pt x="3185" y="1282"/>
                    </a:cubicBezTo>
                    <a:cubicBezTo>
                      <a:pt x="3143" y="1041"/>
                      <a:pt x="2834" y="83"/>
                      <a:pt x="2834" y="83"/>
                    </a:cubicBezTo>
                    <a:cubicBezTo>
                      <a:pt x="2834" y="83"/>
                      <a:pt x="2725" y="1"/>
                      <a:pt x="258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p6"/>
              <p:cNvSpPr/>
              <p:nvPr/>
            </p:nvSpPr>
            <p:spPr>
              <a:xfrm>
                <a:off x="1734792" y="1579478"/>
                <a:ext cx="517226" cy="949814"/>
              </a:xfrm>
              <a:custGeom>
                <a:rect b="b" l="l" r="r" t="t"/>
                <a:pathLst>
                  <a:path extrusionOk="0" h="6060" w="3300">
                    <a:moveTo>
                      <a:pt x="2636" y="106"/>
                    </a:moveTo>
                    <a:cubicBezTo>
                      <a:pt x="2756" y="106"/>
                      <a:pt x="2839" y="189"/>
                      <a:pt x="2839" y="189"/>
                    </a:cubicBezTo>
                    <a:cubicBezTo>
                      <a:pt x="2860" y="215"/>
                      <a:pt x="2928" y="430"/>
                      <a:pt x="2991" y="671"/>
                    </a:cubicBezTo>
                    <a:cubicBezTo>
                      <a:pt x="3080" y="953"/>
                      <a:pt x="3169" y="1262"/>
                      <a:pt x="3190" y="1367"/>
                    </a:cubicBezTo>
                    <a:lnTo>
                      <a:pt x="3190" y="1524"/>
                    </a:lnTo>
                    <a:cubicBezTo>
                      <a:pt x="3190" y="1587"/>
                      <a:pt x="3190" y="1697"/>
                      <a:pt x="3169" y="1807"/>
                    </a:cubicBezTo>
                    <a:cubicBezTo>
                      <a:pt x="3142" y="2048"/>
                      <a:pt x="3101" y="2331"/>
                      <a:pt x="3080" y="2614"/>
                    </a:cubicBezTo>
                    <a:cubicBezTo>
                      <a:pt x="2991" y="3158"/>
                      <a:pt x="2928" y="3661"/>
                      <a:pt x="2928" y="3682"/>
                    </a:cubicBezTo>
                    <a:cubicBezTo>
                      <a:pt x="2909" y="3682"/>
                      <a:pt x="2884" y="3679"/>
                      <a:pt x="2849" y="3679"/>
                    </a:cubicBezTo>
                    <a:cubicBezTo>
                      <a:pt x="2795" y="3679"/>
                      <a:pt x="2717" y="3686"/>
                      <a:pt x="2598" y="3724"/>
                    </a:cubicBezTo>
                    <a:cubicBezTo>
                      <a:pt x="2383" y="3792"/>
                      <a:pt x="2095" y="3965"/>
                      <a:pt x="1812" y="4316"/>
                    </a:cubicBezTo>
                    <a:cubicBezTo>
                      <a:pt x="1268" y="4970"/>
                      <a:pt x="1137" y="5798"/>
                      <a:pt x="1116" y="5929"/>
                    </a:cubicBezTo>
                    <a:cubicBezTo>
                      <a:pt x="1074" y="5887"/>
                      <a:pt x="943" y="5798"/>
                      <a:pt x="765" y="5646"/>
                    </a:cubicBezTo>
                    <a:cubicBezTo>
                      <a:pt x="655" y="5557"/>
                      <a:pt x="550" y="5473"/>
                      <a:pt x="440" y="5363"/>
                    </a:cubicBezTo>
                    <a:cubicBezTo>
                      <a:pt x="351" y="5274"/>
                      <a:pt x="288" y="5190"/>
                      <a:pt x="262" y="5122"/>
                    </a:cubicBezTo>
                    <a:cubicBezTo>
                      <a:pt x="131" y="4818"/>
                      <a:pt x="110" y="4818"/>
                      <a:pt x="157" y="4405"/>
                    </a:cubicBezTo>
                    <a:cubicBezTo>
                      <a:pt x="178" y="4295"/>
                      <a:pt x="262" y="4012"/>
                      <a:pt x="372" y="3661"/>
                    </a:cubicBezTo>
                    <a:cubicBezTo>
                      <a:pt x="482" y="3289"/>
                      <a:pt x="634" y="2854"/>
                      <a:pt x="786" y="2415"/>
                    </a:cubicBezTo>
                    <a:cubicBezTo>
                      <a:pt x="943" y="1980"/>
                      <a:pt x="1095" y="1545"/>
                      <a:pt x="1226" y="1215"/>
                    </a:cubicBezTo>
                    <a:cubicBezTo>
                      <a:pt x="1289" y="1043"/>
                      <a:pt x="1336" y="891"/>
                      <a:pt x="1399" y="781"/>
                    </a:cubicBezTo>
                    <a:cubicBezTo>
                      <a:pt x="1440" y="650"/>
                      <a:pt x="1488" y="582"/>
                      <a:pt x="1488" y="540"/>
                    </a:cubicBezTo>
                    <a:cubicBezTo>
                      <a:pt x="1571" y="409"/>
                      <a:pt x="1791" y="320"/>
                      <a:pt x="1990" y="257"/>
                    </a:cubicBezTo>
                    <a:cubicBezTo>
                      <a:pt x="2205" y="189"/>
                      <a:pt x="2425" y="168"/>
                      <a:pt x="2535" y="126"/>
                    </a:cubicBezTo>
                    <a:cubicBezTo>
                      <a:pt x="2571" y="112"/>
                      <a:pt x="2605" y="106"/>
                      <a:pt x="2636" y="106"/>
                    </a:cubicBezTo>
                    <a:close/>
                    <a:moveTo>
                      <a:pt x="2607" y="1"/>
                    </a:moveTo>
                    <a:cubicBezTo>
                      <a:pt x="2569" y="1"/>
                      <a:pt x="2529" y="5"/>
                      <a:pt x="2488" y="16"/>
                    </a:cubicBezTo>
                    <a:cubicBezTo>
                      <a:pt x="2404" y="58"/>
                      <a:pt x="2184" y="84"/>
                      <a:pt x="1964" y="147"/>
                    </a:cubicBezTo>
                    <a:cubicBezTo>
                      <a:pt x="1749" y="215"/>
                      <a:pt x="1509" y="299"/>
                      <a:pt x="1399" y="498"/>
                    </a:cubicBezTo>
                    <a:cubicBezTo>
                      <a:pt x="1378" y="540"/>
                      <a:pt x="1336" y="608"/>
                      <a:pt x="1289" y="739"/>
                    </a:cubicBezTo>
                    <a:cubicBezTo>
                      <a:pt x="1247" y="844"/>
                      <a:pt x="1179" y="1001"/>
                      <a:pt x="1116" y="1173"/>
                    </a:cubicBezTo>
                    <a:cubicBezTo>
                      <a:pt x="985" y="1524"/>
                      <a:pt x="833" y="1959"/>
                      <a:pt x="681" y="2394"/>
                    </a:cubicBezTo>
                    <a:cubicBezTo>
                      <a:pt x="524" y="2834"/>
                      <a:pt x="372" y="3268"/>
                      <a:pt x="262" y="3619"/>
                    </a:cubicBezTo>
                    <a:cubicBezTo>
                      <a:pt x="157" y="3986"/>
                      <a:pt x="68" y="4248"/>
                      <a:pt x="68" y="4378"/>
                    </a:cubicBezTo>
                    <a:cubicBezTo>
                      <a:pt x="0" y="4818"/>
                      <a:pt x="27" y="4860"/>
                      <a:pt x="157" y="5164"/>
                    </a:cubicBezTo>
                    <a:cubicBezTo>
                      <a:pt x="199" y="5253"/>
                      <a:pt x="262" y="5342"/>
                      <a:pt x="372" y="5452"/>
                    </a:cubicBezTo>
                    <a:cubicBezTo>
                      <a:pt x="461" y="5536"/>
                      <a:pt x="592" y="5646"/>
                      <a:pt x="702" y="5735"/>
                    </a:cubicBezTo>
                    <a:cubicBezTo>
                      <a:pt x="917" y="5929"/>
                      <a:pt x="1116" y="6059"/>
                      <a:pt x="1116" y="6059"/>
                    </a:cubicBezTo>
                    <a:lnTo>
                      <a:pt x="1205" y="6039"/>
                    </a:lnTo>
                    <a:cubicBezTo>
                      <a:pt x="1205" y="6039"/>
                      <a:pt x="1336" y="5059"/>
                      <a:pt x="1901" y="4378"/>
                    </a:cubicBezTo>
                    <a:cubicBezTo>
                      <a:pt x="2163" y="4033"/>
                      <a:pt x="2446" y="3902"/>
                      <a:pt x="2645" y="3834"/>
                    </a:cubicBezTo>
                    <a:cubicBezTo>
                      <a:pt x="2761" y="3796"/>
                      <a:pt x="2847" y="3789"/>
                      <a:pt x="2898" y="3789"/>
                    </a:cubicBezTo>
                    <a:cubicBezTo>
                      <a:pt x="2931" y="3789"/>
                      <a:pt x="2949" y="3792"/>
                      <a:pt x="2949" y="3792"/>
                    </a:cubicBezTo>
                    <a:lnTo>
                      <a:pt x="3012" y="3750"/>
                    </a:lnTo>
                    <a:cubicBezTo>
                      <a:pt x="3012" y="3750"/>
                      <a:pt x="3101" y="3200"/>
                      <a:pt x="3169" y="2635"/>
                    </a:cubicBezTo>
                    <a:cubicBezTo>
                      <a:pt x="3211" y="2352"/>
                      <a:pt x="3252" y="2069"/>
                      <a:pt x="3273" y="1828"/>
                    </a:cubicBezTo>
                    <a:cubicBezTo>
                      <a:pt x="3273" y="1718"/>
                      <a:pt x="3300" y="1608"/>
                      <a:pt x="3300" y="1524"/>
                    </a:cubicBezTo>
                    <a:lnTo>
                      <a:pt x="3300" y="1346"/>
                    </a:lnTo>
                    <a:cubicBezTo>
                      <a:pt x="3273" y="1215"/>
                      <a:pt x="3190" y="912"/>
                      <a:pt x="3101" y="650"/>
                    </a:cubicBezTo>
                    <a:cubicBezTo>
                      <a:pt x="3012" y="388"/>
                      <a:pt x="2949" y="147"/>
                      <a:pt x="2949" y="147"/>
                    </a:cubicBezTo>
                    <a:lnTo>
                      <a:pt x="2928" y="105"/>
                    </a:lnTo>
                    <a:cubicBezTo>
                      <a:pt x="2928" y="105"/>
                      <a:pt x="2791" y="1"/>
                      <a:pt x="2607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p6"/>
              <p:cNvSpPr/>
              <p:nvPr/>
            </p:nvSpPr>
            <p:spPr>
              <a:xfrm>
                <a:off x="1994971" y="2179300"/>
                <a:ext cx="790571" cy="507508"/>
              </a:xfrm>
              <a:custGeom>
                <a:rect b="b" l="l" r="r" t="t"/>
                <a:pathLst>
                  <a:path extrusionOk="0" h="3238" w="5044">
                    <a:moveTo>
                      <a:pt x="1562" y="1"/>
                    </a:moveTo>
                    <a:cubicBezTo>
                      <a:pt x="1232" y="1"/>
                      <a:pt x="807" y="104"/>
                      <a:pt x="524" y="551"/>
                    </a:cubicBezTo>
                    <a:cubicBezTo>
                      <a:pt x="0" y="1384"/>
                      <a:pt x="393" y="2494"/>
                      <a:pt x="393" y="2494"/>
                    </a:cubicBezTo>
                    <a:cubicBezTo>
                      <a:pt x="566" y="2714"/>
                      <a:pt x="1399" y="2934"/>
                      <a:pt x="2184" y="3086"/>
                    </a:cubicBezTo>
                    <a:cubicBezTo>
                      <a:pt x="2949" y="3238"/>
                      <a:pt x="3294" y="3238"/>
                      <a:pt x="3294" y="3238"/>
                    </a:cubicBezTo>
                    <a:cubicBezTo>
                      <a:pt x="3294" y="3238"/>
                      <a:pt x="4080" y="3217"/>
                      <a:pt x="4562" y="2473"/>
                    </a:cubicBezTo>
                    <a:cubicBezTo>
                      <a:pt x="5044" y="1756"/>
                      <a:pt x="4541" y="944"/>
                      <a:pt x="4541" y="944"/>
                    </a:cubicBezTo>
                    <a:lnTo>
                      <a:pt x="2053" y="75"/>
                    </a:lnTo>
                    <a:cubicBezTo>
                      <a:pt x="2053" y="75"/>
                      <a:pt x="1842" y="1"/>
                      <a:pt x="1562" y="1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9" name="Google Shape;869;p6"/>
              <p:cNvSpPr/>
              <p:nvPr/>
            </p:nvSpPr>
            <p:spPr>
              <a:xfrm>
                <a:off x="1985097" y="2173188"/>
                <a:ext cx="810320" cy="520203"/>
              </a:xfrm>
              <a:custGeom>
                <a:rect b="b" l="l" r="r" t="t"/>
                <a:pathLst>
                  <a:path extrusionOk="0" h="3319" w="5170">
                    <a:moveTo>
                      <a:pt x="1673" y="110"/>
                    </a:moveTo>
                    <a:cubicBezTo>
                      <a:pt x="1918" y="110"/>
                      <a:pt x="2095" y="156"/>
                      <a:pt x="2095" y="156"/>
                    </a:cubicBezTo>
                    <a:lnTo>
                      <a:pt x="4557" y="1009"/>
                    </a:lnTo>
                    <a:cubicBezTo>
                      <a:pt x="4583" y="1051"/>
                      <a:pt x="5018" y="1795"/>
                      <a:pt x="4583" y="2491"/>
                    </a:cubicBezTo>
                    <a:cubicBezTo>
                      <a:pt x="4122" y="3209"/>
                      <a:pt x="3357" y="3209"/>
                      <a:pt x="3357" y="3209"/>
                    </a:cubicBezTo>
                    <a:cubicBezTo>
                      <a:pt x="3357" y="3209"/>
                      <a:pt x="3033" y="3209"/>
                      <a:pt x="2247" y="3078"/>
                    </a:cubicBezTo>
                    <a:cubicBezTo>
                      <a:pt x="1875" y="2994"/>
                      <a:pt x="1462" y="2905"/>
                      <a:pt x="1132" y="2816"/>
                    </a:cubicBezTo>
                    <a:cubicBezTo>
                      <a:pt x="980" y="2753"/>
                      <a:pt x="828" y="2711"/>
                      <a:pt x="718" y="2643"/>
                    </a:cubicBezTo>
                    <a:cubicBezTo>
                      <a:pt x="608" y="2601"/>
                      <a:pt x="524" y="2554"/>
                      <a:pt x="498" y="2512"/>
                    </a:cubicBezTo>
                    <a:cubicBezTo>
                      <a:pt x="477" y="2491"/>
                      <a:pt x="132" y="1423"/>
                      <a:pt x="629" y="638"/>
                    </a:cubicBezTo>
                    <a:cubicBezTo>
                      <a:pt x="891" y="224"/>
                      <a:pt x="1242" y="114"/>
                      <a:pt x="1545" y="114"/>
                    </a:cubicBezTo>
                    <a:cubicBezTo>
                      <a:pt x="1590" y="111"/>
                      <a:pt x="1632" y="110"/>
                      <a:pt x="1673" y="110"/>
                    </a:cubicBezTo>
                    <a:close/>
                    <a:moveTo>
                      <a:pt x="1653" y="1"/>
                    </a:moveTo>
                    <a:cubicBezTo>
                      <a:pt x="1618" y="1"/>
                      <a:pt x="1582" y="2"/>
                      <a:pt x="1545" y="4"/>
                    </a:cubicBezTo>
                    <a:cubicBezTo>
                      <a:pt x="1221" y="25"/>
                      <a:pt x="807" y="135"/>
                      <a:pt x="545" y="569"/>
                    </a:cubicBezTo>
                    <a:cubicBezTo>
                      <a:pt x="1" y="1423"/>
                      <a:pt x="393" y="2554"/>
                      <a:pt x="393" y="2554"/>
                    </a:cubicBezTo>
                    <a:lnTo>
                      <a:pt x="414" y="2580"/>
                    </a:lnTo>
                    <a:cubicBezTo>
                      <a:pt x="456" y="2643"/>
                      <a:pt x="545" y="2685"/>
                      <a:pt x="676" y="2753"/>
                    </a:cubicBezTo>
                    <a:cubicBezTo>
                      <a:pt x="786" y="2795"/>
                      <a:pt x="938" y="2863"/>
                      <a:pt x="1111" y="2905"/>
                    </a:cubicBezTo>
                    <a:cubicBezTo>
                      <a:pt x="1441" y="3015"/>
                      <a:pt x="1854" y="3104"/>
                      <a:pt x="2226" y="3167"/>
                    </a:cubicBezTo>
                    <a:cubicBezTo>
                      <a:pt x="3012" y="3319"/>
                      <a:pt x="3357" y="3319"/>
                      <a:pt x="3357" y="3319"/>
                    </a:cubicBezTo>
                    <a:cubicBezTo>
                      <a:pt x="3357" y="3319"/>
                      <a:pt x="4190" y="3298"/>
                      <a:pt x="4667" y="2554"/>
                    </a:cubicBezTo>
                    <a:cubicBezTo>
                      <a:pt x="5169" y="1795"/>
                      <a:pt x="4646" y="941"/>
                      <a:pt x="4646" y="941"/>
                    </a:cubicBezTo>
                    <a:lnTo>
                      <a:pt x="4625" y="920"/>
                    </a:lnTo>
                    <a:lnTo>
                      <a:pt x="2137" y="67"/>
                    </a:lnTo>
                    <a:cubicBezTo>
                      <a:pt x="2137" y="67"/>
                      <a:pt x="1930" y="1"/>
                      <a:pt x="1653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" name="Google Shape;870;p6"/>
              <p:cNvSpPr/>
              <p:nvPr/>
            </p:nvSpPr>
            <p:spPr>
              <a:xfrm>
                <a:off x="1830870" y="2073818"/>
                <a:ext cx="506568" cy="555782"/>
              </a:xfrm>
              <a:custGeom>
                <a:rect b="b" l="l" r="r" t="t"/>
                <a:pathLst>
                  <a:path extrusionOk="0" h="3546" w="3232">
                    <a:moveTo>
                      <a:pt x="2225" y="0"/>
                    </a:moveTo>
                    <a:cubicBezTo>
                      <a:pt x="1963" y="0"/>
                      <a:pt x="995" y="300"/>
                      <a:pt x="524" y="1120"/>
                    </a:cubicBezTo>
                    <a:cubicBezTo>
                      <a:pt x="0" y="1989"/>
                      <a:pt x="152" y="2733"/>
                      <a:pt x="220" y="2864"/>
                    </a:cubicBezTo>
                    <a:cubicBezTo>
                      <a:pt x="283" y="2974"/>
                      <a:pt x="854" y="3408"/>
                      <a:pt x="1136" y="3518"/>
                    </a:cubicBezTo>
                    <a:cubicBezTo>
                      <a:pt x="1182" y="3537"/>
                      <a:pt x="1230" y="3545"/>
                      <a:pt x="1278" y="3545"/>
                    </a:cubicBezTo>
                    <a:cubicBezTo>
                      <a:pt x="1508" y="3545"/>
                      <a:pt x="1744" y="3366"/>
                      <a:pt x="1744" y="3366"/>
                    </a:cubicBezTo>
                    <a:lnTo>
                      <a:pt x="1461" y="3188"/>
                    </a:lnTo>
                    <a:cubicBezTo>
                      <a:pt x="1461" y="3188"/>
                      <a:pt x="1288" y="2429"/>
                      <a:pt x="1770" y="1685"/>
                    </a:cubicBezTo>
                    <a:cubicBezTo>
                      <a:pt x="2247" y="963"/>
                      <a:pt x="2378" y="942"/>
                      <a:pt x="2598" y="832"/>
                    </a:cubicBezTo>
                    <a:cubicBezTo>
                      <a:pt x="2708" y="790"/>
                      <a:pt x="2854" y="779"/>
                      <a:pt x="2973" y="779"/>
                    </a:cubicBezTo>
                    <a:cubicBezTo>
                      <a:pt x="3092" y="779"/>
                      <a:pt x="3184" y="790"/>
                      <a:pt x="3184" y="790"/>
                    </a:cubicBezTo>
                    <a:cubicBezTo>
                      <a:pt x="3184" y="790"/>
                      <a:pt x="3231" y="680"/>
                      <a:pt x="3121" y="486"/>
                    </a:cubicBezTo>
                    <a:cubicBezTo>
                      <a:pt x="3011" y="308"/>
                      <a:pt x="2446" y="72"/>
                      <a:pt x="2268" y="4"/>
                    </a:cubicBezTo>
                    <a:cubicBezTo>
                      <a:pt x="2257" y="2"/>
                      <a:pt x="2242" y="0"/>
                      <a:pt x="22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1" name="Google Shape;871;p6"/>
              <p:cNvSpPr/>
              <p:nvPr/>
            </p:nvSpPr>
            <p:spPr>
              <a:xfrm>
                <a:off x="1844819" y="2067862"/>
                <a:ext cx="495910" cy="569418"/>
              </a:xfrm>
              <a:custGeom>
                <a:rect b="b" l="l" r="r" t="t"/>
                <a:pathLst>
                  <a:path extrusionOk="0" h="3633" w="3164">
                    <a:moveTo>
                      <a:pt x="2131" y="99"/>
                    </a:moveTo>
                    <a:cubicBezTo>
                      <a:pt x="2151" y="99"/>
                      <a:pt x="2165" y="110"/>
                      <a:pt x="2179" y="110"/>
                    </a:cubicBezTo>
                    <a:cubicBezTo>
                      <a:pt x="2247" y="131"/>
                      <a:pt x="2440" y="194"/>
                      <a:pt x="2619" y="283"/>
                    </a:cubicBezTo>
                    <a:cubicBezTo>
                      <a:pt x="2770" y="372"/>
                      <a:pt x="2943" y="477"/>
                      <a:pt x="2990" y="566"/>
                    </a:cubicBezTo>
                    <a:cubicBezTo>
                      <a:pt x="3032" y="655"/>
                      <a:pt x="3053" y="697"/>
                      <a:pt x="3053" y="739"/>
                    </a:cubicBezTo>
                    <a:lnTo>
                      <a:pt x="3053" y="765"/>
                    </a:lnTo>
                    <a:lnTo>
                      <a:pt x="2880" y="765"/>
                    </a:lnTo>
                    <a:cubicBezTo>
                      <a:pt x="2749" y="765"/>
                      <a:pt x="2598" y="786"/>
                      <a:pt x="2488" y="828"/>
                    </a:cubicBezTo>
                    <a:cubicBezTo>
                      <a:pt x="2378" y="870"/>
                      <a:pt x="2289" y="917"/>
                      <a:pt x="2158" y="1027"/>
                    </a:cubicBezTo>
                    <a:cubicBezTo>
                      <a:pt x="2027" y="1132"/>
                      <a:pt x="1875" y="1331"/>
                      <a:pt x="1634" y="1702"/>
                    </a:cubicBezTo>
                    <a:cubicBezTo>
                      <a:pt x="1131" y="2467"/>
                      <a:pt x="1330" y="3226"/>
                      <a:pt x="1330" y="3226"/>
                    </a:cubicBezTo>
                    <a:lnTo>
                      <a:pt x="1351" y="3273"/>
                    </a:lnTo>
                    <a:lnTo>
                      <a:pt x="1571" y="3404"/>
                    </a:lnTo>
                    <a:cubicBezTo>
                      <a:pt x="1524" y="3425"/>
                      <a:pt x="1503" y="3446"/>
                      <a:pt x="1440" y="3467"/>
                    </a:cubicBezTo>
                    <a:cubicBezTo>
                      <a:pt x="1362" y="3501"/>
                      <a:pt x="1263" y="3532"/>
                      <a:pt x="1172" y="3532"/>
                    </a:cubicBezTo>
                    <a:cubicBezTo>
                      <a:pt x="1136" y="3532"/>
                      <a:pt x="1100" y="3526"/>
                      <a:pt x="1068" y="3514"/>
                    </a:cubicBezTo>
                    <a:cubicBezTo>
                      <a:pt x="937" y="3467"/>
                      <a:pt x="718" y="3336"/>
                      <a:pt x="545" y="3184"/>
                    </a:cubicBezTo>
                    <a:cubicBezTo>
                      <a:pt x="456" y="3122"/>
                      <a:pt x="372" y="3053"/>
                      <a:pt x="304" y="2991"/>
                    </a:cubicBezTo>
                    <a:cubicBezTo>
                      <a:pt x="241" y="2943"/>
                      <a:pt x="194" y="2881"/>
                      <a:pt x="173" y="2881"/>
                    </a:cubicBezTo>
                    <a:cubicBezTo>
                      <a:pt x="173" y="2860"/>
                      <a:pt x="152" y="2792"/>
                      <a:pt x="131" y="2682"/>
                    </a:cubicBezTo>
                    <a:cubicBezTo>
                      <a:pt x="110" y="2598"/>
                      <a:pt x="110" y="2467"/>
                      <a:pt x="110" y="2310"/>
                    </a:cubicBezTo>
                    <a:cubicBezTo>
                      <a:pt x="131" y="2006"/>
                      <a:pt x="215" y="1613"/>
                      <a:pt x="477" y="1179"/>
                    </a:cubicBezTo>
                    <a:cubicBezTo>
                      <a:pt x="718" y="765"/>
                      <a:pt x="1110" y="477"/>
                      <a:pt x="1461" y="304"/>
                    </a:cubicBezTo>
                    <a:cubicBezTo>
                      <a:pt x="1634" y="215"/>
                      <a:pt x="1786" y="152"/>
                      <a:pt x="1917" y="131"/>
                    </a:cubicBezTo>
                    <a:cubicBezTo>
                      <a:pt x="1985" y="110"/>
                      <a:pt x="2048" y="110"/>
                      <a:pt x="2095" y="110"/>
                    </a:cubicBezTo>
                    <a:cubicBezTo>
                      <a:pt x="2109" y="102"/>
                      <a:pt x="2120" y="99"/>
                      <a:pt x="2131" y="99"/>
                    </a:cubicBezTo>
                    <a:close/>
                    <a:moveTo>
                      <a:pt x="2074" y="0"/>
                    </a:moveTo>
                    <a:cubicBezTo>
                      <a:pt x="2027" y="0"/>
                      <a:pt x="1964" y="0"/>
                      <a:pt x="1896" y="21"/>
                    </a:cubicBezTo>
                    <a:cubicBezTo>
                      <a:pt x="1765" y="63"/>
                      <a:pt x="1592" y="110"/>
                      <a:pt x="1419" y="194"/>
                    </a:cubicBezTo>
                    <a:cubicBezTo>
                      <a:pt x="1047" y="372"/>
                      <a:pt x="655" y="676"/>
                      <a:pt x="393" y="1132"/>
                    </a:cubicBezTo>
                    <a:cubicBezTo>
                      <a:pt x="131" y="1571"/>
                      <a:pt x="21" y="1985"/>
                      <a:pt x="0" y="2310"/>
                    </a:cubicBezTo>
                    <a:cubicBezTo>
                      <a:pt x="0" y="2467"/>
                      <a:pt x="0" y="2598"/>
                      <a:pt x="21" y="2703"/>
                    </a:cubicBezTo>
                    <a:cubicBezTo>
                      <a:pt x="42" y="2813"/>
                      <a:pt x="63" y="2881"/>
                      <a:pt x="84" y="2923"/>
                    </a:cubicBezTo>
                    <a:cubicBezTo>
                      <a:pt x="110" y="2964"/>
                      <a:pt x="173" y="3012"/>
                      <a:pt x="241" y="3074"/>
                    </a:cubicBezTo>
                    <a:cubicBezTo>
                      <a:pt x="304" y="3142"/>
                      <a:pt x="393" y="3205"/>
                      <a:pt x="477" y="3273"/>
                    </a:cubicBezTo>
                    <a:cubicBezTo>
                      <a:pt x="655" y="3425"/>
                      <a:pt x="869" y="3556"/>
                      <a:pt x="1027" y="3598"/>
                    </a:cubicBezTo>
                    <a:cubicBezTo>
                      <a:pt x="1082" y="3623"/>
                      <a:pt x="1140" y="3632"/>
                      <a:pt x="1198" y="3632"/>
                    </a:cubicBezTo>
                    <a:cubicBezTo>
                      <a:pt x="1299" y="3632"/>
                      <a:pt x="1399" y="3604"/>
                      <a:pt x="1482" y="3577"/>
                    </a:cubicBezTo>
                    <a:cubicBezTo>
                      <a:pt x="1613" y="3514"/>
                      <a:pt x="1702" y="3446"/>
                      <a:pt x="1702" y="3446"/>
                    </a:cubicBezTo>
                    <a:lnTo>
                      <a:pt x="1702" y="3357"/>
                    </a:lnTo>
                    <a:lnTo>
                      <a:pt x="1440" y="3184"/>
                    </a:lnTo>
                    <a:cubicBezTo>
                      <a:pt x="1419" y="3163"/>
                      <a:pt x="1262" y="2467"/>
                      <a:pt x="1723" y="1765"/>
                    </a:cubicBezTo>
                    <a:cubicBezTo>
                      <a:pt x="1964" y="1393"/>
                      <a:pt x="2116" y="1200"/>
                      <a:pt x="2226" y="1111"/>
                    </a:cubicBezTo>
                    <a:cubicBezTo>
                      <a:pt x="2336" y="1001"/>
                      <a:pt x="2420" y="980"/>
                      <a:pt x="2530" y="938"/>
                    </a:cubicBezTo>
                    <a:cubicBezTo>
                      <a:pt x="2619" y="896"/>
                      <a:pt x="2770" y="870"/>
                      <a:pt x="2880" y="870"/>
                    </a:cubicBezTo>
                    <a:lnTo>
                      <a:pt x="3095" y="870"/>
                    </a:lnTo>
                    <a:lnTo>
                      <a:pt x="3142" y="849"/>
                    </a:lnTo>
                    <a:cubicBezTo>
                      <a:pt x="3142" y="849"/>
                      <a:pt x="3163" y="807"/>
                      <a:pt x="3163" y="739"/>
                    </a:cubicBezTo>
                    <a:cubicBezTo>
                      <a:pt x="3163" y="676"/>
                      <a:pt x="3142" y="608"/>
                      <a:pt x="3074" y="503"/>
                    </a:cubicBezTo>
                    <a:cubicBezTo>
                      <a:pt x="3011" y="393"/>
                      <a:pt x="2833" y="283"/>
                      <a:pt x="2660" y="194"/>
                    </a:cubicBezTo>
                    <a:cubicBezTo>
                      <a:pt x="2488" y="110"/>
                      <a:pt x="2289" y="21"/>
                      <a:pt x="2205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6"/>
              <p:cNvSpPr/>
              <p:nvPr/>
            </p:nvSpPr>
            <p:spPr>
              <a:xfrm>
                <a:off x="2473482" y="2249361"/>
                <a:ext cx="582114" cy="473496"/>
              </a:xfrm>
              <a:custGeom>
                <a:rect b="b" l="l" r="r" t="t"/>
                <a:pathLst>
                  <a:path extrusionOk="0" h="3021" w="3714">
                    <a:moveTo>
                      <a:pt x="3246" y="1"/>
                    </a:moveTo>
                    <a:cubicBezTo>
                      <a:pt x="3130" y="1"/>
                      <a:pt x="2975" y="41"/>
                      <a:pt x="2750" y="131"/>
                    </a:cubicBezTo>
                    <a:cubicBezTo>
                      <a:pt x="2252" y="303"/>
                      <a:pt x="1420" y="497"/>
                      <a:pt x="1116" y="497"/>
                    </a:cubicBezTo>
                    <a:cubicBezTo>
                      <a:pt x="1116" y="497"/>
                      <a:pt x="440" y="1199"/>
                      <a:pt x="220" y="1634"/>
                    </a:cubicBezTo>
                    <a:cubicBezTo>
                      <a:pt x="1" y="2047"/>
                      <a:pt x="27" y="2356"/>
                      <a:pt x="90" y="2550"/>
                    </a:cubicBezTo>
                    <a:cubicBezTo>
                      <a:pt x="131" y="2749"/>
                      <a:pt x="262" y="2770"/>
                      <a:pt x="482" y="2901"/>
                    </a:cubicBezTo>
                    <a:cubicBezTo>
                      <a:pt x="611" y="2965"/>
                      <a:pt x="748" y="3021"/>
                      <a:pt x="899" y="3021"/>
                    </a:cubicBezTo>
                    <a:cubicBezTo>
                      <a:pt x="1006" y="3021"/>
                      <a:pt x="1121" y="2993"/>
                      <a:pt x="1247" y="2922"/>
                    </a:cubicBezTo>
                    <a:cubicBezTo>
                      <a:pt x="1551" y="2749"/>
                      <a:pt x="2226" y="2356"/>
                      <a:pt x="2404" y="2288"/>
                    </a:cubicBezTo>
                    <a:cubicBezTo>
                      <a:pt x="2556" y="2225"/>
                      <a:pt x="3080" y="1675"/>
                      <a:pt x="3300" y="1262"/>
                    </a:cubicBezTo>
                    <a:cubicBezTo>
                      <a:pt x="3515" y="827"/>
                      <a:pt x="3714" y="366"/>
                      <a:pt x="3562" y="173"/>
                    </a:cubicBezTo>
                    <a:cubicBezTo>
                      <a:pt x="3475" y="63"/>
                      <a:pt x="3390" y="1"/>
                      <a:pt x="3246" y="1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3" name="Google Shape;873;p6"/>
              <p:cNvSpPr/>
              <p:nvPr/>
            </p:nvSpPr>
            <p:spPr>
              <a:xfrm>
                <a:off x="2490723" y="2241837"/>
                <a:ext cx="564873" cy="490424"/>
              </a:xfrm>
              <a:custGeom>
                <a:rect b="b" l="l" r="r" t="t"/>
                <a:pathLst>
                  <a:path extrusionOk="0" h="3129" w="3604">
                    <a:moveTo>
                      <a:pt x="3122" y="1"/>
                    </a:moveTo>
                    <a:cubicBezTo>
                      <a:pt x="2991" y="1"/>
                      <a:pt x="2839" y="48"/>
                      <a:pt x="2619" y="111"/>
                    </a:cubicBezTo>
                    <a:cubicBezTo>
                      <a:pt x="2378" y="221"/>
                      <a:pt x="2032" y="310"/>
                      <a:pt x="1723" y="372"/>
                    </a:cubicBezTo>
                    <a:cubicBezTo>
                      <a:pt x="1488" y="440"/>
                      <a:pt x="1247" y="482"/>
                      <a:pt x="1095" y="482"/>
                    </a:cubicBezTo>
                    <a:lnTo>
                      <a:pt x="1310" y="571"/>
                    </a:lnTo>
                    <a:cubicBezTo>
                      <a:pt x="1441" y="545"/>
                      <a:pt x="1593" y="524"/>
                      <a:pt x="1771" y="482"/>
                    </a:cubicBezTo>
                    <a:cubicBezTo>
                      <a:pt x="2074" y="414"/>
                      <a:pt x="2404" y="310"/>
                      <a:pt x="2666" y="221"/>
                    </a:cubicBezTo>
                    <a:cubicBezTo>
                      <a:pt x="2862" y="147"/>
                      <a:pt x="3003" y="105"/>
                      <a:pt x="3105" y="105"/>
                    </a:cubicBezTo>
                    <a:cubicBezTo>
                      <a:pt x="3126" y="105"/>
                      <a:pt x="3146" y="107"/>
                      <a:pt x="3164" y="111"/>
                    </a:cubicBezTo>
                    <a:cubicBezTo>
                      <a:pt x="3274" y="111"/>
                      <a:pt x="3342" y="152"/>
                      <a:pt x="3405" y="262"/>
                    </a:cubicBezTo>
                    <a:cubicBezTo>
                      <a:pt x="3473" y="330"/>
                      <a:pt x="3473" y="482"/>
                      <a:pt x="3405" y="655"/>
                    </a:cubicBezTo>
                    <a:cubicBezTo>
                      <a:pt x="3363" y="854"/>
                      <a:pt x="3253" y="1069"/>
                      <a:pt x="3143" y="1289"/>
                    </a:cubicBezTo>
                    <a:cubicBezTo>
                      <a:pt x="3033" y="1488"/>
                      <a:pt x="2860" y="1723"/>
                      <a:pt x="2687" y="1923"/>
                    </a:cubicBezTo>
                    <a:cubicBezTo>
                      <a:pt x="2598" y="2012"/>
                      <a:pt x="2509" y="2095"/>
                      <a:pt x="2425" y="2163"/>
                    </a:cubicBezTo>
                    <a:cubicBezTo>
                      <a:pt x="2357" y="2226"/>
                      <a:pt x="2294" y="2273"/>
                      <a:pt x="2273" y="2294"/>
                    </a:cubicBezTo>
                    <a:cubicBezTo>
                      <a:pt x="2184" y="2315"/>
                      <a:pt x="1964" y="2446"/>
                      <a:pt x="1750" y="2556"/>
                    </a:cubicBezTo>
                    <a:cubicBezTo>
                      <a:pt x="1509" y="2687"/>
                      <a:pt x="1268" y="2839"/>
                      <a:pt x="1116" y="2928"/>
                    </a:cubicBezTo>
                    <a:cubicBezTo>
                      <a:pt x="991" y="2989"/>
                      <a:pt x="885" y="3015"/>
                      <a:pt x="789" y="3015"/>
                    </a:cubicBezTo>
                    <a:cubicBezTo>
                      <a:pt x="646" y="3015"/>
                      <a:pt x="525" y="2959"/>
                      <a:pt x="393" y="2881"/>
                    </a:cubicBezTo>
                    <a:cubicBezTo>
                      <a:pt x="283" y="2818"/>
                      <a:pt x="200" y="2797"/>
                      <a:pt x="131" y="2750"/>
                    </a:cubicBezTo>
                    <a:lnTo>
                      <a:pt x="1" y="2771"/>
                    </a:lnTo>
                    <a:cubicBezTo>
                      <a:pt x="21" y="2797"/>
                      <a:pt x="48" y="2818"/>
                      <a:pt x="90" y="2839"/>
                    </a:cubicBezTo>
                    <a:cubicBezTo>
                      <a:pt x="152" y="2881"/>
                      <a:pt x="241" y="2928"/>
                      <a:pt x="330" y="2991"/>
                    </a:cubicBezTo>
                    <a:cubicBezTo>
                      <a:pt x="470" y="3067"/>
                      <a:pt x="616" y="3128"/>
                      <a:pt x="778" y="3128"/>
                    </a:cubicBezTo>
                    <a:cubicBezTo>
                      <a:pt x="895" y="3128"/>
                      <a:pt x="1021" y="3096"/>
                      <a:pt x="1158" y="3012"/>
                    </a:cubicBezTo>
                    <a:cubicBezTo>
                      <a:pt x="1310" y="2928"/>
                      <a:pt x="1572" y="2771"/>
                      <a:pt x="1792" y="2666"/>
                    </a:cubicBezTo>
                    <a:cubicBezTo>
                      <a:pt x="2032" y="2535"/>
                      <a:pt x="2226" y="2425"/>
                      <a:pt x="2315" y="2378"/>
                    </a:cubicBezTo>
                    <a:cubicBezTo>
                      <a:pt x="2357" y="2357"/>
                      <a:pt x="2425" y="2315"/>
                      <a:pt x="2488" y="2247"/>
                    </a:cubicBezTo>
                    <a:cubicBezTo>
                      <a:pt x="2577" y="2184"/>
                      <a:pt x="2666" y="2095"/>
                      <a:pt x="2750" y="1985"/>
                    </a:cubicBezTo>
                    <a:cubicBezTo>
                      <a:pt x="2928" y="1792"/>
                      <a:pt x="3122" y="1551"/>
                      <a:pt x="3232" y="1331"/>
                    </a:cubicBezTo>
                    <a:cubicBezTo>
                      <a:pt x="3342" y="1116"/>
                      <a:pt x="3452" y="896"/>
                      <a:pt x="3514" y="702"/>
                    </a:cubicBezTo>
                    <a:cubicBezTo>
                      <a:pt x="3583" y="503"/>
                      <a:pt x="3604" y="310"/>
                      <a:pt x="3494" y="200"/>
                    </a:cubicBezTo>
                    <a:cubicBezTo>
                      <a:pt x="3405" y="90"/>
                      <a:pt x="3321" y="22"/>
                      <a:pt x="3190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" name="Google Shape;874;p6"/>
              <p:cNvSpPr/>
              <p:nvPr/>
            </p:nvSpPr>
            <p:spPr>
              <a:xfrm>
                <a:off x="2891337" y="2239486"/>
                <a:ext cx="320993" cy="216921"/>
              </a:xfrm>
              <a:custGeom>
                <a:rect b="b" l="l" r="r" t="t"/>
                <a:pathLst>
                  <a:path extrusionOk="0" h="1384" w="2048">
                    <a:moveTo>
                      <a:pt x="1031" y="0"/>
                    </a:moveTo>
                    <a:cubicBezTo>
                      <a:pt x="723" y="0"/>
                      <a:pt x="285" y="108"/>
                      <a:pt x="194" y="126"/>
                    </a:cubicBezTo>
                    <a:cubicBezTo>
                      <a:pt x="84" y="167"/>
                      <a:pt x="21" y="215"/>
                      <a:pt x="0" y="387"/>
                    </a:cubicBezTo>
                    <a:cubicBezTo>
                      <a:pt x="0" y="387"/>
                      <a:pt x="152" y="560"/>
                      <a:pt x="346" y="717"/>
                    </a:cubicBezTo>
                    <a:cubicBezTo>
                      <a:pt x="545" y="869"/>
                      <a:pt x="1027" y="1152"/>
                      <a:pt x="1288" y="1283"/>
                    </a:cubicBezTo>
                    <a:cubicBezTo>
                      <a:pt x="1434" y="1340"/>
                      <a:pt x="1575" y="1384"/>
                      <a:pt x="1691" y="1384"/>
                    </a:cubicBezTo>
                    <a:cubicBezTo>
                      <a:pt x="1801" y="1384"/>
                      <a:pt x="1890" y="1345"/>
                      <a:pt x="1943" y="1241"/>
                    </a:cubicBezTo>
                    <a:cubicBezTo>
                      <a:pt x="2048" y="1042"/>
                      <a:pt x="1896" y="869"/>
                      <a:pt x="1681" y="607"/>
                    </a:cubicBezTo>
                    <a:cubicBezTo>
                      <a:pt x="1461" y="325"/>
                      <a:pt x="1482" y="84"/>
                      <a:pt x="1199" y="16"/>
                    </a:cubicBezTo>
                    <a:cubicBezTo>
                      <a:pt x="1151" y="5"/>
                      <a:pt x="1094" y="0"/>
                      <a:pt x="1031" y="0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6"/>
              <p:cNvSpPr/>
              <p:nvPr/>
            </p:nvSpPr>
            <p:spPr>
              <a:xfrm>
                <a:off x="2883814" y="2231963"/>
                <a:ext cx="328517" cy="232438"/>
              </a:xfrm>
              <a:custGeom>
                <a:rect b="b" l="l" r="r" t="t"/>
                <a:pathLst>
                  <a:path extrusionOk="0" h="1483" w="2096">
                    <a:moveTo>
                      <a:pt x="1048" y="1"/>
                    </a:moveTo>
                    <a:cubicBezTo>
                      <a:pt x="944" y="1"/>
                      <a:pt x="787" y="1"/>
                      <a:pt x="656" y="22"/>
                    </a:cubicBezTo>
                    <a:cubicBezTo>
                      <a:pt x="462" y="64"/>
                      <a:pt x="289" y="111"/>
                      <a:pt x="221" y="132"/>
                    </a:cubicBezTo>
                    <a:cubicBezTo>
                      <a:pt x="158" y="153"/>
                      <a:pt x="111" y="174"/>
                      <a:pt x="69" y="215"/>
                    </a:cubicBezTo>
                    <a:cubicBezTo>
                      <a:pt x="48" y="242"/>
                      <a:pt x="27" y="284"/>
                      <a:pt x="1" y="325"/>
                    </a:cubicBezTo>
                    <a:lnTo>
                      <a:pt x="158" y="284"/>
                    </a:lnTo>
                    <a:cubicBezTo>
                      <a:pt x="179" y="263"/>
                      <a:pt x="200" y="242"/>
                      <a:pt x="242" y="242"/>
                    </a:cubicBezTo>
                    <a:cubicBezTo>
                      <a:pt x="310" y="215"/>
                      <a:pt x="483" y="174"/>
                      <a:pt x="682" y="132"/>
                    </a:cubicBezTo>
                    <a:cubicBezTo>
                      <a:pt x="818" y="117"/>
                      <a:pt x="976" y="100"/>
                      <a:pt x="1097" y="100"/>
                    </a:cubicBezTo>
                    <a:cubicBezTo>
                      <a:pt x="1149" y="100"/>
                      <a:pt x="1194" y="103"/>
                      <a:pt x="1226" y="111"/>
                    </a:cubicBezTo>
                    <a:cubicBezTo>
                      <a:pt x="1357" y="153"/>
                      <a:pt x="1399" y="215"/>
                      <a:pt x="1467" y="304"/>
                    </a:cubicBezTo>
                    <a:cubicBezTo>
                      <a:pt x="1509" y="414"/>
                      <a:pt x="1572" y="545"/>
                      <a:pt x="1682" y="676"/>
                    </a:cubicBezTo>
                    <a:cubicBezTo>
                      <a:pt x="1792" y="828"/>
                      <a:pt x="1881" y="917"/>
                      <a:pt x="1923" y="1027"/>
                    </a:cubicBezTo>
                    <a:cubicBezTo>
                      <a:pt x="1965" y="1111"/>
                      <a:pt x="1991" y="1179"/>
                      <a:pt x="1944" y="1263"/>
                    </a:cubicBezTo>
                    <a:cubicBezTo>
                      <a:pt x="1881" y="1352"/>
                      <a:pt x="1813" y="1373"/>
                      <a:pt x="1729" y="1373"/>
                    </a:cubicBezTo>
                    <a:cubicBezTo>
                      <a:pt x="1619" y="1373"/>
                      <a:pt x="1488" y="1331"/>
                      <a:pt x="1357" y="1263"/>
                    </a:cubicBezTo>
                    <a:cubicBezTo>
                      <a:pt x="1096" y="1158"/>
                      <a:pt x="614" y="870"/>
                      <a:pt x="441" y="718"/>
                    </a:cubicBezTo>
                    <a:cubicBezTo>
                      <a:pt x="242" y="587"/>
                      <a:pt x="111" y="435"/>
                      <a:pt x="111" y="414"/>
                    </a:cubicBezTo>
                    <a:cubicBezTo>
                      <a:pt x="90" y="456"/>
                      <a:pt x="69" y="477"/>
                      <a:pt x="48" y="524"/>
                    </a:cubicBezTo>
                    <a:cubicBezTo>
                      <a:pt x="111" y="587"/>
                      <a:pt x="221" y="697"/>
                      <a:pt x="373" y="807"/>
                    </a:cubicBezTo>
                    <a:cubicBezTo>
                      <a:pt x="572" y="959"/>
                      <a:pt x="1048" y="1242"/>
                      <a:pt x="1310" y="1373"/>
                    </a:cubicBezTo>
                    <a:cubicBezTo>
                      <a:pt x="1467" y="1441"/>
                      <a:pt x="1598" y="1483"/>
                      <a:pt x="1729" y="1483"/>
                    </a:cubicBezTo>
                    <a:cubicBezTo>
                      <a:pt x="1834" y="1483"/>
                      <a:pt x="1965" y="1441"/>
                      <a:pt x="2033" y="1310"/>
                    </a:cubicBezTo>
                    <a:cubicBezTo>
                      <a:pt x="2096" y="1200"/>
                      <a:pt x="2075" y="1069"/>
                      <a:pt x="2033" y="959"/>
                    </a:cubicBezTo>
                    <a:cubicBezTo>
                      <a:pt x="1965" y="849"/>
                      <a:pt x="1881" y="739"/>
                      <a:pt x="1771" y="608"/>
                    </a:cubicBezTo>
                    <a:cubicBezTo>
                      <a:pt x="1661" y="477"/>
                      <a:pt x="1619" y="373"/>
                      <a:pt x="1551" y="263"/>
                    </a:cubicBezTo>
                    <a:cubicBezTo>
                      <a:pt x="1488" y="153"/>
                      <a:pt x="1399" y="43"/>
                      <a:pt x="1247" y="22"/>
                    </a:cubicBezTo>
                    <a:cubicBezTo>
                      <a:pt x="1205" y="1"/>
                      <a:pt x="1137" y="1"/>
                      <a:pt x="1048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6" name="Google Shape;876;p6"/>
              <p:cNvSpPr/>
              <p:nvPr/>
            </p:nvSpPr>
            <p:spPr>
              <a:xfrm>
                <a:off x="2801841" y="2288544"/>
                <a:ext cx="397323" cy="214100"/>
              </a:xfrm>
              <a:custGeom>
                <a:rect b="b" l="l" r="r" t="t"/>
                <a:pathLst>
                  <a:path extrusionOk="0" h="1366" w="2535">
                    <a:moveTo>
                      <a:pt x="748" y="1"/>
                    </a:moveTo>
                    <a:cubicBezTo>
                      <a:pt x="597" y="1"/>
                      <a:pt x="473" y="15"/>
                      <a:pt x="419" y="53"/>
                    </a:cubicBezTo>
                    <a:cubicBezTo>
                      <a:pt x="288" y="163"/>
                      <a:pt x="110" y="336"/>
                      <a:pt x="68" y="509"/>
                    </a:cubicBezTo>
                    <a:cubicBezTo>
                      <a:pt x="68" y="509"/>
                      <a:pt x="0" y="666"/>
                      <a:pt x="47" y="687"/>
                    </a:cubicBezTo>
                    <a:cubicBezTo>
                      <a:pt x="110" y="708"/>
                      <a:pt x="550" y="771"/>
                      <a:pt x="896" y="860"/>
                    </a:cubicBezTo>
                    <a:cubicBezTo>
                      <a:pt x="1268" y="928"/>
                      <a:pt x="1467" y="1033"/>
                      <a:pt x="1681" y="1164"/>
                    </a:cubicBezTo>
                    <a:cubicBezTo>
                      <a:pt x="1880" y="1282"/>
                      <a:pt x="1989" y="1366"/>
                      <a:pt x="2119" y="1366"/>
                    </a:cubicBezTo>
                    <a:cubicBezTo>
                      <a:pt x="2134" y="1366"/>
                      <a:pt x="2148" y="1365"/>
                      <a:pt x="2163" y="1363"/>
                    </a:cubicBezTo>
                    <a:cubicBezTo>
                      <a:pt x="2294" y="1363"/>
                      <a:pt x="2514" y="1274"/>
                      <a:pt x="2535" y="1101"/>
                    </a:cubicBezTo>
                    <a:cubicBezTo>
                      <a:pt x="2535" y="902"/>
                      <a:pt x="2336" y="750"/>
                      <a:pt x="2142" y="509"/>
                    </a:cubicBezTo>
                    <a:cubicBezTo>
                      <a:pt x="1922" y="294"/>
                      <a:pt x="1859" y="95"/>
                      <a:pt x="1571" y="74"/>
                    </a:cubicBezTo>
                    <a:cubicBezTo>
                      <a:pt x="1389" y="47"/>
                      <a:pt x="1024" y="1"/>
                      <a:pt x="748" y="1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7" name="Google Shape;877;p6"/>
              <p:cNvSpPr/>
              <p:nvPr/>
            </p:nvSpPr>
            <p:spPr>
              <a:xfrm>
                <a:off x="2815791" y="2279610"/>
                <a:ext cx="389957" cy="232438"/>
              </a:xfrm>
              <a:custGeom>
                <a:rect b="b" l="l" r="r" t="t"/>
                <a:pathLst>
                  <a:path extrusionOk="0" h="1483" w="2488">
                    <a:moveTo>
                      <a:pt x="503" y="0"/>
                    </a:moveTo>
                    <a:cubicBezTo>
                      <a:pt x="414" y="21"/>
                      <a:pt x="351" y="21"/>
                      <a:pt x="304" y="69"/>
                    </a:cubicBezTo>
                    <a:cubicBezTo>
                      <a:pt x="283" y="69"/>
                      <a:pt x="283" y="69"/>
                      <a:pt x="262" y="89"/>
                    </a:cubicBezTo>
                    <a:lnTo>
                      <a:pt x="503" y="0"/>
                    </a:lnTo>
                    <a:close/>
                    <a:moveTo>
                      <a:pt x="592" y="0"/>
                    </a:moveTo>
                    <a:cubicBezTo>
                      <a:pt x="566" y="21"/>
                      <a:pt x="566" y="69"/>
                      <a:pt x="545" y="110"/>
                    </a:cubicBezTo>
                    <a:lnTo>
                      <a:pt x="854" y="110"/>
                    </a:lnTo>
                    <a:cubicBezTo>
                      <a:pt x="1069" y="131"/>
                      <a:pt x="1331" y="152"/>
                      <a:pt x="1461" y="173"/>
                    </a:cubicBezTo>
                    <a:cubicBezTo>
                      <a:pt x="1592" y="199"/>
                      <a:pt x="1681" y="241"/>
                      <a:pt x="1744" y="304"/>
                    </a:cubicBezTo>
                    <a:cubicBezTo>
                      <a:pt x="1833" y="393"/>
                      <a:pt x="1901" y="482"/>
                      <a:pt x="2006" y="613"/>
                    </a:cubicBezTo>
                    <a:cubicBezTo>
                      <a:pt x="2116" y="723"/>
                      <a:pt x="2205" y="828"/>
                      <a:pt x="2294" y="917"/>
                    </a:cubicBezTo>
                    <a:cubicBezTo>
                      <a:pt x="2357" y="1006"/>
                      <a:pt x="2378" y="1069"/>
                      <a:pt x="2378" y="1158"/>
                    </a:cubicBezTo>
                    <a:cubicBezTo>
                      <a:pt x="2378" y="1221"/>
                      <a:pt x="2336" y="1268"/>
                      <a:pt x="2268" y="1310"/>
                    </a:cubicBezTo>
                    <a:cubicBezTo>
                      <a:pt x="2205" y="1352"/>
                      <a:pt x="2116" y="1378"/>
                      <a:pt x="2053" y="1378"/>
                    </a:cubicBezTo>
                    <a:cubicBezTo>
                      <a:pt x="2006" y="1378"/>
                      <a:pt x="1943" y="1352"/>
                      <a:pt x="1875" y="1331"/>
                    </a:cubicBezTo>
                    <a:cubicBezTo>
                      <a:pt x="1812" y="1289"/>
                      <a:pt x="1723" y="1247"/>
                      <a:pt x="1613" y="1179"/>
                    </a:cubicBezTo>
                    <a:cubicBezTo>
                      <a:pt x="1399" y="1048"/>
                      <a:pt x="1179" y="938"/>
                      <a:pt x="828" y="854"/>
                    </a:cubicBezTo>
                    <a:cubicBezTo>
                      <a:pt x="655" y="807"/>
                      <a:pt x="461" y="786"/>
                      <a:pt x="283" y="765"/>
                    </a:cubicBezTo>
                    <a:cubicBezTo>
                      <a:pt x="220" y="744"/>
                      <a:pt x="131" y="723"/>
                      <a:pt x="89" y="723"/>
                    </a:cubicBezTo>
                    <a:lnTo>
                      <a:pt x="68" y="723"/>
                    </a:lnTo>
                    <a:cubicBezTo>
                      <a:pt x="42" y="744"/>
                      <a:pt x="21" y="765"/>
                      <a:pt x="0" y="807"/>
                    </a:cubicBezTo>
                    <a:cubicBezTo>
                      <a:pt x="21" y="807"/>
                      <a:pt x="42" y="807"/>
                      <a:pt x="68" y="828"/>
                    </a:cubicBezTo>
                    <a:cubicBezTo>
                      <a:pt x="110" y="828"/>
                      <a:pt x="199" y="854"/>
                      <a:pt x="262" y="854"/>
                    </a:cubicBezTo>
                    <a:cubicBezTo>
                      <a:pt x="435" y="896"/>
                      <a:pt x="634" y="917"/>
                      <a:pt x="807" y="959"/>
                    </a:cubicBezTo>
                    <a:cubicBezTo>
                      <a:pt x="1158" y="1027"/>
                      <a:pt x="1351" y="1137"/>
                      <a:pt x="1571" y="1268"/>
                    </a:cubicBezTo>
                    <a:cubicBezTo>
                      <a:pt x="1681" y="1331"/>
                      <a:pt x="1744" y="1378"/>
                      <a:pt x="1833" y="1420"/>
                    </a:cubicBezTo>
                    <a:cubicBezTo>
                      <a:pt x="1922" y="1462"/>
                      <a:pt x="1985" y="1482"/>
                      <a:pt x="2074" y="1482"/>
                    </a:cubicBezTo>
                    <a:cubicBezTo>
                      <a:pt x="2137" y="1462"/>
                      <a:pt x="2247" y="1441"/>
                      <a:pt x="2336" y="1399"/>
                    </a:cubicBezTo>
                    <a:cubicBezTo>
                      <a:pt x="2399" y="1352"/>
                      <a:pt x="2488" y="1268"/>
                      <a:pt x="2488" y="1158"/>
                    </a:cubicBezTo>
                    <a:cubicBezTo>
                      <a:pt x="2488" y="1048"/>
                      <a:pt x="2446" y="938"/>
                      <a:pt x="2357" y="854"/>
                    </a:cubicBezTo>
                    <a:cubicBezTo>
                      <a:pt x="2294" y="744"/>
                      <a:pt x="2184" y="655"/>
                      <a:pt x="2095" y="545"/>
                    </a:cubicBezTo>
                    <a:cubicBezTo>
                      <a:pt x="1985" y="414"/>
                      <a:pt x="1922" y="330"/>
                      <a:pt x="1833" y="241"/>
                    </a:cubicBezTo>
                    <a:cubicBezTo>
                      <a:pt x="1744" y="152"/>
                      <a:pt x="1639" y="89"/>
                      <a:pt x="1482" y="69"/>
                    </a:cubicBezTo>
                    <a:cubicBezTo>
                      <a:pt x="1351" y="42"/>
                      <a:pt x="1090" y="21"/>
                      <a:pt x="854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8" name="Google Shape;878;p6"/>
              <p:cNvSpPr/>
              <p:nvPr/>
            </p:nvSpPr>
            <p:spPr>
              <a:xfrm>
                <a:off x="2740245" y="2351395"/>
                <a:ext cx="421304" cy="242939"/>
              </a:xfrm>
              <a:custGeom>
                <a:rect b="b" l="l" r="r" t="t"/>
                <a:pathLst>
                  <a:path extrusionOk="0" h="1550" w="2688">
                    <a:moveTo>
                      <a:pt x="1147" y="1"/>
                    </a:moveTo>
                    <a:cubicBezTo>
                      <a:pt x="1014" y="1"/>
                      <a:pt x="898" y="9"/>
                      <a:pt x="833" y="24"/>
                    </a:cubicBezTo>
                    <a:cubicBezTo>
                      <a:pt x="634" y="45"/>
                      <a:pt x="372" y="134"/>
                      <a:pt x="372" y="134"/>
                    </a:cubicBezTo>
                    <a:cubicBezTo>
                      <a:pt x="372" y="134"/>
                      <a:pt x="220" y="155"/>
                      <a:pt x="158" y="307"/>
                    </a:cubicBezTo>
                    <a:cubicBezTo>
                      <a:pt x="69" y="480"/>
                      <a:pt x="1" y="873"/>
                      <a:pt x="69" y="962"/>
                    </a:cubicBezTo>
                    <a:cubicBezTo>
                      <a:pt x="83" y="1001"/>
                      <a:pt x="118" y="1015"/>
                      <a:pt x="166" y="1015"/>
                    </a:cubicBezTo>
                    <a:cubicBezTo>
                      <a:pt x="253" y="1015"/>
                      <a:pt x="385" y="968"/>
                      <a:pt x="524" y="941"/>
                    </a:cubicBezTo>
                    <a:cubicBezTo>
                      <a:pt x="627" y="912"/>
                      <a:pt x="788" y="899"/>
                      <a:pt x="951" y="899"/>
                    </a:cubicBezTo>
                    <a:cubicBezTo>
                      <a:pt x="1171" y="899"/>
                      <a:pt x="1392" y="922"/>
                      <a:pt x="1467" y="962"/>
                    </a:cubicBezTo>
                    <a:cubicBezTo>
                      <a:pt x="1595" y="1023"/>
                      <a:pt x="2222" y="1549"/>
                      <a:pt x="2329" y="1549"/>
                    </a:cubicBezTo>
                    <a:cubicBezTo>
                      <a:pt x="2332" y="1549"/>
                      <a:pt x="2334" y="1549"/>
                      <a:pt x="2336" y="1548"/>
                    </a:cubicBezTo>
                    <a:cubicBezTo>
                      <a:pt x="2446" y="1527"/>
                      <a:pt x="2598" y="1417"/>
                      <a:pt x="2645" y="1182"/>
                    </a:cubicBezTo>
                    <a:cubicBezTo>
                      <a:pt x="2687" y="962"/>
                      <a:pt x="2619" y="894"/>
                      <a:pt x="2446" y="763"/>
                    </a:cubicBezTo>
                    <a:cubicBezTo>
                      <a:pt x="2252" y="611"/>
                      <a:pt x="2074" y="176"/>
                      <a:pt x="1881" y="87"/>
                    </a:cubicBezTo>
                    <a:cubicBezTo>
                      <a:pt x="1748" y="31"/>
                      <a:pt x="1413" y="1"/>
                      <a:pt x="1147" y="1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9" name="Google Shape;879;p6"/>
              <p:cNvSpPr/>
              <p:nvPr/>
            </p:nvSpPr>
            <p:spPr>
              <a:xfrm>
                <a:off x="2785384" y="2344498"/>
                <a:ext cx="379455" cy="258299"/>
              </a:xfrm>
              <a:custGeom>
                <a:rect b="b" l="l" r="r" t="t"/>
                <a:pathLst>
                  <a:path extrusionOk="0" h="1648" w="2421">
                    <a:moveTo>
                      <a:pt x="524" y="0"/>
                    </a:moveTo>
                    <a:cubicBezTo>
                      <a:pt x="477" y="47"/>
                      <a:pt x="435" y="89"/>
                      <a:pt x="393" y="152"/>
                    </a:cubicBezTo>
                    <a:cubicBezTo>
                      <a:pt x="435" y="131"/>
                      <a:pt x="498" y="110"/>
                      <a:pt x="545" y="110"/>
                    </a:cubicBezTo>
                    <a:cubicBezTo>
                      <a:pt x="601" y="110"/>
                      <a:pt x="717" y="101"/>
                      <a:pt x="854" y="101"/>
                    </a:cubicBezTo>
                    <a:cubicBezTo>
                      <a:pt x="922" y="101"/>
                      <a:pt x="996" y="103"/>
                      <a:pt x="1069" y="110"/>
                    </a:cubicBezTo>
                    <a:cubicBezTo>
                      <a:pt x="1284" y="110"/>
                      <a:pt x="1504" y="152"/>
                      <a:pt x="1572" y="199"/>
                    </a:cubicBezTo>
                    <a:cubicBezTo>
                      <a:pt x="1655" y="220"/>
                      <a:pt x="1744" y="351"/>
                      <a:pt x="1833" y="482"/>
                    </a:cubicBezTo>
                    <a:cubicBezTo>
                      <a:pt x="1917" y="613"/>
                      <a:pt x="2006" y="765"/>
                      <a:pt x="2116" y="854"/>
                    </a:cubicBezTo>
                    <a:cubicBezTo>
                      <a:pt x="2226" y="917"/>
                      <a:pt x="2268" y="964"/>
                      <a:pt x="2289" y="1006"/>
                    </a:cubicBezTo>
                    <a:cubicBezTo>
                      <a:pt x="2310" y="1048"/>
                      <a:pt x="2310" y="1116"/>
                      <a:pt x="2289" y="1226"/>
                    </a:cubicBezTo>
                    <a:cubicBezTo>
                      <a:pt x="2268" y="1419"/>
                      <a:pt x="2116" y="1529"/>
                      <a:pt x="2048" y="1550"/>
                    </a:cubicBezTo>
                    <a:cubicBezTo>
                      <a:pt x="2048" y="1550"/>
                      <a:pt x="2048" y="1529"/>
                      <a:pt x="2027" y="1529"/>
                    </a:cubicBezTo>
                    <a:cubicBezTo>
                      <a:pt x="2006" y="1508"/>
                      <a:pt x="1964" y="1508"/>
                      <a:pt x="1917" y="1461"/>
                    </a:cubicBezTo>
                    <a:cubicBezTo>
                      <a:pt x="1854" y="1419"/>
                      <a:pt x="1744" y="1357"/>
                      <a:pt x="1655" y="1288"/>
                    </a:cubicBezTo>
                    <a:cubicBezTo>
                      <a:pt x="1572" y="1226"/>
                      <a:pt x="1462" y="1137"/>
                      <a:pt x="1373" y="1095"/>
                    </a:cubicBezTo>
                    <a:cubicBezTo>
                      <a:pt x="1310" y="1027"/>
                      <a:pt x="1242" y="985"/>
                      <a:pt x="1200" y="964"/>
                    </a:cubicBezTo>
                    <a:cubicBezTo>
                      <a:pt x="1153" y="938"/>
                      <a:pt x="1090" y="917"/>
                      <a:pt x="1022" y="917"/>
                    </a:cubicBezTo>
                    <a:cubicBezTo>
                      <a:pt x="938" y="896"/>
                      <a:pt x="849" y="896"/>
                      <a:pt x="739" y="896"/>
                    </a:cubicBezTo>
                    <a:cubicBezTo>
                      <a:pt x="688" y="890"/>
                      <a:pt x="635" y="887"/>
                      <a:pt x="583" y="887"/>
                    </a:cubicBezTo>
                    <a:cubicBezTo>
                      <a:pt x="455" y="887"/>
                      <a:pt x="329" y="902"/>
                      <a:pt x="236" y="917"/>
                    </a:cubicBezTo>
                    <a:cubicBezTo>
                      <a:pt x="152" y="938"/>
                      <a:pt x="63" y="964"/>
                      <a:pt x="1" y="985"/>
                    </a:cubicBezTo>
                    <a:lnTo>
                      <a:pt x="1" y="1095"/>
                    </a:lnTo>
                    <a:cubicBezTo>
                      <a:pt x="84" y="1068"/>
                      <a:pt x="173" y="1048"/>
                      <a:pt x="262" y="1027"/>
                    </a:cubicBezTo>
                    <a:cubicBezTo>
                      <a:pt x="336" y="1012"/>
                      <a:pt x="458" y="997"/>
                      <a:pt x="583" y="997"/>
                    </a:cubicBezTo>
                    <a:cubicBezTo>
                      <a:pt x="635" y="997"/>
                      <a:pt x="688" y="1000"/>
                      <a:pt x="739" y="1006"/>
                    </a:cubicBezTo>
                    <a:lnTo>
                      <a:pt x="1001" y="1006"/>
                    </a:lnTo>
                    <a:cubicBezTo>
                      <a:pt x="1069" y="1027"/>
                      <a:pt x="1132" y="1048"/>
                      <a:pt x="1153" y="1048"/>
                    </a:cubicBezTo>
                    <a:cubicBezTo>
                      <a:pt x="1179" y="1068"/>
                      <a:pt x="1242" y="1116"/>
                      <a:pt x="1331" y="1158"/>
                    </a:cubicBezTo>
                    <a:cubicBezTo>
                      <a:pt x="1394" y="1226"/>
                      <a:pt x="1504" y="1309"/>
                      <a:pt x="1593" y="1377"/>
                    </a:cubicBezTo>
                    <a:cubicBezTo>
                      <a:pt x="1703" y="1440"/>
                      <a:pt x="1786" y="1508"/>
                      <a:pt x="1875" y="1571"/>
                    </a:cubicBezTo>
                    <a:cubicBezTo>
                      <a:pt x="1896" y="1592"/>
                      <a:pt x="1938" y="1618"/>
                      <a:pt x="1985" y="1618"/>
                    </a:cubicBezTo>
                    <a:cubicBezTo>
                      <a:pt x="2000" y="1633"/>
                      <a:pt x="2015" y="1648"/>
                      <a:pt x="2037" y="1648"/>
                    </a:cubicBezTo>
                    <a:cubicBezTo>
                      <a:pt x="2046" y="1648"/>
                      <a:pt x="2057" y="1645"/>
                      <a:pt x="2069" y="1639"/>
                    </a:cubicBezTo>
                    <a:cubicBezTo>
                      <a:pt x="2200" y="1618"/>
                      <a:pt x="2357" y="1487"/>
                      <a:pt x="2399" y="1247"/>
                    </a:cubicBezTo>
                    <a:cubicBezTo>
                      <a:pt x="2420" y="1137"/>
                      <a:pt x="2420" y="1048"/>
                      <a:pt x="2378" y="964"/>
                    </a:cubicBezTo>
                    <a:cubicBezTo>
                      <a:pt x="2357" y="896"/>
                      <a:pt x="2289" y="833"/>
                      <a:pt x="2179" y="765"/>
                    </a:cubicBezTo>
                    <a:cubicBezTo>
                      <a:pt x="2116" y="702"/>
                      <a:pt x="2006" y="545"/>
                      <a:pt x="1917" y="414"/>
                    </a:cubicBezTo>
                    <a:cubicBezTo>
                      <a:pt x="1833" y="283"/>
                      <a:pt x="1744" y="152"/>
                      <a:pt x="1614" y="89"/>
                    </a:cubicBezTo>
                    <a:cubicBezTo>
                      <a:pt x="1504" y="47"/>
                      <a:pt x="1284" y="21"/>
                      <a:pt x="1069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6"/>
              <p:cNvSpPr/>
              <p:nvPr/>
            </p:nvSpPr>
            <p:spPr>
              <a:xfrm>
                <a:off x="2706547" y="2447002"/>
                <a:ext cx="417229" cy="210338"/>
              </a:xfrm>
              <a:custGeom>
                <a:rect b="b" l="l" r="r" t="t"/>
                <a:pathLst>
                  <a:path extrusionOk="0" h="1342" w="2662">
                    <a:moveTo>
                      <a:pt x="959" y="1"/>
                    </a:moveTo>
                    <a:cubicBezTo>
                      <a:pt x="765" y="1"/>
                      <a:pt x="216" y="263"/>
                      <a:pt x="216" y="263"/>
                    </a:cubicBezTo>
                    <a:cubicBezTo>
                      <a:pt x="216" y="263"/>
                      <a:pt x="1" y="854"/>
                      <a:pt x="195" y="1027"/>
                    </a:cubicBezTo>
                    <a:cubicBezTo>
                      <a:pt x="294" y="1127"/>
                      <a:pt x="404" y="1159"/>
                      <a:pt x="508" y="1159"/>
                    </a:cubicBezTo>
                    <a:cubicBezTo>
                      <a:pt x="612" y="1159"/>
                      <a:pt x="710" y="1127"/>
                      <a:pt x="786" y="1095"/>
                    </a:cubicBezTo>
                    <a:cubicBezTo>
                      <a:pt x="938" y="1027"/>
                      <a:pt x="1310" y="1006"/>
                      <a:pt x="1441" y="1006"/>
                    </a:cubicBezTo>
                    <a:cubicBezTo>
                      <a:pt x="1454" y="1005"/>
                      <a:pt x="1466" y="1004"/>
                      <a:pt x="1478" y="1004"/>
                    </a:cubicBezTo>
                    <a:cubicBezTo>
                      <a:pt x="1604" y="1004"/>
                      <a:pt x="1667" y="1102"/>
                      <a:pt x="1787" y="1179"/>
                    </a:cubicBezTo>
                    <a:cubicBezTo>
                      <a:pt x="1895" y="1241"/>
                      <a:pt x="2156" y="1342"/>
                      <a:pt x="2343" y="1342"/>
                    </a:cubicBezTo>
                    <a:cubicBezTo>
                      <a:pt x="2427" y="1342"/>
                      <a:pt x="2496" y="1322"/>
                      <a:pt x="2530" y="1268"/>
                    </a:cubicBezTo>
                    <a:cubicBezTo>
                      <a:pt x="2619" y="1069"/>
                      <a:pt x="2661" y="833"/>
                      <a:pt x="2467" y="655"/>
                    </a:cubicBezTo>
                    <a:cubicBezTo>
                      <a:pt x="2247" y="483"/>
                      <a:pt x="1986" y="179"/>
                      <a:pt x="1855" y="111"/>
                    </a:cubicBezTo>
                    <a:cubicBezTo>
                      <a:pt x="1724" y="48"/>
                      <a:pt x="1158" y="1"/>
                      <a:pt x="959" y="1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" name="Google Shape;881;p6"/>
              <p:cNvSpPr/>
              <p:nvPr/>
            </p:nvSpPr>
            <p:spPr>
              <a:xfrm>
                <a:off x="2774726" y="2437128"/>
                <a:ext cx="349049" cy="229303"/>
              </a:xfrm>
              <a:custGeom>
                <a:rect b="b" l="l" r="r" t="t"/>
                <a:pathLst>
                  <a:path extrusionOk="0" h="1463" w="2227">
                    <a:moveTo>
                      <a:pt x="524" y="1"/>
                    </a:moveTo>
                    <a:cubicBezTo>
                      <a:pt x="414" y="22"/>
                      <a:pt x="262" y="64"/>
                      <a:pt x="110" y="132"/>
                    </a:cubicBezTo>
                    <a:cubicBezTo>
                      <a:pt x="110" y="153"/>
                      <a:pt x="90" y="195"/>
                      <a:pt x="90" y="216"/>
                    </a:cubicBezTo>
                    <a:lnTo>
                      <a:pt x="90" y="263"/>
                    </a:lnTo>
                    <a:lnTo>
                      <a:pt x="110" y="242"/>
                    </a:lnTo>
                    <a:cubicBezTo>
                      <a:pt x="262" y="174"/>
                      <a:pt x="435" y="111"/>
                      <a:pt x="524" y="111"/>
                    </a:cubicBezTo>
                    <a:cubicBezTo>
                      <a:pt x="613" y="111"/>
                      <a:pt x="807" y="132"/>
                      <a:pt x="985" y="153"/>
                    </a:cubicBezTo>
                    <a:cubicBezTo>
                      <a:pt x="1090" y="153"/>
                      <a:pt x="1179" y="174"/>
                      <a:pt x="1247" y="174"/>
                    </a:cubicBezTo>
                    <a:cubicBezTo>
                      <a:pt x="1310" y="195"/>
                      <a:pt x="1378" y="216"/>
                      <a:pt x="1399" y="216"/>
                    </a:cubicBezTo>
                    <a:cubicBezTo>
                      <a:pt x="1441" y="263"/>
                      <a:pt x="1551" y="347"/>
                      <a:pt x="1661" y="436"/>
                    </a:cubicBezTo>
                    <a:cubicBezTo>
                      <a:pt x="1771" y="546"/>
                      <a:pt x="1875" y="656"/>
                      <a:pt x="1985" y="766"/>
                    </a:cubicBezTo>
                    <a:cubicBezTo>
                      <a:pt x="2074" y="828"/>
                      <a:pt x="2116" y="917"/>
                      <a:pt x="2116" y="1027"/>
                    </a:cubicBezTo>
                    <a:cubicBezTo>
                      <a:pt x="2116" y="1111"/>
                      <a:pt x="2095" y="1221"/>
                      <a:pt x="2032" y="1310"/>
                    </a:cubicBezTo>
                    <a:cubicBezTo>
                      <a:pt x="2032" y="1331"/>
                      <a:pt x="1985" y="1352"/>
                      <a:pt x="1943" y="1352"/>
                    </a:cubicBezTo>
                    <a:cubicBezTo>
                      <a:pt x="1901" y="1352"/>
                      <a:pt x="1833" y="1352"/>
                      <a:pt x="1744" y="1331"/>
                    </a:cubicBezTo>
                    <a:cubicBezTo>
                      <a:pt x="1613" y="1310"/>
                      <a:pt x="1462" y="1242"/>
                      <a:pt x="1378" y="1200"/>
                    </a:cubicBezTo>
                    <a:cubicBezTo>
                      <a:pt x="1310" y="1158"/>
                      <a:pt x="1268" y="1111"/>
                      <a:pt x="1221" y="1069"/>
                    </a:cubicBezTo>
                    <a:cubicBezTo>
                      <a:pt x="1158" y="1048"/>
                      <a:pt x="1090" y="1001"/>
                      <a:pt x="1006" y="1001"/>
                    </a:cubicBezTo>
                    <a:cubicBezTo>
                      <a:pt x="938" y="1001"/>
                      <a:pt x="807" y="1027"/>
                      <a:pt x="676" y="1027"/>
                    </a:cubicBezTo>
                    <a:cubicBezTo>
                      <a:pt x="545" y="1048"/>
                      <a:pt x="414" y="1069"/>
                      <a:pt x="330" y="1111"/>
                    </a:cubicBezTo>
                    <a:cubicBezTo>
                      <a:pt x="283" y="1132"/>
                      <a:pt x="241" y="1132"/>
                      <a:pt x="220" y="1158"/>
                    </a:cubicBezTo>
                    <a:lnTo>
                      <a:pt x="199" y="1179"/>
                    </a:lnTo>
                    <a:lnTo>
                      <a:pt x="0" y="1263"/>
                    </a:lnTo>
                    <a:cubicBezTo>
                      <a:pt x="21" y="1263"/>
                      <a:pt x="42" y="1289"/>
                      <a:pt x="69" y="1289"/>
                    </a:cubicBezTo>
                    <a:cubicBezTo>
                      <a:pt x="173" y="1289"/>
                      <a:pt x="283" y="1242"/>
                      <a:pt x="372" y="1200"/>
                    </a:cubicBezTo>
                    <a:cubicBezTo>
                      <a:pt x="435" y="1179"/>
                      <a:pt x="566" y="1158"/>
                      <a:pt x="697" y="1132"/>
                    </a:cubicBezTo>
                    <a:cubicBezTo>
                      <a:pt x="828" y="1132"/>
                      <a:pt x="938" y="1111"/>
                      <a:pt x="1027" y="1111"/>
                    </a:cubicBezTo>
                    <a:cubicBezTo>
                      <a:pt x="1069" y="1111"/>
                      <a:pt x="1116" y="1132"/>
                      <a:pt x="1158" y="1158"/>
                    </a:cubicBezTo>
                    <a:cubicBezTo>
                      <a:pt x="1200" y="1200"/>
                      <a:pt x="1268" y="1242"/>
                      <a:pt x="1331" y="1289"/>
                    </a:cubicBezTo>
                    <a:cubicBezTo>
                      <a:pt x="1420" y="1331"/>
                      <a:pt x="1572" y="1394"/>
                      <a:pt x="1723" y="1441"/>
                    </a:cubicBezTo>
                    <a:cubicBezTo>
                      <a:pt x="1812" y="1462"/>
                      <a:pt x="1875" y="1462"/>
                      <a:pt x="1964" y="1462"/>
                    </a:cubicBezTo>
                    <a:cubicBezTo>
                      <a:pt x="2032" y="1441"/>
                      <a:pt x="2095" y="1420"/>
                      <a:pt x="2137" y="1352"/>
                    </a:cubicBezTo>
                    <a:cubicBezTo>
                      <a:pt x="2184" y="1242"/>
                      <a:pt x="2226" y="1132"/>
                      <a:pt x="2226" y="1001"/>
                    </a:cubicBezTo>
                    <a:cubicBezTo>
                      <a:pt x="2226" y="896"/>
                      <a:pt x="2163" y="766"/>
                      <a:pt x="2053" y="677"/>
                    </a:cubicBezTo>
                    <a:cubicBezTo>
                      <a:pt x="1964" y="587"/>
                      <a:pt x="1833" y="477"/>
                      <a:pt x="1723" y="373"/>
                    </a:cubicBezTo>
                    <a:cubicBezTo>
                      <a:pt x="1613" y="263"/>
                      <a:pt x="1530" y="174"/>
                      <a:pt x="1441" y="132"/>
                    </a:cubicBezTo>
                    <a:cubicBezTo>
                      <a:pt x="1399" y="111"/>
                      <a:pt x="1352" y="85"/>
                      <a:pt x="1268" y="85"/>
                    </a:cubicBezTo>
                    <a:cubicBezTo>
                      <a:pt x="1179" y="64"/>
                      <a:pt x="1090" y="43"/>
                      <a:pt x="1006" y="43"/>
                    </a:cubicBezTo>
                    <a:cubicBezTo>
                      <a:pt x="828" y="22"/>
                      <a:pt x="676" y="1"/>
                      <a:pt x="56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" name="Google Shape;882;p6"/>
              <p:cNvSpPr/>
              <p:nvPr/>
            </p:nvSpPr>
            <p:spPr>
              <a:xfrm>
                <a:off x="2555611" y="798941"/>
                <a:ext cx="321934" cy="328360"/>
              </a:xfrm>
              <a:custGeom>
                <a:rect b="b" l="l" r="r" t="t"/>
                <a:pathLst>
                  <a:path extrusionOk="0" h="2095" w="2054">
                    <a:moveTo>
                      <a:pt x="592" y="0"/>
                    </a:moveTo>
                    <a:cubicBezTo>
                      <a:pt x="262" y="0"/>
                      <a:pt x="0" y="262"/>
                      <a:pt x="0" y="587"/>
                    </a:cubicBezTo>
                    <a:lnTo>
                      <a:pt x="0" y="1503"/>
                    </a:lnTo>
                    <a:cubicBezTo>
                      <a:pt x="0" y="1833"/>
                      <a:pt x="262" y="2095"/>
                      <a:pt x="592" y="2095"/>
                    </a:cubicBezTo>
                    <a:lnTo>
                      <a:pt x="1467" y="2095"/>
                    </a:lnTo>
                    <a:cubicBezTo>
                      <a:pt x="1791" y="2095"/>
                      <a:pt x="2053" y="1833"/>
                      <a:pt x="2053" y="1503"/>
                    </a:cubicBezTo>
                    <a:lnTo>
                      <a:pt x="2053" y="587"/>
                    </a:lnTo>
                    <a:cubicBezTo>
                      <a:pt x="2053" y="262"/>
                      <a:pt x="1791" y="0"/>
                      <a:pt x="14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6"/>
              <p:cNvSpPr/>
              <p:nvPr/>
            </p:nvSpPr>
            <p:spPr>
              <a:xfrm>
                <a:off x="2549028" y="792358"/>
                <a:ext cx="334943" cy="344817"/>
              </a:xfrm>
              <a:custGeom>
                <a:rect b="b" l="l" r="r" t="t"/>
                <a:pathLst>
                  <a:path extrusionOk="0" h="2200" w="2137">
                    <a:moveTo>
                      <a:pt x="1509" y="105"/>
                    </a:moveTo>
                    <a:cubicBezTo>
                      <a:pt x="1791" y="105"/>
                      <a:pt x="2032" y="346"/>
                      <a:pt x="2032" y="629"/>
                    </a:cubicBezTo>
                    <a:lnTo>
                      <a:pt x="2032" y="1545"/>
                    </a:lnTo>
                    <a:cubicBezTo>
                      <a:pt x="2032" y="1854"/>
                      <a:pt x="1791" y="2095"/>
                      <a:pt x="1509" y="2095"/>
                    </a:cubicBezTo>
                    <a:lnTo>
                      <a:pt x="634" y="2095"/>
                    </a:lnTo>
                    <a:cubicBezTo>
                      <a:pt x="351" y="2095"/>
                      <a:pt x="110" y="1854"/>
                      <a:pt x="110" y="1545"/>
                    </a:cubicBezTo>
                    <a:lnTo>
                      <a:pt x="110" y="629"/>
                    </a:lnTo>
                    <a:cubicBezTo>
                      <a:pt x="110" y="346"/>
                      <a:pt x="351" y="105"/>
                      <a:pt x="634" y="105"/>
                    </a:cubicBezTo>
                    <a:close/>
                    <a:moveTo>
                      <a:pt x="634" y="0"/>
                    </a:moveTo>
                    <a:cubicBezTo>
                      <a:pt x="283" y="0"/>
                      <a:pt x="0" y="283"/>
                      <a:pt x="0" y="629"/>
                    </a:cubicBezTo>
                    <a:lnTo>
                      <a:pt x="0" y="1545"/>
                    </a:lnTo>
                    <a:cubicBezTo>
                      <a:pt x="0" y="1917"/>
                      <a:pt x="283" y="2200"/>
                      <a:pt x="634" y="2200"/>
                    </a:cubicBezTo>
                    <a:lnTo>
                      <a:pt x="1509" y="2200"/>
                    </a:lnTo>
                    <a:cubicBezTo>
                      <a:pt x="1854" y="2200"/>
                      <a:pt x="2137" y="1917"/>
                      <a:pt x="2137" y="1545"/>
                    </a:cubicBezTo>
                    <a:lnTo>
                      <a:pt x="2137" y="629"/>
                    </a:lnTo>
                    <a:cubicBezTo>
                      <a:pt x="2137" y="283"/>
                      <a:pt x="1854" y="0"/>
                      <a:pt x="1509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6"/>
              <p:cNvSpPr/>
              <p:nvPr/>
            </p:nvSpPr>
            <p:spPr>
              <a:xfrm>
                <a:off x="2511255" y="798941"/>
                <a:ext cx="318642" cy="328360"/>
              </a:xfrm>
              <a:custGeom>
                <a:rect b="b" l="l" r="r" t="t"/>
                <a:pathLst>
                  <a:path extrusionOk="0" h="2095" w="2033">
                    <a:moveTo>
                      <a:pt x="592" y="0"/>
                    </a:moveTo>
                    <a:cubicBezTo>
                      <a:pt x="262" y="0"/>
                      <a:pt x="0" y="262"/>
                      <a:pt x="0" y="587"/>
                    </a:cubicBezTo>
                    <a:lnTo>
                      <a:pt x="0" y="1503"/>
                    </a:lnTo>
                    <a:cubicBezTo>
                      <a:pt x="0" y="1833"/>
                      <a:pt x="262" y="2095"/>
                      <a:pt x="592" y="2095"/>
                    </a:cubicBezTo>
                    <a:lnTo>
                      <a:pt x="1441" y="2095"/>
                    </a:lnTo>
                    <a:cubicBezTo>
                      <a:pt x="1771" y="2095"/>
                      <a:pt x="2032" y="1833"/>
                      <a:pt x="2032" y="1503"/>
                    </a:cubicBezTo>
                    <a:lnTo>
                      <a:pt x="2032" y="587"/>
                    </a:lnTo>
                    <a:cubicBezTo>
                      <a:pt x="2032" y="262"/>
                      <a:pt x="1771" y="0"/>
                      <a:pt x="14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p6"/>
              <p:cNvSpPr/>
              <p:nvPr/>
            </p:nvSpPr>
            <p:spPr>
              <a:xfrm>
                <a:off x="2501381" y="792358"/>
                <a:ext cx="338391" cy="344817"/>
              </a:xfrm>
              <a:custGeom>
                <a:rect b="b" l="l" r="r" t="t"/>
                <a:pathLst>
                  <a:path extrusionOk="0" h="2200" w="2159">
                    <a:moveTo>
                      <a:pt x="1504" y="105"/>
                    </a:moveTo>
                    <a:cubicBezTo>
                      <a:pt x="1813" y="105"/>
                      <a:pt x="2048" y="346"/>
                      <a:pt x="2048" y="629"/>
                    </a:cubicBezTo>
                    <a:lnTo>
                      <a:pt x="2048" y="1545"/>
                    </a:lnTo>
                    <a:cubicBezTo>
                      <a:pt x="2048" y="1854"/>
                      <a:pt x="1813" y="2095"/>
                      <a:pt x="1504" y="2095"/>
                    </a:cubicBezTo>
                    <a:lnTo>
                      <a:pt x="655" y="2095"/>
                    </a:lnTo>
                    <a:cubicBezTo>
                      <a:pt x="346" y="2095"/>
                      <a:pt x="111" y="1854"/>
                      <a:pt x="111" y="1545"/>
                    </a:cubicBezTo>
                    <a:lnTo>
                      <a:pt x="111" y="629"/>
                    </a:lnTo>
                    <a:cubicBezTo>
                      <a:pt x="111" y="346"/>
                      <a:pt x="346" y="105"/>
                      <a:pt x="655" y="105"/>
                    </a:cubicBezTo>
                    <a:close/>
                    <a:moveTo>
                      <a:pt x="655" y="0"/>
                    </a:moveTo>
                    <a:cubicBezTo>
                      <a:pt x="304" y="0"/>
                      <a:pt x="1" y="283"/>
                      <a:pt x="1" y="629"/>
                    </a:cubicBezTo>
                    <a:lnTo>
                      <a:pt x="1" y="1545"/>
                    </a:lnTo>
                    <a:cubicBezTo>
                      <a:pt x="1" y="1917"/>
                      <a:pt x="304" y="2200"/>
                      <a:pt x="655" y="2200"/>
                    </a:cubicBezTo>
                    <a:lnTo>
                      <a:pt x="1504" y="2200"/>
                    </a:lnTo>
                    <a:cubicBezTo>
                      <a:pt x="1875" y="2200"/>
                      <a:pt x="2158" y="1917"/>
                      <a:pt x="2158" y="1545"/>
                    </a:cubicBezTo>
                    <a:lnTo>
                      <a:pt x="2158" y="629"/>
                    </a:lnTo>
                    <a:cubicBezTo>
                      <a:pt x="2158" y="283"/>
                      <a:pt x="1875" y="0"/>
                      <a:pt x="1504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" name="Google Shape;886;p6"/>
              <p:cNvSpPr/>
              <p:nvPr/>
            </p:nvSpPr>
            <p:spPr>
              <a:xfrm>
                <a:off x="2480849" y="798941"/>
                <a:ext cx="317859" cy="328360"/>
              </a:xfrm>
              <a:custGeom>
                <a:rect b="b" l="l" r="r" t="t"/>
                <a:pathLst>
                  <a:path extrusionOk="0" h="2095" w="2028">
                    <a:moveTo>
                      <a:pt x="587" y="0"/>
                    </a:moveTo>
                    <a:cubicBezTo>
                      <a:pt x="263" y="0"/>
                      <a:pt x="1" y="262"/>
                      <a:pt x="1" y="587"/>
                    </a:cubicBezTo>
                    <a:lnTo>
                      <a:pt x="1" y="1503"/>
                    </a:lnTo>
                    <a:cubicBezTo>
                      <a:pt x="1" y="1833"/>
                      <a:pt x="263" y="2095"/>
                      <a:pt x="587" y="2095"/>
                    </a:cubicBezTo>
                    <a:lnTo>
                      <a:pt x="1462" y="2095"/>
                    </a:lnTo>
                    <a:cubicBezTo>
                      <a:pt x="1766" y="2095"/>
                      <a:pt x="2027" y="1833"/>
                      <a:pt x="2027" y="1503"/>
                    </a:cubicBezTo>
                    <a:lnTo>
                      <a:pt x="2027" y="587"/>
                    </a:lnTo>
                    <a:cubicBezTo>
                      <a:pt x="2027" y="262"/>
                      <a:pt x="1766" y="0"/>
                      <a:pt x="146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6"/>
              <p:cNvSpPr/>
              <p:nvPr/>
            </p:nvSpPr>
            <p:spPr>
              <a:xfrm>
                <a:off x="2477332" y="792358"/>
                <a:ext cx="335883" cy="344817"/>
              </a:xfrm>
              <a:custGeom>
                <a:rect b="b" l="l" r="r" t="t"/>
                <a:pathLst>
                  <a:path extrusionOk="0" h="2200" w="2143">
                    <a:moveTo>
                      <a:pt x="1509" y="105"/>
                    </a:moveTo>
                    <a:cubicBezTo>
                      <a:pt x="1792" y="105"/>
                      <a:pt x="2032" y="346"/>
                      <a:pt x="2032" y="629"/>
                    </a:cubicBezTo>
                    <a:lnTo>
                      <a:pt x="2032" y="1545"/>
                    </a:lnTo>
                    <a:cubicBezTo>
                      <a:pt x="2032" y="1854"/>
                      <a:pt x="1792" y="2095"/>
                      <a:pt x="1509" y="2095"/>
                    </a:cubicBezTo>
                    <a:lnTo>
                      <a:pt x="634" y="2095"/>
                    </a:lnTo>
                    <a:cubicBezTo>
                      <a:pt x="330" y="2095"/>
                      <a:pt x="111" y="1854"/>
                      <a:pt x="111" y="1545"/>
                    </a:cubicBezTo>
                    <a:lnTo>
                      <a:pt x="111" y="629"/>
                    </a:lnTo>
                    <a:cubicBezTo>
                      <a:pt x="111" y="346"/>
                      <a:pt x="330" y="105"/>
                      <a:pt x="634" y="105"/>
                    </a:cubicBezTo>
                    <a:close/>
                    <a:moveTo>
                      <a:pt x="634" y="0"/>
                    </a:moveTo>
                    <a:cubicBezTo>
                      <a:pt x="289" y="0"/>
                      <a:pt x="1" y="283"/>
                      <a:pt x="1" y="629"/>
                    </a:cubicBezTo>
                    <a:lnTo>
                      <a:pt x="1" y="1545"/>
                    </a:lnTo>
                    <a:cubicBezTo>
                      <a:pt x="1" y="1917"/>
                      <a:pt x="289" y="2200"/>
                      <a:pt x="634" y="2200"/>
                    </a:cubicBezTo>
                    <a:lnTo>
                      <a:pt x="1509" y="2200"/>
                    </a:lnTo>
                    <a:cubicBezTo>
                      <a:pt x="1860" y="2200"/>
                      <a:pt x="2142" y="1917"/>
                      <a:pt x="2142" y="1545"/>
                    </a:cubicBezTo>
                    <a:lnTo>
                      <a:pt x="2142" y="629"/>
                    </a:lnTo>
                    <a:cubicBezTo>
                      <a:pt x="2142" y="283"/>
                      <a:pt x="1860" y="0"/>
                      <a:pt x="1509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6"/>
              <p:cNvSpPr/>
              <p:nvPr/>
            </p:nvSpPr>
            <p:spPr>
              <a:xfrm>
                <a:off x="2525205" y="843140"/>
                <a:ext cx="232438" cy="239961"/>
              </a:xfrm>
              <a:custGeom>
                <a:rect b="b" l="l" r="r" t="t"/>
                <a:pathLst>
                  <a:path extrusionOk="0" h="1531" w="1483">
                    <a:moveTo>
                      <a:pt x="414" y="1"/>
                    </a:moveTo>
                    <a:cubicBezTo>
                      <a:pt x="173" y="1"/>
                      <a:pt x="0" y="200"/>
                      <a:pt x="0" y="436"/>
                    </a:cubicBezTo>
                    <a:lnTo>
                      <a:pt x="0" y="1116"/>
                    </a:lnTo>
                    <a:cubicBezTo>
                      <a:pt x="0" y="1352"/>
                      <a:pt x="173" y="1530"/>
                      <a:pt x="414" y="1530"/>
                    </a:cubicBezTo>
                    <a:lnTo>
                      <a:pt x="1048" y="1530"/>
                    </a:lnTo>
                    <a:cubicBezTo>
                      <a:pt x="1289" y="1530"/>
                      <a:pt x="1483" y="1352"/>
                      <a:pt x="1483" y="1116"/>
                    </a:cubicBezTo>
                    <a:lnTo>
                      <a:pt x="1483" y="436"/>
                    </a:lnTo>
                    <a:cubicBezTo>
                      <a:pt x="1483" y="200"/>
                      <a:pt x="1289" y="1"/>
                      <a:pt x="10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" name="Google Shape;889;p6"/>
              <p:cNvSpPr/>
              <p:nvPr/>
            </p:nvSpPr>
            <p:spPr>
              <a:xfrm>
                <a:off x="2514547" y="836557"/>
                <a:ext cx="253754" cy="256262"/>
              </a:xfrm>
              <a:custGeom>
                <a:rect b="b" l="l" r="r" t="t"/>
                <a:pathLst>
                  <a:path extrusionOk="0" h="1635" w="1619">
                    <a:moveTo>
                      <a:pt x="1116" y="111"/>
                    </a:moveTo>
                    <a:cubicBezTo>
                      <a:pt x="1336" y="111"/>
                      <a:pt x="1509" y="263"/>
                      <a:pt x="1509" y="478"/>
                    </a:cubicBezTo>
                    <a:lnTo>
                      <a:pt x="1509" y="1158"/>
                    </a:lnTo>
                    <a:cubicBezTo>
                      <a:pt x="1509" y="1352"/>
                      <a:pt x="1336" y="1525"/>
                      <a:pt x="1116" y="1525"/>
                    </a:cubicBezTo>
                    <a:lnTo>
                      <a:pt x="482" y="1525"/>
                    </a:lnTo>
                    <a:cubicBezTo>
                      <a:pt x="288" y="1525"/>
                      <a:pt x="110" y="1352"/>
                      <a:pt x="110" y="1158"/>
                    </a:cubicBezTo>
                    <a:lnTo>
                      <a:pt x="110" y="478"/>
                    </a:lnTo>
                    <a:cubicBezTo>
                      <a:pt x="110" y="263"/>
                      <a:pt x="288" y="111"/>
                      <a:pt x="482" y="111"/>
                    </a:cubicBezTo>
                    <a:close/>
                    <a:moveTo>
                      <a:pt x="482" y="1"/>
                    </a:moveTo>
                    <a:cubicBezTo>
                      <a:pt x="220" y="1"/>
                      <a:pt x="0" y="216"/>
                      <a:pt x="0" y="478"/>
                    </a:cubicBezTo>
                    <a:lnTo>
                      <a:pt x="0" y="1158"/>
                    </a:lnTo>
                    <a:cubicBezTo>
                      <a:pt x="0" y="1420"/>
                      <a:pt x="220" y="1635"/>
                      <a:pt x="482" y="1635"/>
                    </a:cubicBezTo>
                    <a:lnTo>
                      <a:pt x="1116" y="1635"/>
                    </a:lnTo>
                    <a:cubicBezTo>
                      <a:pt x="1399" y="1635"/>
                      <a:pt x="1619" y="1420"/>
                      <a:pt x="1619" y="1158"/>
                    </a:cubicBezTo>
                    <a:lnTo>
                      <a:pt x="1619" y="478"/>
                    </a:lnTo>
                    <a:cubicBezTo>
                      <a:pt x="1619" y="216"/>
                      <a:pt x="1399" y="1"/>
                      <a:pt x="1116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6"/>
              <p:cNvSpPr/>
              <p:nvPr/>
            </p:nvSpPr>
            <p:spPr>
              <a:xfrm>
                <a:off x="2580219" y="843140"/>
                <a:ext cx="177424" cy="239961"/>
              </a:xfrm>
              <a:custGeom>
                <a:rect b="b" l="l" r="r" t="t"/>
                <a:pathLst>
                  <a:path extrusionOk="0" h="1531" w="1132">
                    <a:moveTo>
                      <a:pt x="414" y="1"/>
                    </a:moveTo>
                    <a:cubicBezTo>
                      <a:pt x="194" y="1"/>
                      <a:pt x="0" y="200"/>
                      <a:pt x="0" y="436"/>
                    </a:cubicBezTo>
                    <a:lnTo>
                      <a:pt x="0" y="1116"/>
                    </a:lnTo>
                    <a:cubicBezTo>
                      <a:pt x="0" y="1352"/>
                      <a:pt x="194" y="1530"/>
                      <a:pt x="414" y="1530"/>
                    </a:cubicBezTo>
                    <a:lnTo>
                      <a:pt x="697" y="1530"/>
                    </a:lnTo>
                    <a:cubicBezTo>
                      <a:pt x="938" y="1530"/>
                      <a:pt x="1132" y="1352"/>
                      <a:pt x="1132" y="1116"/>
                    </a:cubicBezTo>
                    <a:lnTo>
                      <a:pt x="1132" y="436"/>
                    </a:lnTo>
                    <a:cubicBezTo>
                      <a:pt x="1132" y="200"/>
                      <a:pt x="938" y="1"/>
                      <a:pt x="69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6"/>
              <p:cNvSpPr/>
              <p:nvPr/>
            </p:nvSpPr>
            <p:spPr>
              <a:xfrm>
                <a:off x="2569561" y="836557"/>
                <a:ext cx="198740" cy="256262"/>
              </a:xfrm>
              <a:custGeom>
                <a:rect b="b" l="l" r="r" t="t"/>
                <a:pathLst>
                  <a:path extrusionOk="0" h="1635" w="1268">
                    <a:moveTo>
                      <a:pt x="765" y="111"/>
                    </a:moveTo>
                    <a:cubicBezTo>
                      <a:pt x="985" y="111"/>
                      <a:pt x="1158" y="263"/>
                      <a:pt x="1158" y="478"/>
                    </a:cubicBezTo>
                    <a:lnTo>
                      <a:pt x="1158" y="1158"/>
                    </a:lnTo>
                    <a:cubicBezTo>
                      <a:pt x="1158" y="1352"/>
                      <a:pt x="985" y="1525"/>
                      <a:pt x="765" y="1525"/>
                    </a:cubicBezTo>
                    <a:lnTo>
                      <a:pt x="482" y="1525"/>
                    </a:lnTo>
                    <a:cubicBezTo>
                      <a:pt x="283" y="1525"/>
                      <a:pt x="110" y="1352"/>
                      <a:pt x="110" y="1158"/>
                    </a:cubicBezTo>
                    <a:lnTo>
                      <a:pt x="110" y="478"/>
                    </a:lnTo>
                    <a:cubicBezTo>
                      <a:pt x="110" y="263"/>
                      <a:pt x="283" y="111"/>
                      <a:pt x="482" y="111"/>
                    </a:cubicBezTo>
                    <a:close/>
                    <a:moveTo>
                      <a:pt x="482" y="1"/>
                    </a:moveTo>
                    <a:cubicBezTo>
                      <a:pt x="220" y="1"/>
                      <a:pt x="0" y="216"/>
                      <a:pt x="0" y="478"/>
                    </a:cubicBezTo>
                    <a:lnTo>
                      <a:pt x="0" y="1158"/>
                    </a:lnTo>
                    <a:cubicBezTo>
                      <a:pt x="0" y="1420"/>
                      <a:pt x="220" y="1635"/>
                      <a:pt x="482" y="1635"/>
                    </a:cubicBezTo>
                    <a:lnTo>
                      <a:pt x="765" y="1635"/>
                    </a:lnTo>
                    <a:cubicBezTo>
                      <a:pt x="1048" y="1635"/>
                      <a:pt x="1268" y="1420"/>
                      <a:pt x="1268" y="1158"/>
                    </a:cubicBezTo>
                    <a:lnTo>
                      <a:pt x="1268" y="478"/>
                    </a:lnTo>
                    <a:cubicBezTo>
                      <a:pt x="1268" y="216"/>
                      <a:pt x="1048" y="1"/>
                      <a:pt x="76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6"/>
              <p:cNvSpPr/>
              <p:nvPr/>
            </p:nvSpPr>
            <p:spPr>
              <a:xfrm>
                <a:off x="1851245" y="461962"/>
                <a:ext cx="988528" cy="816589"/>
              </a:xfrm>
              <a:custGeom>
                <a:rect b="b" l="l" r="r" t="t"/>
                <a:pathLst>
                  <a:path extrusionOk="0" h="5210" w="6307">
                    <a:moveTo>
                      <a:pt x="5308" y="0"/>
                    </a:moveTo>
                    <a:cubicBezTo>
                      <a:pt x="5024" y="0"/>
                      <a:pt x="4728" y="272"/>
                      <a:pt x="4389" y="380"/>
                    </a:cubicBezTo>
                    <a:cubicBezTo>
                      <a:pt x="4133" y="447"/>
                      <a:pt x="3654" y="463"/>
                      <a:pt x="3163" y="463"/>
                    </a:cubicBezTo>
                    <a:cubicBezTo>
                      <a:pt x="2692" y="463"/>
                      <a:pt x="2210" y="448"/>
                      <a:pt x="1902" y="448"/>
                    </a:cubicBezTo>
                    <a:cubicBezTo>
                      <a:pt x="1247" y="448"/>
                      <a:pt x="828" y="993"/>
                      <a:pt x="828" y="1516"/>
                    </a:cubicBezTo>
                    <a:cubicBezTo>
                      <a:pt x="808" y="2050"/>
                      <a:pt x="853" y="2146"/>
                      <a:pt x="855" y="2150"/>
                    </a:cubicBezTo>
                    <a:lnTo>
                      <a:pt x="855" y="2150"/>
                    </a:lnTo>
                    <a:cubicBezTo>
                      <a:pt x="850" y="2141"/>
                      <a:pt x="584" y="1618"/>
                      <a:pt x="321" y="1618"/>
                    </a:cubicBezTo>
                    <a:cubicBezTo>
                      <a:pt x="301" y="1618"/>
                      <a:pt x="282" y="1620"/>
                      <a:pt x="263" y="1626"/>
                    </a:cubicBezTo>
                    <a:cubicBezTo>
                      <a:pt x="1" y="1736"/>
                      <a:pt x="525" y="2281"/>
                      <a:pt x="525" y="2281"/>
                    </a:cubicBezTo>
                    <a:cubicBezTo>
                      <a:pt x="525" y="2281"/>
                      <a:pt x="424" y="2251"/>
                      <a:pt x="318" y="2251"/>
                    </a:cubicBezTo>
                    <a:cubicBezTo>
                      <a:pt x="202" y="2251"/>
                      <a:pt x="80" y="2286"/>
                      <a:pt x="69" y="2433"/>
                    </a:cubicBezTo>
                    <a:cubicBezTo>
                      <a:pt x="39" y="2610"/>
                      <a:pt x="254" y="2643"/>
                      <a:pt x="417" y="2643"/>
                    </a:cubicBezTo>
                    <a:cubicBezTo>
                      <a:pt x="514" y="2643"/>
                      <a:pt x="593" y="2632"/>
                      <a:pt x="593" y="2632"/>
                    </a:cubicBezTo>
                    <a:lnTo>
                      <a:pt x="593" y="2632"/>
                    </a:lnTo>
                    <a:cubicBezTo>
                      <a:pt x="593" y="2632"/>
                      <a:pt x="331" y="3025"/>
                      <a:pt x="415" y="3548"/>
                    </a:cubicBezTo>
                    <a:cubicBezTo>
                      <a:pt x="525" y="4072"/>
                      <a:pt x="766" y="4224"/>
                      <a:pt x="787" y="4549"/>
                    </a:cubicBezTo>
                    <a:cubicBezTo>
                      <a:pt x="807" y="4899"/>
                      <a:pt x="745" y="5009"/>
                      <a:pt x="896" y="5072"/>
                    </a:cubicBezTo>
                    <a:cubicBezTo>
                      <a:pt x="928" y="5090"/>
                      <a:pt x="964" y="5098"/>
                      <a:pt x="1003" y="5098"/>
                    </a:cubicBezTo>
                    <a:cubicBezTo>
                      <a:pt x="1152" y="5098"/>
                      <a:pt x="1331" y="4988"/>
                      <a:pt x="1331" y="4988"/>
                    </a:cubicBezTo>
                    <a:lnTo>
                      <a:pt x="1331" y="4988"/>
                    </a:lnTo>
                    <a:cubicBezTo>
                      <a:pt x="1331" y="4988"/>
                      <a:pt x="1289" y="5140"/>
                      <a:pt x="1614" y="5203"/>
                    </a:cubicBezTo>
                    <a:cubicBezTo>
                      <a:pt x="1646" y="5208"/>
                      <a:pt x="1677" y="5210"/>
                      <a:pt x="1708" y="5210"/>
                    </a:cubicBezTo>
                    <a:cubicBezTo>
                      <a:pt x="1992" y="5210"/>
                      <a:pt x="2206" y="5030"/>
                      <a:pt x="2206" y="5030"/>
                    </a:cubicBezTo>
                    <a:lnTo>
                      <a:pt x="5479" y="2957"/>
                    </a:lnTo>
                    <a:cubicBezTo>
                      <a:pt x="5479" y="2957"/>
                      <a:pt x="5482" y="2957"/>
                      <a:pt x="5487" y="2957"/>
                    </a:cubicBezTo>
                    <a:cubicBezTo>
                      <a:pt x="5530" y="2957"/>
                      <a:pt x="5738" y="2940"/>
                      <a:pt x="5892" y="2632"/>
                    </a:cubicBezTo>
                    <a:cubicBezTo>
                      <a:pt x="6065" y="2302"/>
                      <a:pt x="5913" y="2108"/>
                      <a:pt x="5913" y="2108"/>
                    </a:cubicBezTo>
                    <a:cubicBezTo>
                      <a:pt x="5913" y="2108"/>
                      <a:pt x="6306" y="1977"/>
                      <a:pt x="6285" y="1406"/>
                    </a:cubicBezTo>
                    <a:cubicBezTo>
                      <a:pt x="6267" y="934"/>
                      <a:pt x="5722" y="903"/>
                      <a:pt x="5577" y="903"/>
                    </a:cubicBezTo>
                    <a:cubicBezTo>
                      <a:pt x="5554" y="903"/>
                      <a:pt x="5542" y="904"/>
                      <a:pt x="5542" y="904"/>
                    </a:cubicBezTo>
                    <a:cubicBezTo>
                      <a:pt x="5542" y="904"/>
                      <a:pt x="6023" y="558"/>
                      <a:pt x="5652" y="165"/>
                    </a:cubicBezTo>
                    <a:cubicBezTo>
                      <a:pt x="5538" y="45"/>
                      <a:pt x="5424" y="0"/>
                      <a:pt x="5308" y="0"/>
                    </a:cubicBezTo>
                    <a:close/>
                  </a:path>
                </a:pathLst>
              </a:custGeom>
              <a:solidFill>
                <a:srgbClr val="356B9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3" name="Google Shape;893;p6"/>
              <p:cNvSpPr/>
              <p:nvPr/>
            </p:nvSpPr>
            <p:spPr>
              <a:xfrm>
                <a:off x="1851245" y="453342"/>
                <a:ext cx="995894" cy="832420"/>
              </a:xfrm>
              <a:custGeom>
                <a:rect b="b" l="l" r="r" t="t"/>
                <a:pathLst>
                  <a:path extrusionOk="0" h="5311" w="6354">
                    <a:moveTo>
                      <a:pt x="5348" y="110"/>
                    </a:moveTo>
                    <a:cubicBezTo>
                      <a:pt x="5437" y="110"/>
                      <a:pt x="5521" y="152"/>
                      <a:pt x="5610" y="241"/>
                    </a:cubicBezTo>
                    <a:cubicBezTo>
                      <a:pt x="5699" y="351"/>
                      <a:pt x="5720" y="414"/>
                      <a:pt x="5741" y="503"/>
                    </a:cubicBezTo>
                    <a:cubicBezTo>
                      <a:pt x="5741" y="566"/>
                      <a:pt x="5720" y="655"/>
                      <a:pt x="5699" y="697"/>
                    </a:cubicBezTo>
                    <a:cubicBezTo>
                      <a:pt x="5631" y="828"/>
                      <a:pt x="5500" y="917"/>
                      <a:pt x="5500" y="917"/>
                    </a:cubicBezTo>
                    <a:lnTo>
                      <a:pt x="5542" y="1006"/>
                    </a:lnTo>
                    <a:cubicBezTo>
                      <a:pt x="5542" y="1006"/>
                      <a:pt x="5720" y="1006"/>
                      <a:pt x="5892" y="1048"/>
                    </a:cubicBezTo>
                    <a:cubicBezTo>
                      <a:pt x="5982" y="1069"/>
                      <a:pt x="6065" y="1116"/>
                      <a:pt x="6112" y="1179"/>
                    </a:cubicBezTo>
                    <a:cubicBezTo>
                      <a:pt x="6175" y="1247"/>
                      <a:pt x="6222" y="1351"/>
                      <a:pt x="6243" y="1461"/>
                    </a:cubicBezTo>
                    <a:cubicBezTo>
                      <a:pt x="6243" y="1744"/>
                      <a:pt x="6154" y="1901"/>
                      <a:pt x="6065" y="1985"/>
                    </a:cubicBezTo>
                    <a:cubicBezTo>
                      <a:pt x="5982" y="2074"/>
                      <a:pt x="5892" y="2095"/>
                      <a:pt x="5892" y="2095"/>
                    </a:cubicBezTo>
                    <a:lnTo>
                      <a:pt x="5872" y="2184"/>
                    </a:lnTo>
                    <a:cubicBezTo>
                      <a:pt x="5872" y="2184"/>
                      <a:pt x="5892" y="2226"/>
                      <a:pt x="5913" y="2315"/>
                    </a:cubicBezTo>
                    <a:cubicBezTo>
                      <a:pt x="5934" y="2378"/>
                      <a:pt x="5934" y="2509"/>
                      <a:pt x="5851" y="2661"/>
                    </a:cubicBezTo>
                    <a:cubicBezTo>
                      <a:pt x="5762" y="2839"/>
                      <a:pt x="5673" y="2902"/>
                      <a:pt x="5610" y="2923"/>
                    </a:cubicBezTo>
                    <a:cubicBezTo>
                      <a:pt x="5521" y="2970"/>
                      <a:pt x="5479" y="2970"/>
                      <a:pt x="5479" y="2970"/>
                    </a:cubicBezTo>
                    <a:lnTo>
                      <a:pt x="5458" y="2970"/>
                    </a:lnTo>
                    <a:lnTo>
                      <a:pt x="2164" y="5043"/>
                    </a:lnTo>
                    <a:lnTo>
                      <a:pt x="2164" y="5064"/>
                    </a:lnTo>
                    <a:cubicBezTo>
                      <a:pt x="2164" y="5064"/>
                      <a:pt x="1989" y="5202"/>
                      <a:pt x="1736" y="5202"/>
                    </a:cubicBezTo>
                    <a:cubicBezTo>
                      <a:pt x="1705" y="5202"/>
                      <a:pt x="1673" y="5200"/>
                      <a:pt x="1640" y="5195"/>
                    </a:cubicBezTo>
                    <a:cubicBezTo>
                      <a:pt x="1462" y="5174"/>
                      <a:pt x="1420" y="5127"/>
                      <a:pt x="1399" y="5106"/>
                    </a:cubicBezTo>
                    <a:cubicBezTo>
                      <a:pt x="1378" y="5085"/>
                      <a:pt x="1378" y="5064"/>
                      <a:pt x="1378" y="5064"/>
                    </a:cubicBezTo>
                    <a:lnTo>
                      <a:pt x="1289" y="4996"/>
                    </a:lnTo>
                    <a:cubicBezTo>
                      <a:pt x="1289" y="4996"/>
                      <a:pt x="1221" y="5043"/>
                      <a:pt x="1158" y="5064"/>
                    </a:cubicBezTo>
                    <a:cubicBezTo>
                      <a:pt x="1106" y="5089"/>
                      <a:pt x="1056" y="5099"/>
                      <a:pt x="1009" y="5099"/>
                    </a:cubicBezTo>
                    <a:cubicBezTo>
                      <a:pt x="977" y="5099"/>
                      <a:pt x="946" y="5094"/>
                      <a:pt x="917" y="5085"/>
                    </a:cubicBezTo>
                    <a:cubicBezTo>
                      <a:pt x="896" y="5085"/>
                      <a:pt x="876" y="5064"/>
                      <a:pt x="876" y="5043"/>
                    </a:cubicBezTo>
                    <a:cubicBezTo>
                      <a:pt x="855" y="5017"/>
                      <a:pt x="855" y="4996"/>
                      <a:pt x="855" y="4975"/>
                    </a:cubicBezTo>
                    <a:lnTo>
                      <a:pt x="855" y="4604"/>
                    </a:lnTo>
                    <a:cubicBezTo>
                      <a:pt x="828" y="4431"/>
                      <a:pt x="766" y="4300"/>
                      <a:pt x="677" y="4148"/>
                    </a:cubicBezTo>
                    <a:cubicBezTo>
                      <a:pt x="614" y="4017"/>
                      <a:pt x="525" y="3839"/>
                      <a:pt x="483" y="3603"/>
                    </a:cubicBezTo>
                    <a:cubicBezTo>
                      <a:pt x="373" y="3101"/>
                      <a:pt x="635" y="2708"/>
                      <a:pt x="635" y="2708"/>
                    </a:cubicBezTo>
                    <a:lnTo>
                      <a:pt x="593" y="2619"/>
                    </a:lnTo>
                    <a:cubicBezTo>
                      <a:pt x="593" y="2619"/>
                      <a:pt x="436" y="2640"/>
                      <a:pt x="331" y="2640"/>
                    </a:cubicBezTo>
                    <a:cubicBezTo>
                      <a:pt x="263" y="2640"/>
                      <a:pt x="200" y="2619"/>
                      <a:pt x="153" y="2598"/>
                    </a:cubicBezTo>
                    <a:cubicBezTo>
                      <a:pt x="111" y="2577"/>
                      <a:pt x="111" y="2556"/>
                      <a:pt x="111" y="2488"/>
                    </a:cubicBezTo>
                    <a:cubicBezTo>
                      <a:pt x="111" y="2446"/>
                      <a:pt x="132" y="2425"/>
                      <a:pt x="174" y="2399"/>
                    </a:cubicBezTo>
                    <a:cubicBezTo>
                      <a:pt x="200" y="2378"/>
                      <a:pt x="263" y="2357"/>
                      <a:pt x="305" y="2357"/>
                    </a:cubicBezTo>
                    <a:cubicBezTo>
                      <a:pt x="415" y="2357"/>
                      <a:pt x="525" y="2378"/>
                      <a:pt x="525" y="2378"/>
                    </a:cubicBezTo>
                    <a:lnTo>
                      <a:pt x="567" y="2294"/>
                    </a:lnTo>
                    <a:cubicBezTo>
                      <a:pt x="567" y="2294"/>
                      <a:pt x="436" y="2163"/>
                      <a:pt x="331" y="2006"/>
                    </a:cubicBezTo>
                    <a:cubicBezTo>
                      <a:pt x="284" y="1943"/>
                      <a:pt x="263" y="1875"/>
                      <a:pt x="242" y="1812"/>
                    </a:cubicBezTo>
                    <a:lnTo>
                      <a:pt x="242" y="1770"/>
                    </a:lnTo>
                    <a:cubicBezTo>
                      <a:pt x="263" y="1744"/>
                      <a:pt x="263" y="1744"/>
                      <a:pt x="284" y="1744"/>
                    </a:cubicBezTo>
                    <a:cubicBezTo>
                      <a:pt x="303" y="1736"/>
                      <a:pt x="324" y="1731"/>
                      <a:pt x="346" y="1731"/>
                    </a:cubicBezTo>
                    <a:cubicBezTo>
                      <a:pt x="378" y="1731"/>
                      <a:pt x="411" y="1742"/>
                      <a:pt x="436" y="1770"/>
                    </a:cubicBezTo>
                    <a:cubicBezTo>
                      <a:pt x="504" y="1812"/>
                      <a:pt x="567" y="1875"/>
                      <a:pt x="614" y="1943"/>
                    </a:cubicBezTo>
                    <a:cubicBezTo>
                      <a:pt x="724" y="2074"/>
                      <a:pt x="787" y="2226"/>
                      <a:pt x="787" y="2226"/>
                    </a:cubicBezTo>
                    <a:lnTo>
                      <a:pt x="896" y="2184"/>
                    </a:lnTo>
                    <a:lnTo>
                      <a:pt x="876" y="2095"/>
                    </a:lnTo>
                    <a:lnTo>
                      <a:pt x="876" y="1571"/>
                    </a:lnTo>
                    <a:cubicBezTo>
                      <a:pt x="896" y="1069"/>
                      <a:pt x="1289" y="566"/>
                      <a:pt x="1902" y="566"/>
                    </a:cubicBezTo>
                    <a:cubicBezTo>
                      <a:pt x="2104" y="566"/>
                      <a:pt x="2395" y="578"/>
                      <a:pt x="2708" y="578"/>
                    </a:cubicBezTo>
                    <a:cubicBezTo>
                      <a:pt x="2864" y="578"/>
                      <a:pt x="3026" y="575"/>
                      <a:pt x="3185" y="566"/>
                    </a:cubicBezTo>
                    <a:cubicBezTo>
                      <a:pt x="3667" y="566"/>
                      <a:pt x="4128" y="545"/>
                      <a:pt x="4389" y="482"/>
                    </a:cubicBezTo>
                    <a:cubicBezTo>
                      <a:pt x="4651" y="414"/>
                      <a:pt x="4866" y="241"/>
                      <a:pt x="5065" y="173"/>
                    </a:cubicBezTo>
                    <a:cubicBezTo>
                      <a:pt x="5175" y="131"/>
                      <a:pt x="5259" y="110"/>
                      <a:pt x="5348" y="110"/>
                    </a:cubicBezTo>
                    <a:close/>
                    <a:moveTo>
                      <a:pt x="5369" y="0"/>
                    </a:moveTo>
                    <a:cubicBezTo>
                      <a:pt x="5238" y="0"/>
                      <a:pt x="5128" y="21"/>
                      <a:pt x="5044" y="68"/>
                    </a:cubicBezTo>
                    <a:cubicBezTo>
                      <a:pt x="4824" y="152"/>
                      <a:pt x="4604" y="304"/>
                      <a:pt x="4363" y="372"/>
                    </a:cubicBezTo>
                    <a:cubicBezTo>
                      <a:pt x="4128" y="435"/>
                      <a:pt x="3667" y="461"/>
                      <a:pt x="3185" y="482"/>
                    </a:cubicBezTo>
                    <a:cubicBezTo>
                      <a:pt x="2708" y="482"/>
                      <a:pt x="2206" y="461"/>
                      <a:pt x="1902" y="461"/>
                    </a:cubicBezTo>
                    <a:cubicBezTo>
                      <a:pt x="1221" y="461"/>
                      <a:pt x="787" y="1027"/>
                      <a:pt x="766" y="1571"/>
                    </a:cubicBezTo>
                    <a:cubicBezTo>
                      <a:pt x="766" y="1791"/>
                      <a:pt x="766" y="1901"/>
                      <a:pt x="787" y="1985"/>
                    </a:cubicBezTo>
                    <a:cubicBezTo>
                      <a:pt x="745" y="1943"/>
                      <a:pt x="745" y="1943"/>
                      <a:pt x="697" y="1875"/>
                    </a:cubicBezTo>
                    <a:cubicBezTo>
                      <a:pt x="635" y="1812"/>
                      <a:pt x="567" y="1723"/>
                      <a:pt x="504" y="1681"/>
                    </a:cubicBezTo>
                    <a:cubicBezTo>
                      <a:pt x="454" y="1651"/>
                      <a:pt x="397" y="1629"/>
                      <a:pt x="335" y="1629"/>
                    </a:cubicBezTo>
                    <a:cubicBezTo>
                      <a:pt x="312" y="1629"/>
                      <a:pt x="287" y="1632"/>
                      <a:pt x="263" y="1639"/>
                    </a:cubicBezTo>
                    <a:cubicBezTo>
                      <a:pt x="200" y="1660"/>
                      <a:pt x="174" y="1681"/>
                      <a:pt x="153" y="1723"/>
                    </a:cubicBezTo>
                    <a:cubicBezTo>
                      <a:pt x="132" y="1744"/>
                      <a:pt x="132" y="1791"/>
                      <a:pt x="132" y="1833"/>
                    </a:cubicBezTo>
                    <a:cubicBezTo>
                      <a:pt x="153" y="1922"/>
                      <a:pt x="200" y="1985"/>
                      <a:pt x="242" y="2074"/>
                    </a:cubicBezTo>
                    <a:cubicBezTo>
                      <a:pt x="331" y="2163"/>
                      <a:pt x="352" y="2205"/>
                      <a:pt x="415" y="2268"/>
                    </a:cubicBezTo>
                    <a:cubicBezTo>
                      <a:pt x="373" y="2247"/>
                      <a:pt x="352" y="2247"/>
                      <a:pt x="305" y="2247"/>
                    </a:cubicBezTo>
                    <a:cubicBezTo>
                      <a:pt x="242" y="2247"/>
                      <a:pt x="174" y="2268"/>
                      <a:pt x="111" y="2294"/>
                    </a:cubicBezTo>
                    <a:cubicBezTo>
                      <a:pt x="69" y="2336"/>
                      <a:pt x="1" y="2399"/>
                      <a:pt x="1" y="2488"/>
                    </a:cubicBezTo>
                    <a:cubicBezTo>
                      <a:pt x="1" y="2577"/>
                      <a:pt x="43" y="2640"/>
                      <a:pt x="90" y="2687"/>
                    </a:cubicBezTo>
                    <a:cubicBezTo>
                      <a:pt x="153" y="2729"/>
                      <a:pt x="242" y="2729"/>
                      <a:pt x="305" y="2750"/>
                    </a:cubicBezTo>
                    <a:cubicBezTo>
                      <a:pt x="415" y="2750"/>
                      <a:pt x="462" y="2750"/>
                      <a:pt x="504" y="2729"/>
                    </a:cubicBezTo>
                    <a:lnTo>
                      <a:pt x="504" y="2729"/>
                    </a:lnTo>
                    <a:cubicBezTo>
                      <a:pt x="436" y="2839"/>
                      <a:pt x="284" y="3142"/>
                      <a:pt x="373" y="3624"/>
                    </a:cubicBezTo>
                    <a:cubicBezTo>
                      <a:pt x="415" y="3886"/>
                      <a:pt x="504" y="4059"/>
                      <a:pt x="593" y="4211"/>
                    </a:cubicBezTo>
                    <a:cubicBezTo>
                      <a:pt x="677" y="4342"/>
                      <a:pt x="745" y="4452"/>
                      <a:pt x="745" y="4604"/>
                    </a:cubicBezTo>
                    <a:cubicBezTo>
                      <a:pt x="766" y="4782"/>
                      <a:pt x="745" y="4886"/>
                      <a:pt x="745" y="4975"/>
                    </a:cubicBezTo>
                    <a:cubicBezTo>
                      <a:pt x="745" y="5017"/>
                      <a:pt x="766" y="5064"/>
                      <a:pt x="787" y="5106"/>
                    </a:cubicBezTo>
                    <a:cubicBezTo>
                      <a:pt x="807" y="5127"/>
                      <a:pt x="828" y="5174"/>
                      <a:pt x="876" y="5195"/>
                    </a:cubicBezTo>
                    <a:cubicBezTo>
                      <a:pt x="910" y="5208"/>
                      <a:pt x="943" y="5213"/>
                      <a:pt x="976" y="5213"/>
                    </a:cubicBezTo>
                    <a:cubicBezTo>
                      <a:pt x="1049" y="5213"/>
                      <a:pt x="1118" y="5189"/>
                      <a:pt x="1179" y="5174"/>
                    </a:cubicBezTo>
                    <a:cubicBezTo>
                      <a:pt x="1247" y="5148"/>
                      <a:pt x="1268" y="5127"/>
                      <a:pt x="1289" y="5127"/>
                    </a:cubicBezTo>
                    <a:cubicBezTo>
                      <a:pt x="1289" y="5127"/>
                      <a:pt x="1289" y="5148"/>
                      <a:pt x="1310" y="5148"/>
                    </a:cubicBezTo>
                    <a:cubicBezTo>
                      <a:pt x="1352" y="5216"/>
                      <a:pt x="1441" y="5279"/>
                      <a:pt x="1614" y="5305"/>
                    </a:cubicBezTo>
                    <a:cubicBezTo>
                      <a:pt x="1644" y="5309"/>
                      <a:pt x="1674" y="5311"/>
                      <a:pt x="1703" y="5311"/>
                    </a:cubicBezTo>
                    <a:cubicBezTo>
                      <a:pt x="2008" y="5311"/>
                      <a:pt x="2227" y="5127"/>
                      <a:pt x="2227" y="5127"/>
                    </a:cubicBezTo>
                    <a:lnTo>
                      <a:pt x="5500" y="3053"/>
                    </a:lnTo>
                    <a:cubicBezTo>
                      <a:pt x="5521" y="3053"/>
                      <a:pt x="5568" y="3053"/>
                      <a:pt x="5652" y="3032"/>
                    </a:cubicBezTo>
                    <a:cubicBezTo>
                      <a:pt x="5741" y="2991"/>
                      <a:pt x="5851" y="2902"/>
                      <a:pt x="5934" y="2729"/>
                    </a:cubicBezTo>
                    <a:cubicBezTo>
                      <a:pt x="6044" y="2530"/>
                      <a:pt x="6044" y="2378"/>
                      <a:pt x="6023" y="2294"/>
                    </a:cubicBezTo>
                    <a:cubicBezTo>
                      <a:pt x="6002" y="2205"/>
                      <a:pt x="5982" y="2205"/>
                      <a:pt x="5961" y="2184"/>
                    </a:cubicBezTo>
                    <a:cubicBezTo>
                      <a:pt x="6002" y="2163"/>
                      <a:pt x="6065" y="2137"/>
                      <a:pt x="6133" y="2053"/>
                    </a:cubicBezTo>
                    <a:cubicBezTo>
                      <a:pt x="6243" y="1943"/>
                      <a:pt x="6353" y="1770"/>
                      <a:pt x="6327" y="1461"/>
                    </a:cubicBezTo>
                    <a:cubicBezTo>
                      <a:pt x="6327" y="1310"/>
                      <a:pt x="6285" y="1200"/>
                      <a:pt x="6196" y="1116"/>
                    </a:cubicBezTo>
                    <a:cubicBezTo>
                      <a:pt x="6112" y="1027"/>
                      <a:pt x="6023" y="985"/>
                      <a:pt x="5913" y="938"/>
                    </a:cubicBezTo>
                    <a:cubicBezTo>
                      <a:pt x="5848" y="917"/>
                      <a:pt x="5794" y="912"/>
                      <a:pt x="5748" y="912"/>
                    </a:cubicBezTo>
                    <a:cubicBezTo>
                      <a:pt x="5703" y="912"/>
                      <a:pt x="5665" y="917"/>
                      <a:pt x="5631" y="917"/>
                    </a:cubicBezTo>
                    <a:cubicBezTo>
                      <a:pt x="5699" y="875"/>
                      <a:pt x="5720" y="854"/>
                      <a:pt x="5783" y="765"/>
                    </a:cubicBezTo>
                    <a:cubicBezTo>
                      <a:pt x="5830" y="676"/>
                      <a:pt x="5851" y="592"/>
                      <a:pt x="5851" y="482"/>
                    </a:cubicBezTo>
                    <a:cubicBezTo>
                      <a:pt x="5830" y="393"/>
                      <a:pt x="5783" y="283"/>
                      <a:pt x="5673" y="173"/>
                    </a:cubicBezTo>
                    <a:cubicBezTo>
                      <a:pt x="5589" y="68"/>
                      <a:pt x="5479" y="21"/>
                      <a:pt x="5369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p6"/>
              <p:cNvSpPr/>
              <p:nvPr/>
            </p:nvSpPr>
            <p:spPr>
              <a:xfrm>
                <a:off x="2083683" y="730762"/>
                <a:ext cx="664086" cy="703113"/>
              </a:xfrm>
              <a:custGeom>
                <a:rect b="b" l="l" r="r" t="t"/>
                <a:pathLst>
                  <a:path extrusionOk="0" h="4486" w="4237">
                    <a:moveTo>
                      <a:pt x="3320" y="0"/>
                    </a:moveTo>
                    <a:cubicBezTo>
                      <a:pt x="3320" y="0"/>
                      <a:pt x="3320" y="1"/>
                      <a:pt x="3320" y="1"/>
                    </a:cubicBezTo>
                    <a:lnTo>
                      <a:pt x="3320" y="1"/>
                    </a:lnTo>
                    <a:cubicBezTo>
                      <a:pt x="3320" y="1"/>
                      <a:pt x="3320" y="0"/>
                      <a:pt x="3320" y="0"/>
                    </a:cubicBezTo>
                    <a:close/>
                    <a:moveTo>
                      <a:pt x="3320" y="1"/>
                    </a:moveTo>
                    <a:cubicBezTo>
                      <a:pt x="3312" y="13"/>
                      <a:pt x="3195" y="174"/>
                      <a:pt x="2797" y="194"/>
                    </a:cubicBezTo>
                    <a:cubicBezTo>
                      <a:pt x="2357" y="194"/>
                      <a:pt x="2095" y="21"/>
                      <a:pt x="2095" y="21"/>
                    </a:cubicBezTo>
                    <a:cubicBezTo>
                      <a:pt x="2095" y="21"/>
                      <a:pt x="2032" y="414"/>
                      <a:pt x="1597" y="760"/>
                    </a:cubicBezTo>
                    <a:cubicBezTo>
                      <a:pt x="1412" y="901"/>
                      <a:pt x="1270" y="943"/>
                      <a:pt x="1167" y="943"/>
                    </a:cubicBezTo>
                    <a:cubicBezTo>
                      <a:pt x="1012" y="943"/>
                      <a:pt x="943" y="849"/>
                      <a:pt x="943" y="849"/>
                    </a:cubicBezTo>
                    <a:cubicBezTo>
                      <a:pt x="943" y="849"/>
                      <a:pt x="875" y="1372"/>
                      <a:pt x="550" y="1545"/>
                    </a:cubicBezTo>
                    <a:cubicBezTo>
                      <a:pt x="440" y="1612"/>
                      <a:pt x="342" y="1634"/>
                      <a:pt x="261" y="1634"/>
                    </a:cubicBezTo>
                    <a:cubicBezTo>
                      <a:pt x="98" y="1634"/>
                      <a:pt x="0" y="1545"/>
                      <a:pt x="0" y="1545"/>
                    </a:cubicBezTo>
                    <a:lnTo>
                      <a:pt x="0" y="1545"/>
                    </a:lnTo>
                    <a:lnTo>
                      <a:pt x="178" y="2399"/>
                    </a:lnTo>
                    <a:cubicBezTo>
                      <a:pt x="178" y="2399"/>
                      <a:pt x="330" y="3054"/>
                      <a:pt x="482" y="3619"/>
                    </a:cubicBezTo>
                    <a:cubicBezTo>
                      <a:pt x="600" y="4152"/>
                      <a:pt x="1091" y="4485"/>
                      <a:pt x="2124" y="4485"/>
                    </a:cubicBezTo>
                    <a:cubicBezTo>
                      <a:pt x="2239" y="4485"/>
                      <a:pt x="2360" y="4481"/>
                      <a:pt x="2488" y="4473"/>
                    </a:cubicBezTo>
                    <a:cubicBezTo>
                      <a:pt x="3797" y="4384"/>
                      <a:pt x="4148" y="3818"/>
                      <a:pt x="4190" y="3184"/>
                    </a:cubicBezTo>
                    <a:cubicBezTo>
                      <a:pt x="4237" y="2551"/>
                      <a:pt x="4059" y="1723"/>
                      <a:pt x="4059" y="980"/>
                    </a:cubicBezTo>
                    <a:cubicBezTo>
                      <a:pt x="4059" y="980"/>
                      <a:pt x="3907" y="739"/>
                      <a:pt x="3797" y="524"/>
                    </a:cubicBezTo>
                    <a:cubicBezTo>
                      <a:pt x="3692" y="304"/>
                      <a:pt x="3734" y="152"/>
                      <a:pt x="3734" y="152"/>
                    </a:cubicBezTo>
                    <a:lnTo>
                      <a:pt x="3734" y="152"/>
                    </a:lnTo>
                    <a:cubicBezTo>
                      <a:pt x="3734" y="152"/>
                      <a:pt x="3694" y="180"/>
                      <a:pt x="3617" y="180"/>
                    </a:cubicBezTo>
                    <a:cubicBezTo>
                      <a:pt x="3578" y="180"/>
                      <a:pt x="3530" y="173"/>
                      <a:pt x="3472" y="152"/>
                    </a:cubicBezTo>
                    <a:cubicBezTo>
                      <a:pt x="3285" y="69"/>
                      <a:pt x="3315" y="8"/>
                      <a:pt x="3320" y="1"/>
                    </a:cubicBezTo>
                    <a:close/>
                  </a:path>
                </a:pathLst>
              </a:custGeom>
              <a:solidFill>
                <a:srgbClr val="FFEBD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6"/>
              <p:cNvSpPr/>
              <p:nvPr/>
            </p:nvSpPr>
            <p:spPr>
              <a:xfrm>
                <a:off x="2073809" y="723395"/>
                <a:ext cx="683835" cy="720354"/>
              </a:xfrm>
              <a:custGeom>
                <a:rect b="b" l="l" r="r" t="t"/>
                <a:pathLst>
                  <a:path extrusionOk="0" h="4596" w="4363">
                    <a:moveTo>
                      <a:pt x="3362" y="131"/>
                    </a:moveTo>
                    <a:cubicBezTo>
                      <a:pt x="3383" y="178"/>
                      <a:pt x="3425" y="199"/>
                      <a:pt x="3514" y="241"/>
                    </a:cubicBezTo>
                    <a:cubicBezTo>
                      <a:pt x="3598" y="283"/>
                      <a:pt x="3687" y="283"/>
                      <a:pt x="3729" y="283"/>
                    </a:cubicBezTo>
                    <a:lnTo>
                      <a:pt x="3729" y="309"/>
                    </a:lnTo>
                    <a:cubicBezTo>
                      <a:pt x="3755" y="372"/>
                      <a:pt x="3755" y="482"/>
                      <a:pt x="3818" y="592"/>
                    </a:cubicBezTo>
                    <a:cubicBezTo>
                      <a:pt x="3928" y="807"/>
                      <a:pt x="4059" y="1027"/>
                      <a:pt x="4080" y="1048"/>
                    </a:cubicBezTo>
                    <a:cubicBezTo>
                      <a:pt x="4080" y="1791"/>
                      <a:pt x="4253" y="2619"/>
                      <a:pt x="4211" y="3231"/>
                    </a:cubicBezTo>
                    <a:cubicBezTo>
                      <a:pt x="4190" y="3535"/>
                      <a:pt x="4080" y="3818"/>
                      <a:pt x="3839" y="4038"/>
                    </a:cubicBezTo>
                    <a:cubicBezTo>
                      <a:pt x="3598" y="4258"/>
                      <a:pt x="3184" y="4431"/>
                      <a:pt x="2551" y="4473"/>
                    </a:cubicBezTo>
                    <a:cubicBezTo>
                      <a:pt x="2418" y="4483"/>
                      <a:pt x="2293" y="4487"/>
                      <a:pt x="2176" y="4487"/>
                    </a:cubicBezTo>
                    <a:cubicBezTo>
                      <a:pt x="1734" y="4487"/>
                      <a:pt x="1393" y="4420"/>
                      <a:pt x="1137" y="4300"/>
                    </a:cubicBezTo>
                    <a:cubicBezTo>
                      <a:pt x="828" y="4148"/>
                      <a:pt x="655" y="3928"/>
                      <a:pt x="587" y="3666"/>
                    </a:cubicBezTo>
                    <a:cubicBezTo>
                      <a:pt x="456" y="3080"/>
                      <a:pt x="304" y="2446"/>
                      <a:pt x="304" y="2446"/>
                    </a:cubicBezTo>
                    <a:lnTo>
                      <a:pt x="131" y="1681"/>
                    </a:lnTo>
                    <a:lnTo>
                      <a:pt x="131" y="1681"/>
                    </a:lnTo>
                    <a:cubicBezTo>
                      <a:pt x="152" y="1702"/>
                      <a:pt x="152" y="1702"/>
                      <a:pt x="194" y="1723"/>
                    </a:cubicBezTo>
                    <a:cubicBezTo>
                      <a:pt x="233" y="1732"/>
                      <a:pt x="276" y="1738"/>
                      <a:pt x="325" y="1738"/>
                    </a:cubicBezTo>
                    <a:cubicBezTo>
                      <a:pt x="414" y="1738"/>
                      <a:pt x="518" y="1718"/>
                      <a:pt x="634" y="1660"/>
                    </a:cubicBezTo>
                    <a:cubicBezTo>
                      <a:pt x="828" y="1550"/>
                      <a:pt x="938" y="1378"/>
                      <a:pt x="979" y="1200"/>
                    </a:cubicBezTo>
                    <a:cubicBezTo>
                      <a:pt x="1027" y="1095"/>
                      <a:pt x="1048" y="1027"/>
                      <a:pt x="1048" y="985"/>
                    </a:cubicBezTo>
                    <a:cubicBezTo>
                      <a:pt x="1069" y="1006"/>
                      <a:pt x="1089" y="1027"/>
                      <a:pt x="1158" y="1048"/>
                    </a:cubicBezTo>
                    <a:cubicBezTo>
                      <a:pt x="1174" y="1051"/>
                      <a:pt x="1193" y="1053"/>
                      <a:pt x="1214" y="1053"/>
                    </a:cubicBezTo>
                    <a:cubicBezTo>
                      <a:pt x="1328" y="1053"/>
                      <a:pt x="1495" y="1000"/>
                      <a:pt x="1681" y="854"/>
                    </a:cubicBezTo>
                    <a:cubicBezTo>
                      <a:pt x="1922" y="655"/>
                      <a:pt x="2053" y="482"/>
                      <a:pt x="2116" y="330"/>
                    </a:cubicBezTo>
                    <a:cubicBezTo>
                      <a:pt x="2184" y="220"/>
                      <a:pt x="2184" y="178"/>
                      <a:pt x="2205" y="152"/>
                    </a:cubicBezTo>
                    <a:cubicBezTo>
                      <a:pt x="2262" y="176"/>
                      <a:pt x="2432" y="286"/>
                      <a:pt x="2758" y="286"/>
                    </a:cubicBezTo>
                    <a:cubicBezTo>
                      <a:pt x="2790" y="286"/>
                      <a:pt x="2824" y="285"/>
                      <a:pt x="2860" y="283"/>
                    </a:cubicBezTo>
                    <a:cubicBezTo>
                      <a:pt x="3074" y="283"/>
                      <a:pt x="3231" y="220"/>
                      <a:pt x="3315" y="178"/>
                    </a:cubicBezTo>
                    <a:cubicBezTo>
                      <a:pt x="3336" y="152"/>
                      <a:pt x="3336" y="152"/>
                      <a:pt x="3362" y="131"/>
                    </a:cubicBezTo>
                    <a:close/>
                    <a:moveTo>
                      <a:pt x="3336" y="0"/>
                    </a:moveTo>
                    <a:cubicBezTo>
                      <a:pt x="3336" y="0"/>
                      <a:pt x="3336" y="21"/>
                      <a:pt x="3315" y="21"/>
                    </a:cubicBezTo>
                    <a:cubicBezTo>
                      <a:pt x="3315" y="47"/>
                      <a:pt x="3294" y="68"/>
                      <a:pt x="3252" y="89"/>
                    </a:cubicBezTo>
                    <a:cubicBezTo>
                      <a:pt x="3184" y="131"/>
                      <a:pt x="3053" y="178"/>
                      <a:pt x="2839" y="178"/>
                    </a:cubicBezTo>
                    <a:cubicBezTo>
                      <a:pt x="2815" y="179"/>
                      <a:pt x="2793" y="180"/>
                      <a:pt x="2771" y="180"/>
                    </a:cubicBezTo>
                    <a:cubicBezTo>
                      <a:pt x="2396" y="180"/>
                      <a:pt x="2205" y="21"/>
                      <a:pt x="2205" y="21"/>
                    </a:cubicBezTo>
                    <a:lnTo>
                      <a:pt x="2116" y="68"/>
                    </a:lnTo>
                    <a:cubicBezTo>
                      <a:pt x="2116" y="68"/>
                      <a:pt x="2095" y="152"/>
                      <a:pt x="2027" y="283"/>
                    </a:cubicBezTo>
                    <a:cubicBezTo>
                      <a:pt x="1964" y="414"/>
                      <a:pt x="1833" y="592"/>
                      <a:pt x="1613" y="765"/>
                    </a:cubicBezTo>
                    <a:cubicBezTo>
                      <a:pt x="1444" y="901"/>
                      <a:pt x="1326" y="946"/>
                      <a:pt x="1241" y="946"/>
                    </a:cubicBezTo>
                    <a:cubicBezTo>
                      <a:pt x="1218" y="946"/>
                      <a:pt x="1197" y="943"/>
                      <a:pt x="1178" y="938"/>
                    </a:cubicBezTo>
                    <a:cubicBezTo>
                      <a:pt x="1089" y="917"/>
                      <a:pt x="1048" y="875"/>
                      <a:pt x="1048" y="875"/>
                    </a:cubicBezTo>
                    <a:lnTo>
                      <a:pt x="959" y="896"/>
                    </a:lnTo>
                    <a:cubicBezTo>
                      <a:pt x="959" y="896"/>
                      <a:pt x="938" y="1027"/>
                      <a:pt x="896" y="1179"/>
                    </a:cubicBezTo>
                    <a:cubicBezTo>
                      <a:pt x="828" y="1309"/>
                      <a:pt x="744" y="1488"/>
                      <a:pt x="587" y="1550"/>
                    </a:cubicBezTo>
                    <a:cubicBezTo>
                      <a:pt x="484" y="1610"/>
                      <a:pt x="392" y="1630"/>
                      <a:pt x="316" y="1630"/>
                    </a:cubicBezTo>
                    <a:cubicBezTo>
                      <a:pt x="280" y="1630"/>
                      <a:pt x="247" y="1625"/>
                      <a:pt x="220" y="1618"/>
                    </a:cubicBezTo>
                    <a:cubicBezTo>
                      <a:pt x="131" y="1592"/>
                      <a:pt x="89" y="1550"/>
                      <a:pt x="89" y="1550"/>
                    </a:cubicBezTo>
                    <a:lnTo>
                      <a:pt x="0" y="1618"/>
                    </a:lnTo>
                    <a:lnTo>
                      <a:pt x="194" y="2467"/>
                    </a:lnTo>
                    <a:cubicBezTo>
                      <a:pt x="194" y="2467"/>
                      <a:pt x="351" y="3101"/>
                      <a:pt x="482" y="3687"/>
                    </a:cubicBezTo>
                    <a:cubicBezTo>
                      <a:pt x="566" y="3996"/>
                      <a:pt x="765" y="4237"/>
                      <a:pt x="1089" y="4389"/>
                    </a:cubicBezTo>
                    <a:cubicBezTo>
                      <a:pt x="1376" y="4513"/>
                      <a:pt x="1751" y="4595"/>
                      <a:pt x="2222" y="4595"/>
                    </a:cubicBezTo>
                    <a:cubicBezTo>
                      <a:pt x="2327" y="4595"/>
                      <a:pt x="2436" y="4591"/>
                      <a:pt x="2551" y="4583"/>
                    </a:cubicBezTo>
                    <a:cubicBezTo>
                      <a:pt x="3205" y="4541"/>
                      <a:pt x="3645" y="4368"/>
                      <a:pt x="3907" y="4127"/>
                    </a:cubicBezTo>
                    <a:cubicBezTo>
                      <a:pt x="4190" y="3865"/>
                      <a:pt x="4279" y="3556"/>
                      <a:pt x="4321" y="3231"/>
                    </a:cubicBezTo>
                    <a:cubicBezTo>
                      <a:pt x="4363" y="2598"/>
                      <a:pt x="4190" y="1770"/>
                      <a:pt x="4169" y="1027"/>
                    </a:cubicBezTo>
                    <a:lnTo>
                      <a:pt x="4169" y="1006"/>
                    </a:lnTo>
                    <a:cubicBezTo>
                      <a:pt x="4169" y="1006"/>
                      <a:pt x="4017" y="744"/>
                      <a:pt x="3907" y="545"/>
                    </a:cubicBezTo>
                    <a:cubicBezTo>
                      <a:pt x="3860" y="440"/>
                      <a:pt x="3839" y="372"/>
                      <a:pt x="3839" y="309"/>
                    </a:cubicBezTo>
                    <a:lnTo>
                      <a:pt x="3839" y="220"/>
                    </a:lnTo>
                    <a:lnTo>
                      <a:pt x="3755" y="152"/>
                    </a:lnTo>
                    <a:cubicBezTo>
                      <a:pt x="3755" y="152"/>
                      <a:pt x="3755" y="178"/>
                      <a:pt x="3708" y="178"/>
                    </a:cubicBezTo>
                    <a:cubicBezTo>
                      <a:pt x="3687" y="178"/>
                      <a:pt x="3624" y="178"/>
                      <a:pt x="3556" y="131"/>
                    </a:cubicBezTo>
                    <a:cubicBezTo>
                      <a:pt x="3467" y="110"/>
                      <a:pt x="3446" y="68"/>
                      <a:pt x="3446" y="68"/>
                    </a:cubicBezTo>
                    <a:lnTo>
                      <a:pt x="3425" y="68"/>
                    </a:lnTo>
                    <a:lnTo>
                      <a:pt x="3336" y="0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6" name="Google Shape;896;p6"/>
              <p:cNvSpPr/>
              <p:nvPr/>
            </p:nvSpPr>
            <p:spPr>
              <a:xfrm>
                <a:off x="2083683" y="928560"/>
                <a:ext cx="660795" cy="505314"/>
              </a:xfrm>
              <a:custGeom>
                <a:rect b="b" l="l" r="r" t="t"/>
                <a:pathLst>
                  <a:path extrusionOk="0" h="3224" w="4216">
                    <a:moveTo>
                      <a:pt x="812" y="0"/>
                    </a:moveTo>
                    <a:cubicBezTo>
                      <a:pt x="765" y="131"/>
                      <a:pt x="681" y="241"/>
                      <a:pt x="550" y="283"/>
                    </a:cubicBezTo>
                    <a:cubicBezTo>
                      <a:pt x="440" y="350"/>
                      <a:pt x="342" y="372"/>
                      <a:pt x="261" y="372"/>
                    </a:cubicBezTo>
                    <a:cubicBezTo>
                      <a:pt x="98" y="372"/>
                      <a:pt x="0" y="283"/>
                      <a:pt x="0" y="283"/>
                    </a:cubicBezTo>
                    <a:lnTo>
                      <a:pt x="0" y="283"/>
                    </a:lnTo>
                    <a:lnTo>
                      <a:pt x="178" y="1137"/>
                    </a:lnTo>
                    <a:cubicBezTo>
                      <a:pt x="178" y="1137"/>
                      <a:pt x="330" y="1792"/>
                      <a:pt x="482" y="2357"/>
                    </a:cubicBezTo>
                    <a:cubicBezTo>
                      <a:pt x="600" y="2890"/>
                      <a:pt x="1091" y="3223"/>
                      <a:pt x="2124" y="3223"/>
                    </a:cubicBezTo>
                    <a:cubicBezTo>
                      <a:pt x="2239" y="3223"/>
                      <a:pt x="2360" y="3219"/>
                      <a:pt x="2488" y="3211"/>
                    </a:cubicBezTo>
                    <a:cubicBezTo>
                      <a:pt x="3797" y="3122"/>
                      <a:pt x="4148" y="2556"/>
                      <a:pt x="4190" y="1922"/>
                    </a:cubicBezTo>
                    <a:cubicBezTo>
                      <a:pt x="4216" y="1702"/>
                      <a:pt x="4190" y="1462"/>
                      <a:pt x="4169" y="1200"/>
                    </a:cubicBezTo>
                    <a:cubicBezTo>
                      <a:pt x="3920" y="1038"/>
                      <a:pt x="3499" y="941"/>
                      <a:pt x="3107" y="941"/>
                    </a:cubicBezTo>
                    <a:cubicBezTo>
                      <a:pt x="2813" y="941"/>
                      <a:pt x="2536" y="995"/>
                      <a:pt x="2357" y="1116"/>
                    </a:cubicBezTo>
                    <a:cubicBezTo>
                      <a:pt x="2125" y="1277"/>
                      <a:pt x="1892" y="1345"/>
                      <a:pt x="1683" y="1345"/>
                    </a:cubicBezTo>
                    <a:cubicBezTo>
                      <a:pt x="1443" y="1345"/>
                      <a:pt x="1234" y="1256"/>
                      <a:pt x="1095" y="1116"/>
                    </a:cubicBezTo>
                    <a:cubicBezTo>
                      <a:pt x="964" y="1006"/>
                      <a:pt x="875" y="482"/>
                      <a:pt x="812" y="0"/>
                    </a:cubicBezTo>
                    <a:close/>
                  </a:path>
                </a:pathLst>
              </a:custGeom>
              <a:solidFill>
                <a:srgbClr val="356B9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7" name="Google Shape;897;p6"/>
              <p:cNvSpPr/>
              <p:nvPr/>
            </p:nvSpPr>
            <p:spPr>
              <a:xfrm>
                <a:off x="2073809" y="925269"/>
                <a:ext cx="677252" cy="518479"/>
              </a:xfrm>
              <a:custGeom>
                <a:rect b="b" l="l" r="r" t="t"/>
                <a:pathLst>
                  <a:path extrusionOk="0" h="3308" w="4321">
                    <a:moveTo>
                      <a:pt x="849" y="152"/>
                    </a:moveTo>
                    <a:cubicBezTo>
                      <a:pt x="875" y="351"/>
                      <a:pt x="896" y="545"/>
                      <a:pt x="938" y="723"/>
                    </a:cubicBezTo>
                    <a:cubicBezTo>
                      <a:pt x="979" y="938"/>
                      <a:pt x="1048" y="1090"/>
                      <a:pt x="1137" y="1179"/>
                    </a:cubicBezTo>
                    <a:cubicBezTo>
                      <a:pt x="1276" y="1330"/>
                      <a:pt x="1491" y="1425"/>
                      <a:pt x="1740" y="1425"/>
                    </a:cubicBezTo>
                    <a:cubicBezTo>
                      <a:pt x="1957" y="1425"/>
                      <a:pt x="2202" y="1352"/>
                      <a:pt x="2446" y="1179"/>
                    </a:cubicBezTo>
                    <a:cubicBezTo>
                      <a:pt x="2608" y="1069"/>
                      <a:pt x="2867" y="1022"/>
                      <a:pt x="3150" y="1022"/>
                    </a:cubicBezTo>
                    <a:cubicBezTo>
                      <a:pt x="3204" y="1022"/>
                      <a:pt x="3259" y="1024"/>
                      <a:pt x="3315" y="1027"/>
                    </a:cubicBezTo>
                    <a:cubicBezTo>
                      <a:pt x="3645" y="1048"/>
                      <a:pt x="3991" y="1137"/>
                      <a:pt x="4190" y="1268"/>
                    </a:cubicBezTo>
                    <a:cubicBezTo>
                      <a:pt x="4211" y="1509"/>
                      <a:pt x="4211" y="1744"/>
                      <a:pt x="4211" y="1943"/>
                    </a:cubicBezTo>
                    <a:cubicBezTo>
                      <a:pt x="4190" y="2247"/>
                      <a:pt x="4080" y="2530"/>
                      <a:pt x="3839" y="2750"/>
                    </a:cubicBezTo>
                    <a:cubicBezTo>
                      <a:pt x="3598" y="2970"/>
                      <a:pt x="3184" y="3143"/>
                      <a:pt x="2551" y="3185"/>
                    </a:cubicBezTo>
                    <a:cubicBezTo>
                      <a:pt x="2418" y="3195"/>
                      <a:pt x="2293" y="3199"/>
                      <a:pt x="2176" y="3199"/>
                    </a:cubicBezTo>
                    <a:cubicBezTo>
                      <a:pt x="1734" y="3199"/>
                      <a:pt x="1393" y="3132"/>
                      <a:pt x="1137" y="3012"/>
                    </a:cubicBezTo>
                    <a:cubicBezTo>
                      <a:pt x="828" y="2860"/>
                      <a:pt x="655" y="2640"/>
                      <a:pt x="587" y="2378"/>
                    </a:cubicBezTo>
                    <a:cubicBezTo>
                      <a:pt x="456" y="1792"/>
                      <a:pt x="304" y="1158"/>
                      <a:pt x="304" y="1158"/>
                    </a:cubicBezTo>
                    <a:lnTo>
                      <a:pt x="131" y="393"/>
                    </a:lnTo>
                    <a:lnTo>
                      <a:pt x="131" y="393"/>
                    </a:lnTo>
                    <a:cubicBezTo>
                      <a:pt x="152" y="414"/>
                      <a:pt x="152" y="414"/>
                      <a:pt x="194" y="435"/>
                    </a:cubicBezTo>
                    <a:cubicBezTo>
                      <a:pt x="233" y="444"/>
                      <a:pt x="276" y="450"/>
                      <a:pt x="325" y="450"/>
                    </a:cubicBezTo>
                    <a:cubicBezTo>
                      <a:pt x="414" y="450"/>
                      <a:pt x="518" y="430"/>
                      <a:pt x="634" y="372"/>
                    </a:cubicBezTo>
                    <a:cubicBezTo>
                      <a:pt x="744" y="304"/>
                      <a:pt x="786" y="220"/>
                      <a:pt x="849" y="152"/>
                    </a:cubicBezTo>
                    <a:close/>
                    <a:moveTo>
                      <a:pt x="828" y="1"/>
                    </a:moveTo>
                    <a:cubicBezTo>
                      <a:pt x="786" y="111"/>
                      <a:pt x="697" y="220"/>
                      <a:pt x="587" y="262"/>
                    </a:cubicBezTo>
                    <a:cubicBezTo>
                      <a:pt x="484" y="322"/>
                      <a:pt x="392" y="342"/>
                      <a:pt x="316" y="342"/>
                    </a:cubicBezTo>
                    <a:cubicBezTo>
                      <a:pt x="280" y="342"/>
                      <a:pt x="247" y="337"/>
                      <a:pt x="220" y="330"/>
                    </a:cubicBezTo>
                    <a:cubicBezTo>
                      <a:pt x="131" y="304"/>
                      <a:pt x="89" y="262"/>
                      <a:pt x="89" y="262"/>
                    </a:cubicBezTo>
                    <a:lnTo>
                      <a:pt x="0" y="330"/>
                    </a:lnTo>
                    <a:lnTo>
                      <a:pt x="194" y="1179"/>
                    </a:lnTo>
                    <a:cubicBezTo>
                      <a:pt x="194" y="1179"/>
                      <a:pt x="351" y="1813"/>
                      <a:pt x="482" y="2399"/>
                    </a:cubicBezTo>
                    <a:cubicBezTo>
                      <a:pt x="566" y="2708"/>
                      <a:pt x="765" y="2949"/>
                      <a:pt x="1089" y="3101"/>
                    </a:cubicBezTo>
                    <a:cubicBezTo>
                      <a:pt x="1376" y="3225"/>
                      <a:pt x="1751" y="3307"/>
                      <a:pt x="2222" y="3307"/>
                    </a:cubicBezTo>
                    <a:cubicBezTo>
                      <a:pt x="2327" y="3307"/>
                      <a:pt x="2436" y="3303"/>
                      <a:pt x="2551" y="3295"/>
                    </a:cubicBezTo>
                    <a:cubicBezTo>
                      <a:pt x="3205" y="3253"/>
                      <a:pt x="3645" y="3080"/>
                      <a:pt x="3907" y="2839"/>
                    </a:cubicBezTo>
                    <a:cubicBezTo>
                      <a:pt x="4190" y="2577"/>
                      <a:pt x="4279" y="2268"/>
                      <a:pt x="4300" y="1943"/>
                    </a:cubicBezTo>
                    <a:cubicBezTo>
                      <a:pt x="4321" y="1723"/>
                      <a:pt x="4321" y="1483"/>
                      <a:pt x="4300" y="1221"/>
                    </a:cubicBezTo>
                    <a:lnTo>
                      <a:pt x="4279" y="1179"/>
                    </a:lnTo>
                    <a:cubicBezTo>
                      <a:pt x="4038" y="1027"/>
                      <a:pt x="3687" y="938"/>
                      <a:pt x="3315" y="917"/>
                    </a:cubicBezTo>
                    <a:cubicBezTo>
                      <a:pt x="3261" y="914"/>
                      <a:pt x="3206" y="912"/>
                      <a:pt x="3152" y="912"/>
                    </a:cubicBezTo>
                    <a:cubicBezTo>
                      <a:pt x="2862" y="912"/>
                      <a:pt x="2581" y="962"/>
                      <a:pt x="2378" y="1090"/>
                    </a:cubicBezTo>
                    <a:cubicBezTo>
                      <a:pt x="2154" y="1253"/>
                      <a:pt x="1936" y="1316"/>
                      <a:pt x="1743" y="1316"/>
                    </a:cubicBezTo>
                    <a:cubicBezTo>
                      <a:pt x="1520" y="1316"/>
                      <a:pt x="1329" y="1231"/>
                      <a:pt x="1199" y="1116"/>
                    </a:cubicBezTo>
                    <a:cubicBezTo>
                      <a:pt x="1158" y="1069"/>
                      <a:pt x="1089" y="896"/>
                      <a:pt x="1048" y="697"/>
                    </a:cubicBezTo>
                    <a:cubicBezTo>
                      <a:pt x="1006" y="503"/>
                      <a:pt x="959" y="262"/>
                      <a:pt x="938" y="21"/>
                    </a:cubicBezTo>
                    <a:lnTo>
                      <a:pt x="917" y="42"/>
                    </a:lnTo>
                    <a:lnTo>
                      <a:pt x="828" y="1"/>
                    </a:ln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8" name="Google Shape;898;p6"/>
              <p:cNvSpPr/>
              <p:nvPr/>
            </p:nvSpPr>
            <p:spPr>
              <a:xfrm>
                <a:off x="2296215" y="884988"/>
                <a:ext cx="235729" cy="215197"/>
              </a:xfrm>
              <a:custGeom>
                <a:rect b="b" l="l" r="r" t="t"/>
                <a:pathLst>
                  <a:path extrusionOk="0" h="1373" w="1504">
                    <a:moveTo>
                      <a:pt x="715" y="1"/>
                    </a:moveTo>
                    <a:cubicBezTo>
                      <a:pt x="514" y="1"/>
                      <a:pt x="307" y="6"/>
                      <a:pt x="241" y="17"/>
                    </a:cubicBezTo>
                    <a:cubicBezTo>
                      <a:pt x="110" y="17"/>
                      <a:pt x="0" y="195"/>
                      <a:pt x="21" y="457"/>
                    </a:cubicBezTo>
                    <a:cubicBezTo>
                      <a:pt x="42" y="718"/>
                      <a:pt x="42" y="1022"/>
                      <a:pt x="84" y="1111"/>
                    </a:cubicBezTo>
                    <a:cubicBezTo>
                      <a:pt x="131" y="1174"/>
                      <a:pt x="414" y="1373"/>
                      <a:pt x="566" y="1373"/>
                    </a:cubicBezTo>
                    <a:cubicBezTo>
                      <a:pt x="718" y="1373"/>
                      <a:pt x="1179" y="1305"/>
                      <a:pt x="1289" y="1263"/>
                    </a:cubicBezTo>
                    <a:cubicBezTo>
                      <a:pt x="1372" y="1242"/>
                      <a:pt x="1441" y="1001"/>
                      <a:pt x="1461" y="781"/>
                    </a:cubicBezTo>
                    <a:cubicBezTo>
                      <a:pt x="1461" y="781"/>
                      <a:pt x="1503" y="430"/>
                      <a:pt x="1461" y="326"/>
                    </a:cubicBezTo>
                    <a:cubicBezTo>
                      <a:pt x="1441" y="216"/>
                      <a:pt x="1221" y="38"/>
                      <a:pt x="1158" y="17"/>
                    </a:cubicBezTo>
                    <a:cubicBezTo>
                      <a:pt x="1113" y="6"/>
                      <a:pt x="917" y="1"/>
                      <a:pt x="7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" name="Google Shape;899;p6"/>
              <p:cNvSpPr/>
              <p:nvPr/>
            </p:nvSpPr>
            <p:spPr>
              <a:xfrm>
                <a:off x="2288849" y="876211"/>
                <a:ext cx="250463" cy="233849"/>
              </a:xfrm>
              <a:custGeom>
                <a:rect b="b" l="l" r="r" t="t"/>
                <a:pathLst>
                  <a:path extrusionOk="0" h="1492" w="1598">
                    <a:moveTo>
                      <a:pt x="765" y="94"/>
                    </a:moveTo>
                    <a:cubicBezTo>
                      <a:pt x="854" y="94"/>
                      <a:pt x="964" y="120"/>
                      <a:pt x="1027" y="120"/>
                    </a:cubicBezTo>
                    <a:lnTo>
                      <a:pt x="1179" y="120"/>
                    </a:lnTo>
                    <a:cubicBezTo>
                      <a:pt x="1205" y="120"/>
                      <a:pt x="1268" y="183"/>
                      <a:pt x="1336" y="225"/>
                    </a:cubicBezTo>
                    <a:cubicBezTo>
                      <a:pt x="1398" y="293"/>
                      <a:pt x="1467" y="355"/>
                      <a:pt x="1467" y="403"/>
                    </a:cubicBezTo>
                    <a:cubicBezTo>
                      <a:pt x="1488" y="424"/>
                      <a:pt x="1488" y="554"/>
                      <a:pt x="1488" y="643"/>
                    </a:cubicBezTo>
                    <a:cubicBezTo>
                      <a:pt x="1467" y="727"/>
                      <a:pt x="1467" y="816"/>
                      <a:pt x="1467" y="816"/>
                    </a:cubicBezTo>
                    <a:cubicBezTo>
                      <a:pt x="1440" y="926"/>
                      <a:pt x="1419" y="1036"/>
                      <a:pt x="1398" y="1120"/>
                    </a:cubicBezTo>
                    <a:cubicBezTo>
                      <a:pt x="1357" y="1209"/>
                      <a:pt x="1309" y="1272"/>
                      <a:pt x="1309" y="1272"/>
                    </a:cubicBezTo>
                    <a:cubicBezTo>
                      <a:pt x="1289" y="1298"/>
                      <a:pt x="1247" y="1298"/>
                      <a:pt x="1179" y="1319"/>
                    </a:cubicBezTo>
                    <a:cubicBezTo>
                      <a:pt x="1116" y="1319"/>
                      <a:pt x="1048" y="1340"/>
                      <a:pt x="985" y="1340"/>
                    </a:cubicBezTo>
                    <a:cubicBezTo>
                      <a:pt x="833" y="1361"/>
                      <a:pt x="681" y="1382"/>
                      <a:pt x="613" y="1382"/>
                    </a:cubicBezTo>
                    <a:cubicBezTo>
                      <a:pt x="550" y="1382"/>
                      <a:pt x="440" y="1340"/>
                      <a:pt x="351" y="1272"/>
                    </a:cubicBezTo>
                    <a:cubicBezTo>
                      <a:pt x="309" y="1251"/>
                      <a:pt x="288" y="1209"/>
                      <a:pt x="241" y="1188"/>
                    </a:cubicBezTo>
                    <a:cubicBezTo>
                      <a:pt x="220" y="1167"/>
                      <a:pt x="199" y="1141"/>
                      <a:pt x="178" y="1120"/>
                    </a:cubicBezTo>
                    <a:cubicBezTo>
                      <a:pt x="178" y="1120"/>
                      <a:pt x="178" y="1078"/>
                      <a:pt x="157" y="1057"/>
                    </a:cubicBezTo>
                    <a:lnTo>
                      <a:pt x="157" y="905"/>
                    </a:lnTo>
                    <a:cubicBezTo>
                      <a:pt x="157" y="774"/>
                      <a:pt x="131" y="643"/>
                      <a:pt x="131" y="513"/>
                    </a:cubicBezTo>
                    <a:cubicBezTo>
                      <a:pt x="110" y="382"/>
                      <a:pt x="131" y="293"/>
                      <a:pt x="178" y="225"/>
                    </a:cubicBezTo>
                    <a:cubicBezTo>
                      <a:pt x="199" y="162"/>
                      <a:pt x="241" y="120"/>
                      <a:pt x="288" y="120"/>
                    </a:cubicBezTo>
                    <a:cubicBezTo>
                      <a:pt x="351" y="120"/>
                      <a:pt x="571" y="94"/>
                      <a:pt x="765" y="94"/>
                    </a:cubicBezTo>
                    <a:close/>
                    <a:moveTo>
                      <a:pt x="569" y="0"/>
                    </a:moveTo>
                    <a:cubicBezTo>
                      <a:pt x="442" y="0"/>
                      <a:pt x="330" y="10"/>
                      <a:pt x="288" y="10"/>
                    </a:cubicBezTo>
                    <a:cubicBezTo>
                      <a:pt x="199" y="31"/>
                      <a:pt x="110" y="73"/>
                      <a:pt x="68" y="183"/>
                    </a:cubicBezTo>
                    <a:cubicBezTo>
                      <a:pt x="26" y="272"/>
                      <a:pt x="0" y="382"/>
                      <a:pt x="26" y="513"/>
                    </a:cubicBezTo>
                    <a:cubicBezTo>
                      <a:pt x="26" y="643"/>
                      <a:pt x="47" y="774"/>
                      <a:pt x="47" y="905"/>
                    </a:cubicBezTo>
                    <a:cubicBezTo>
                      <a:pt x="47" y="968"/>
                      <a:pt x="47" y="1010"/>
                      <a:pt x="68" y="1057"/>
                    </a:cubicBezTo>
                    <a:cubicBezTo>
                      <a:pt x="68" y="1099"/>
                      <a:pt x="68" y="1141"/>
                      <a:pt x="89" y="1188"/>
                    </a:cubicBezTo>
                    <a:cubicBezTo>
                      <a:pt x="110" y="1209"/>
                      <a:pt x="131" y="1251"/>
                      <a:pt x="178" y="1272"/>
                    </a:cubicBezTo>
                    <a:cubicBezTo>
                      <a:pt x="220" y="1298"/>
                      <a:pt x="262" y="1340"/>
                      <a:pt x="309" y="1361"/>
                    </a:cubicBezTo>
                    <a:cubicBezTo>
                      <a:pt x="393" y="1429"/>
                      <a:pt x="503" y="1471"/>
                      <a:pt x="613" y="1492"/>
                    </a:cubicBezTo>
                    <a:cubicBezTo>
                      <a:pt x="702" y="1492"/>
                      <a:pt x="854" y="1471"/>
                      <a:pt x="985" y="1450"/>
                    </a:cubicBezTo>
                    <a:cubicBezTo>
                      <a:pt x="1074" y="1450"/>
                      <a:pt x="1137" y="1429"/>
                      <a:pt x="1205" y="1403"/>
                    </a:cubicBezTo>
                    <a:cubicBezTo>
                      <a:pt x="1268" y="1403"/>
                      <a:pt x="1309" y="1382"/>
                      <a:pt x="1336" y="1382"/>
                    </a:cubicBezTo>
                    <a:cubicBezTo>
                      <a:pt x="1419" y="1340"/>
                      <a:pt x="1467" y="1251"/>
                      <a:pt x="1488" y="1167"/>
                    </a:cubicBezTo>
                    <a:cubicBezTo>
                      <a:pt x="1529" y="1078"/>
                      <a:pt x="1550" y="947"/>
                      <a:pt x="1571" y="837"/>
                    </a:cubicBezTo>
                    <a:lnTo>
                      <a:pt x="1571" y="643"/>
                    </a:lnTo>
                    <a:cubicBezTo>
                      <a:pt x="1597" y="554"/>
                      <a:pt x="1597" y="444"/>
                      <a:pt x="1571" y="355"/>
                    </a:cubicBezTo>
                    <a:cubicBezTo>
                      <a:pt x="1550" y="293"/>
                      <a:pt x="1488" y="204"/>
                      <a:pt x="1398" y="162"/>
                    </a:cubicBezTo>
                    <a:cubicBezTo>
                      <a:pt x="1336" y="94"/>
                      <a:pt x="1268" y="31"/>
                      <a:pt x="1205" y="31"/>
                    </a:cubicBezTo>
                    <a:cubicBezTo>
                      <a:pt x="1179" y="10"/>
                      <a:pt x="1179" y="10"/>
                      <a:pt x="1137" y="10"/>
                    </a:cubicBezTo>
                    <a:lnTo>
                      <a:pt x="765" y="10"/>
                    </a:lnTo>
                    <a:cubicBezTo>
                      <a:pt x="700" y="3"/>
                      <a:pt x="633" y="0"/>
                      <a:pt x="569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0" name="Google Shape;900;p6"/>
              <p:cNvSpPr/>
              <p:nvPr/>
            </p:nvSpPr>
            <p:spPr>
              <a:xfrm>
                <a:off x="2596676" y="884988"/>
                <a:ext cx="168333" cy="215197"/>
              </a:xfrm>
              <a:custGeom>
                <a:rect b="b" l="l" r="r" t="t"/>
                <a:pathLst>
                  <a:path extrusionOk="0" h="1373" w="1074">
                    <a:moveTo>
                      <a:pt x="565" y="1"/>
                    </a:moveTo>
                    <a:cubicBezTo>
                      <a:pt x="423" y="1"/>
                      <a:pt x="285" y="6"/>
                      <a:pt x="262" y="17"/>
                    </a:cubicBezTo>
                    <a:cubicBezTo>
                      <a:pt x="199" y="38"/>
                      <a:pt x="47" y="216"/>
                      <a:pt x="26" y="326"/>
                    </a:cubicBezTo>
                    <a:cubicBezTo>
                      <a:pt x="0" y="430"/>
                      <a:pt x="26" y="781"/>
                      <a:pt x="26" y="781"/>
                    </a:cubicBezTo>
                    <a:cubicBezTo>
                      <a:pt x="47" y="1001"/>
                      <a:pt x="89" y="1242"/>
                      <a:pt x="157" y="1263"/>
                    </a:cubicBezTo>
                    <a:cubicBezTo>
                      <a:pt x="220" y="1305"/>
                      <a:pt x="571" y="1373"/>
                      <a:pt x="681" y="1373"/>
                    </a:cubicBezTo>
                    <a:cubicBezTo>
                      <a:pt x="786" y="1373"/>
                      <a:pt x="985" y="1174"/>
                      <a:pt x="1006" y="1111"/>
                    </a:cubicBezTo>
                    <a:cubicBezTo>
                      <a:pt x="1047" y="1022"/>
                      <a:pt x="1027" y="718"/>
                      <a:pt x="1047" y="457"/>
                    </a:cubicBezTo>
                    <a:cubicBezTo>
                      <a:pt x="1074" y="195"/>
                      <a:pt x="1006" y="17"/>
                      <a:pt x="896" y="17"/>
                    </a:cubicBezTo>
                    <a:cubicBezTo>
                      <a:pt x="854" y="6"/>
                      <a:pt x="707" y="1"/>
                      <a:pt x="5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" name="Google Shape;901;p6"/>
              <p:cNvSpPr/>
              <p:nvPr/>
            </p:nvSpPr>
            <p:spPr>
              <a:xfrm>
                <a:off x="2590093" y="876211"/>
                <a:ext cx="181499" cy="233849"/>
              </a:xfrm>
              <a:custGeom>
                <a:rect b="b" l="l" r="r" t="t"/>
                <a:pathLst>
                  <a:path extrusionOk="0" h="1492" w="1158">
                    <a:moveTo>
                      <a:pt x="613" y="94"/>
                    </a:moveTo>
                    <a:cubicBezTo>
                      <a:pt x="744" y="94"/>
                      <a:pt x="896" y="120"/>
                      <a:pt x="938" y="120"/>
                    </a:cubicBezTo>
                    <a:cubicBezTo>
                      <a:pt x="959" y="120"/>
                      <a:pt x="985" y="141"/>
                      <a:pt x="1006" y="204"/>
                    </a:cubicBezTo>
                    <a:cubicBezTo>
                      <a:pt x="1048" y="293"/>
                      <a:pt x="1048" y="382"/>
                      <a:pt x="1048" y="513"/>
                    </a:cubicBezTo>
                    <a:cubicBezTo>
                      <a:pt x="1027" y="643"/>
                      <a:pt x="1027" y="774"/>
                      <a:pt x="1027" y="905"/>
                    </a:cubicBezTo>
                    <a:cubicBezTo>
                      <a:pt x="1027" y="1010"/>
                      <a:pt x="1006" y="1120"/>
                      <a:pt x="1006" y="1141"/>
                    </a:cubicBezTo>
                    <a:cubicBezTo>
                      <a:pt x="1006" y="1167"/>
                      <a:pt x="938" y="1230"/>
                      <a:pt x="875" y="1272"/>
                    </a:cubicBezTo>
                    <a:cubicBezTo>
                      <a:pt x="807" y="1340"/>
                      <a:pt x="744" y="1382"/>
                      <a:pt x="723" y="1382"/>
                    </a:cubicBezTo>
                    <a:cubicBezTo>
                      <a:pt x="676" y="1382"/>
                      <a:pt x="566" y="1361"/>
                      <a:pt x="461" y="1340"/>
                    </a:cubicBezTo>
                    <a:cubicBezTo>
                      <a:pt x="393" y="1340"/>
                      <a:pt x="351" y="1319"/>
                      <a:pt x="304" y="1319"/>
                    </a:cubicBezTo>
                    <a:cubicBezTo>
                      <a:pt x="262" y="1298"/>
                      <a:pt x="241" y="1298"/>
                      <a:pt x="241" y="1272"/>
                    </a:cubicBezTo>
                    <a:cubicBezTo>
                      <a:pt x="241" y="1272"/>
                      <a:pt x="220" y="1272"/>
                      <a:pt x="199" y="1251"/>
                    </a:cubicBezTo>
                    <a:cubicBezTo>
                      <a:pt x="199" y="1209"/>
                      <a:pt x="173" y="1188"/>
                      <a:pt x="173" y="1141"/>
                    </a:cubicBezTo>
                    <a:cubicBezTo>
                      <a:pt x="152" y="1057"/>
                      <a:pt x="131" y="926"/>
                      <a:pt x="110" y="816"/>
                    </a:cubicBezTo>
                    <a:lnTo>
                      <a:pt x="110" y="643"/>
                    </a:lnTo>
                    <a:lnTo>
                      <a:pt x="110" y="382"/>
                    </a:lnTo>
                    <a:cubicBezTo>
                      <a:pt x="131" y="355"/>
                      <a:pt x="152" y="293"/>
                      <a:pt x="220" y="225"/>
                    </a:cubicBezTo>
                    <a:cubicBezTo>
                      <a:pt x="241" y="204"/>
                      <a:pt x="262" y="183"/>
                      <a:pt x="283" y="162"/>
                    </a:cubicBezTo>
                    <a:cubicBezTo>
                      <a:pt x="304" y="141"/>
                      <a:pt x="304" y="120"/>
                      <a:pt x="330" y="120"/>
                    </a:cubicBezTo>
                    <a:lnTo>
                      <a:pt x="414" y="120"/>
                    </a:lnTo>
                    <a:cubicBezTo>
                      <a:pt x="461" y="120"/>
                      <a:pt x="524" y="94"/>
                      <a:pt x="613" y="94"/>
                    </a:cubicBezTo>
                    <a:close/>
                    <a:moveTo>
                      <a:pt x="747" y="0"/>
                    </a:moveTo>
                    <a:cubicBezTo>
                      <a:pt x="703" y="0"/>
                      <a:pt x="657" y="3"/>
                      <a:pt x="613" y="10"/>
                    </a:cubicBezTo>
                    <a:lnTo>
                      <a:pt x="330" y="10"/>
                    </a:lnTo>
                    <a:cubicBezTo>
                      <a:pt x="304" y="10"/>
                      <a:pt x="283" y="10"/>
                      <a:pt x="283" y="31"/>
                    </a:cubicBezTo>
                    <a:cubicBezTo>
                      <a:pt x="241" y="31"/>
                      <a:pt x="220" y="52"/>
                      <a:pt x="199" y="73"/>
                    </a:cubicBezTo>
                    <a:cubicBezTo>
                      <a:pt x="173" y="94"/>
                      <a:pt x="152" y="120"/>
                      <a:pt x="131" y="162"/>
                    </a:cubicBezTo>
                    <a:cubicBezTo>
                      <a:pt x="68" y="225"/>
                      <a:pt x="21" y="293"/>
                      <a:pt x="0" y="355"/>
                    </a:cubicBezTo>
                    <a:lnTo>
                      <a:pt x="0" y="643"/>
                    </a:lnTo>
                    <a:lnTo>
                      <a:pt x="0" y="837"/>
                    </a:lnTo>
                    <a:cubicBezTo>
                      <a:pt x="21" y="947"/>
                      <a:pt x="42" y="1057"/>
                      <a:pt x="68" y="1167"/>
                    </a:cubicBezTo>
                    <a:cubicBezTo>
                      <a:pt x="89" y="1209"/>
                      <a:pt x="89" y="1251"/>
                      <a:pt x="110" y="1298"/>
                    </a:cubicBezTo>
                    <a:cubicBezTo>
                      <a:pt x="131" y="1319"/>
                      <a:pt x="131" y="1361"/>
                      <a:pt x="173" y="1382"/>
                    </a:cubicBezTo>
                    <a:cubicBezTo>
                      <a:pt x="199" y="1382"/>
                      <a:pt x="241" y="1403"/>
                      <a:pt x="283" y="1403"/>
                    </a:cubicBezTo>
                    <a:cubicBezTo>
                      <a:pt x="330" y="1429"/>
                      <a:pt x="372" y="1450"/>
                      <a:pt x="435" y="1450"/>
                    </a:cubicBezTo>
                    <a:cubicBezTo>
                      <a:pt x="545" y="1471"/>
                      <a:pt x="655" y="1492"/>
                      <a:pt x="723" y="1492"/>
                    </a:cubicBezTo>
                    <a:cubicBezTo>
                      <a:pt x="807" y="1471"/>
                      <a:pt x="875" y="1429"/>
                      <a:pt x="938" y="1361"/>
                    </a:cubicBezTo>
                    <a:cubicBezTo>
                      <a:pt x="1027" y="1298"/>
                      <a:pt x="1069" y="1230"/>
                      <a:pt x="1116" y="1167"/>
                    </a:cubicBezTo>
                    <a:cubicBezTo>
                      <a:pt x="1137" y="1120"/>
                      <a:pt x="1137" y="1010"/>
                      <a:pt x="1137" y="905"/>
                    </a:cubicBezTo>
                    <a:cubicBezTo>
                      <a:pt x="1137" y="774"/>
                      <a:pt x="1137" y="643"/>
                      <a:pt x="1158" y="513"/>
                    </a:cubicBezTo>
                    <a:cubicBezTo>
                      <a:pt x="1158" y="382"/>
                      <a:pt x="1137" y="272"/>
                      <a:pt x="1116" y="183"/>
                    </a:cubicBezTo>
                    <a:cubicBezTo>
                      <a:pt x="1089" y="94"/>
                      <a:pt x="1027" y="31"/>
                      <a:pt x="959" y="10"/>
                    </a:cubicBezTo>
                    <a:cubicBezTo>
                      <a:pt x="917" y="10"/>
                      <a:pt x="835" y="0"/>
                      <a:pt x="747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2" name="Google Shape;902;p6"/>
              <p:cNvSpPr/>
              <p:nvPr/>
            </p:nvSpPr>
            <p:spPr>
              <a:xfrm>
                <a:off x="2384770" y="963042"/>
                <a:ext cx="41221" cy="68336"/>
              </a:xfrm>
              <a:custGeom>
                <a:rect b="b" l="l" r="r" t="t"/>
                <a:pathLst>
                  <a:path extrusionOk="0" h="436" w="263">
                    <a:moveTo>
                      <a:pt x="132" y="0"/>
                    </a:moveTo>
                    <a:cubicBezTo>
                      <a:pt x="69" y="0"/>
                      <a:pt x="1" y="89"/>
                      <a:pt x="1" y="220"/>
                    </a:cubicBezTo>
                    <a:cubicBezTo>
                      <a:pt x="1" y="325"/>
                      <a:pt x="69" y="435"/>
                      <a:pt x="132" y="435"/>
                    </a:cubicBezTo>
                    <a:cubicBezTo>
                      <a:pt x="200" y="435"/>
                      <a:pt x="263" y="325"/>
                      <a:pt x="263" y="220"/>
                    </a:cubicBezTo>
                    <a:cubicBezTo>
                      <a:pt x="263" y="89"/>
                      <a:pt x="200" y="0"/>
                      <a:pt x="132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" name="Google Shape;903;p6"/>
              <p:cNvSpPr/>
              <p:nvPr/>
            </p:nvSpPr>
            <p:spPr>
              <a:xfrm>
                <a:off x="2658116" y="963042"/>
                <a:ext cx="37930" cy="68336"/>
              </a:xfrm>
              <a:custGeom>
                <a:rect b="b" l="l" r="r" t="t"/>
                <a:pathLst>
                  <a:path extrusionOk="0" h="436" w="242">
                    <a:moveTo>
                      <a:pt x="111" y="0"/>
                    </a:moveTo>
                    <a:cubicBezTo>
                      <a:pt x="48" y="0"/>
                      <a:pt x="1" y="89"/>
                      <a:pt x="1" y="220"/>
                    </a:cubicBezTo>
                    <a:cubicBezTo>
                      <a:pt x="1" y="325"/>
                      <a:pt x="48" y="435"/>
                      <a:pt x="111" y="435"/>
                    </a:cubicBezTo>
                    <a:cubicBezTo>
                      <a:pt x="179" y="435"/>
                      <a:pt x="242" y="325"/>
                      <a:pt x="242" y="220"/>
                    </a:cubicBezTo>
                    <a:cubicBezTo>
                      <a:pt x="242" y="89"/>
                      <a:pt x="179" y="0"/>
                      <a:pt x="111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" name="Google Shape;904;p6"/>
              <p:cNvSpPr/>
              <p:nvPr/>
            </p:nvSpPr>
            <p:spPr>
              <a:xfrm>
                <a:off x="2542445" y="980283"/>
                <a:ext cx="65045" cy="97019"/>
              </a:xfrm>
              <a:custGeom>
                <a:rect b="b" l="l" r="r" t="t"/>
                <a:pathLst>
                  <a:path extrusionOk="0" h="619" w="415">
                    <a:moveTo>
                      <a:pt x="42" y="0"/>
                    </a:moveTo>
                    <a:cubicBezTo>
                      <a:pt x="21" y="21"/>
                      <a:pt x="0" y="42"/>
                      <a:pt x="0" y="63"/>
                    </a:cubicBezTo>
                    <a:cubicBezTo>
                      <a:pt x="21" y="131"/>
                      <a:pt x="63" y="173"/>
                      <a:pt x="110" y="215"/>
                    </a:cubicBezTo>
                    <a:cubicBezTo>
                      <a:pt x="152" y="241"/>
                      <a:pt x="194" y="241"/>
                      <a:pt x="262" y="262"/>
                    </a:cubicBezTo>
                    <a:cubicBezTo>
                      <a:pt x="283" y="262"/>
                      <a:pt x="304" y="304"/>
                      <a:pt x="325" y="325"/>
                    </a:cubicBezTo>
                    <a:cubicBezTo>
                      <a:pt x="325" y="372"/>
                      <a:pt x="325" y="435"/>
                      <a:pt x="304" y="456"/>
                    </a:cubicBezTo>
                    <a:cubicBezTo>
                      <a:pt x="304" y="477"/>
                      <a:pt x="283" y="503"/>
                      <a:pt x="241" y="524"/>
                    </a:cubicBezTo>
                    <a:lnTo>
                      <a:pt x="173" y="524"/>
                    </a:lnTo>
                    <a:cubicBezTo>
                      <a:pt x="152" y="524"/>
                      <a:pt x="131" y="545"/>
                      <a:pt x="131" y="587"/>
                    </a:cubicBezTo>
                    <a:cubicBezTo>
                      <a:pt x="131" y="602"/>
                      <a:pt x="142" y="619"/>
                      <a:pt x="162" y="619"/>
                    </a:cubicBezTo>
                    <a:cubicBezTo>
                      <a:pt x="171" y="619"/>
                      <a:pt x="182" y="616"/>
                      <a:pt x="194" y="608"/>
                    </a:cubicBezTo>
                    <a:lnTo>
                      <a:pt x="283" y="608"/>
                    </a:lnTo>
                    <a:cubicBezTo>
                      <a:pt x="325" y="587"/>
                      <a:pt x="372" y="545"/>
                      <a:pt x="393" y="477"/>
                    </a:cubicBezTo>
                    <a:cubicBezTo>
                      <a:pt x="414" y="435"/>
                      <a:pt x="414" y="372"/>
                      <a:pt x="414" y="304"/>
                    </a:cubicBezTo>
                    <a:cubicBezTo>
                      <a:pt x="393" y="262"/>
                      <a:pt x="346" y="194"/>
                      <a:pt x="283" y="173"/>
                    </a:cubicBezTo>
                    <a:cubicBezTo>
                      <a:pt x="215" y="152"/>
                      <a:pt x="173" y="152"/>
                      <a:pt x="152" y="131"/>
                    </a:cubicBezTo>
                    <a:cubicBezTo>
                      <a:pt x="131" y="110"/>
                      <a:pt x="110" y="84"/>
                      <a:pt x="84" y="42"/>
                    </a:cubicBezTo>
                    <a:cubicBezTo>
                      <a:pt x="84" y="21"/>
                      <a:pt x="63" y="0"/>
                      <a:pt x="42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5" name="Google Shape;905;p6"/>
              <p:cNvSpPr/>
              <p:nvPr/>
            </p:nvSpPr>
            <p:spPr>
              <a:xfrm>
                <a:off x="2463608" y="1145324"/>
                <a:ext cx="129933" cy="62224"/>
              </a:xfrm>
              <a:custGeom>
                <a:rect b="b" l="l" r="r" t="t"/>
                <a:pathLst>
                  <a:path extrusionOk="0" h="397" w="829">
                    <a:moveTo>
                      <a:pt x="54" y="0"/>
                    </a:moveTo>
                    <a:cubicBezTo>
                      <a:pt x="43" y="0"/>
                      <a:pt x="32" y="5"/>
                      <a:pt x="22" y="16"/>
                    </a:cubicBezTo>
                    <a:cubicBezTo>
                      <a:pt x="1" y="37"/>
                      <a:pt x="1" y="58"/>
                      <a:pt x="1" y="79"/>
                    </a:cubicBezTo>
                    <a:cubicBezTo>
                      <a:pt x="1" y="79"/>
                      <a:pt x="153" y="278"/>
                      <a:pt x="414" y="340"/>
                    </a:cubicBezTo>
                    <a:cubicBezTo>
                      <a:pt x="524" y="388"/>
                      <a:pt x="613" y="388"/>
                      <a:pt x="676" y="388"/>
                    </a:cubicBezTo>
                    <a:cubicBezTo>
                      <a:pt x="699" y="395"/>
                      <a:pt x="719" y="397"/>
                      <a:pt x="735" y="397"/>
                    </a:cubicBezTo>
                    <a:cubicBezTo>
                      <a:pt x="768" y="397"/>
                      <a:pt x="786" y="388"/>
                      <a:pt x="786" y="388"/>
                    </a:cubicBezTo>
                    <a:cubicBezTo>
                      <a:pt x="807" y="388"/>
                      <a:pt x="828" y="367"/>
                      <a:pt x="828" y="340"/>
                    </a:cubicBezTo>
                    <a:cubicBezTo>
                      <a:pt x="828" y="310"/>
                      <a:pt x="806" y="290"/>
                      <a:pt x="785" y="290"/>
                    </a:cubicBezTo>
                    <a:cubicBezTo>
                      <a:pt x="778" y="290"/>
                      <a:pt x="771" y="293"/>
                      <a:pt x="765" y="299"/>
                    </a:cubicBezTo>
                    <a:lnTo>
                      <a:pt x="676" y="299"/>
                    </a:lnTo>
                    <a:cubicBezTo>
                      <a:pt x="634" y="278"/>
                      <a:pt x="545" y="278"/>
                      <a:pt x="435" y="236"/>
                    </a:cubicBezTo>
                    <a:cubicBezTo>
                      <a:pt x="221" y="189"/>
                      <a:pt x="90" y="16"/>
                      <a:pt x="90" y="16"/>
                    </a:cubicBezTo>
                    <a:cubicBezTo>
                      <a:pt x="77" y="5"/>
                      <a:pt x="65" y="0"/>
                      <a:pt x="54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6" name="Google Shape;906;p6"/>
              <p:cNvSpPr/>
              <p:nvPr/>
            </p:nvSpPr>
            <p:spPr>
              <a:xfrm>
                <a:off x="2521913" y="918216"/>
                <a:ext cx="85577" cy="38400"/>
              </a:xfrm>
              <a:custGeom>
                <a:rect b="b" l="l" r="r" t="t"/>
                <a:pathLst>
                  <a:path extrusionOk="0" h="245" w="546">
                    <a:moveTo>
                      <a:pt x="353" y="0"/>
                    </a:moveTo>
                    <a:cubicBezTo>
                      <a:pt x="337" y="0"/>
                      <a:pt x="321" y="1"/>
                      <a:pt x="304" y="4"/>
                    </a:cubicBezTo>
                    <a:cubicBezTo>
                      <a:pt x="152" y="25"/>
                      <a:pt x="1" y="114"/>
                      <a:pt x="1" y="114"/>
                    </a:cubicBezTo>
                    <a:lnTo>
                      <a:pt x="21" y="245"/>
                    </a:lnTo>
                    <a:cubicBezTo>
                      <a:pt x="21" y="245"/>
                      <a:pt x="241" y="114"/>
                      <a:pt x="346" y="114"/>
                    </a:cubicBezTo>
                    <a:cubicBezTo>
                      <a:pt x="360" y="110"/>
                      <a:pt x="374" y="109"/>
                      <a:pt x="387" y="109"/>
                    </a:cubicBezTo>
                    <a:cubicBezTo>
                      <a:pt x="477" y="109"/>
                      <a:pt x="545" y="176"/>
                      <a:pt x="545" y="176"/>
                    </a:cubicBezTo>
                    <a:lnTo>
                      <a:pt x="545" y="66"/>
                    </a:lnTo>
                    <a:cubicBezTo>
                      <a:pt x="545" y="66"/>
                      <a:pt x="475" y="0"/>
                      <a:pt x="353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7" name="Google Shape;907;p6"/>
              <p:cNvSpPr/>
              <p:nvPr/>
            </p:nvSpPr>
            <p:spPr>
              <a:xfrm>
                <a:off x="2329913" y="831072"/>
                <a:ext cx="127269" cy="62381"/>
              </a:xfrm>
              <a:custGeom>
                <a:rect b="b" l="l" r="r" t="t"/>
                <a:pathLst>
                  <a:path extrusionOk="0" h="398" w="812">
                    <a:moveTo>
                      <a:pt x="518" y="0"/>
                    </a:moveTo>
                    <a:cubicBezTo>
                      <a:pt x="376" y="0"/>
                      <a:pt x="209" y="23"/>
                      <a:pt x="157" y="36"/>
                    </a:cubicBezTo>
                    <a:cubicBezTo>
                      <a:pt x="68" y="36"/>
                      <a:pt x="0" y="57"/>
                      <a:pt x="26" y="120"/>
                    </a:cubicBezTo>
                    <a:cubicBezTo>
                      <a:pt x="47" y="251"/>
                      <a:pt x="26" y="361"/>
                      <a:pt x="89" y="382"/>
                    </a:cubicBezTo>
                    <a:cubicBezTo>
                      <a:pt x="148" y="382"/>
                      <a:pt x="275" y="372"/>
                      <a:pt x="404" y="372"/>
                    </a:cubicBezTo>
                    <a:cubicBezTo>
                      <a:pt x="469" y="372"/>
                      <a:pt x="534" y="375"/>
                      <a:pt x="592" y="382"/>
                    </a:cubicBezTo>
                    <a:cubicBezTo>
                      <a:pt x="627" y="393"/>
                      <a:pt x="658" y="397"/>
                      <a:pt x="685" y="397"/>
                    </a:cubicBezTo>
                    <a:cubicBezTo>
                      <a:pt x="772" y="397"/>
                      <a:pt x="812" y="346"/>
                      <a:pt x="812" y="298"/>
                    </a:cubicBezTo>
                    <a:cubicBezTo>
                      <a:pt x="812" y="230"/>
                      <a:pt x="812" y="78"/>
                      <a:pt x="723" y="36"/>
                    </a:cubicBezTo>
                    <a:cubicBezTo>
                      <a:pt x="688" y="10"/>
                      <a:pt x="608" y="0"/>
                      <a:pt x="518" y="0"/>
                    </a:cubicBezTo>
                    <a:close/>
                  </a:path>
                </a:pathLst>
              </a:custGeom>
              <a:solidFill>
                <a:srgbClr val="356B9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" name="Google Shape;908;p6"/>
              <p:cNvSpPr/>
              <p:nvPr/>
            </p:nvSpPr>
            <p:spPr>
              <a:xfrm>
                <a:off x="2323330" y="822608"/>
                <a:ext cx="140435" cy="78994"/>
              </a:xfrm>
              <a:custGeom>
                <a:rect b="b" l="l" r="r" t="t"/>
                <a:pathLst>
                  <a:path extrusionOk="0" h="504" w="896">
                    <a:moveTo>
                      <a:pt x="655" y="111"/>
                    </a:moveTo>
                    <a:cubicBezTo>
                      <a:pt x="697" y="111"/>
                      <a:pt x="744" y="132"/>
                      <a:pt x="744" y="132"/>
                    </a:cubicBezTo>
                    <a:cubicBezTo>
                      <a:pt x="765" y="153"/>
                      <a:pt x="786" y="174"/>
                      <a:pt x="786" y="221"/>
                    </a:cubicBezTo>
                    <a:cubicBezTo>
                      <a:pt x="807" y="284"/>
                      <a:pt x="807" y="331"/>
                      <a:pt x="807" y="352"/>
                    </a:cubicBezTo>
                    <a:cubicBezTo>
                      <a:pt x="786" y="373"/>
                      <a:pt x="786" y="373"/>
                      <a:pt x="786" y="394"/>
                    </a:cubicBezTo>
                    <a:cubicBezTo>
                      <a:pt x="772" y="394"/>
                      <a:pt x="748" y="403"/>
                      <a:pt x="708" y="403"/>
                    </a:cubicBezTo>
                    <a:cubicBezTo>
                      <a:pt x="688" y="403"/>
                      <a:pt x="664" y="401"/>
                      <a:pt x="634" y="394"/>
                    </a:cubicBezTo>
                    <a:cubicBezTo>
                      <a:pt x="545" y="373"/>
                      <a:pt x="435" y="373"/>
                      <a:pt x="351" y="373"/>
                    </a:cubicBezTo>
                    <a:lnTo>
                      <a:pt x="131" y="373"/>
                    </a:lnTo>
                    <a:lnTo>
                      <a:pt x="131" y="352"/>
                    </a:lnTo>
                    <a:cubicBezTo>
                      <a:pt x="131" y="305"/>
                      <a:pt x="131" y="242"/>
                      <a:pt x="110" y="174"/>
                    </a:cubicBezTo>
                    <a:lnTo>
                      <a:pt x="110" y="153"/>
                    </a:lnTo>
                    <a:cubicBezTo>
                      <a:pt x="110" y="153"/>
                      <a:pt x="152" y="132"/>
                      <a:pt x="199" y="132"/>
                    </a:cubicBezTo>
                    <a:cubicBezTo>
                      <a:pt x="241" y="132"/>
                      <a:pt x="351" y="111"/>
                      <a:pt x="482" y="111"/>
                    </a:cubicBezTo>
                    <a:close/>
                    <a:moveTo>
                      <a:pt x="482" y="1"/>
                    </a:moveTo>
                    <a:cubicBezTo>
                      <a:pt x="351" y="1"/>
                      <a:pt x="220" y="22"/>
                      <a:pt x="173" y="22"/>
                    </a:cubicBezTo>
                    <a:cubicBezTo>
                      <a:pt x="131" y="43"/>
                      <a:pt x="110" y="43"/>
                      <a:pt x="68" y="69"/>
                    </a:cubicBezTo>
                    <a:cubicBezTo>
                      <a:pt x="42" y="69"/>
                      <a:pt x="21" y="90"/>
                      <a:pt x="21" y="111"/>
                    </a:cubicBezTo>
                    <a:cubicBezTo>
                      <a:pt x="0" y="132"/>
                      <a:pt x="0" y="153"/>
                      <a:pt x="0" y="174"/>
                    </a:cubicBezTo>
                    <a:cubicBezTo>
                      <a:pt x="21" y="242"/>
                      <a:pt x="21" y="305"/>
                      <a:pt x="21" y="352"/>
                    </a:cubicBezTo>
                    <a:cubicBezTo>
                      <a:pt x="21" y="394"/>
                      <a:pt x="42" y="415"/>
                      <a:pt x="42" y="436"/>
                    </a:cubicBezTo>
                    <a:cubicBezTo>
                      <a:pt x="68" y="462"/>
                      <a:pt x="89" y="483"/>
                      <a:pt x="131" y="483"/>
                    </a:cubicBezTo>
                    <a:lnTo>
                      <a:pt x="351" y="483"/>
                    </a:lnTo>
                    <a:cubicBezTo>
                      <a:pt x="435" y="483"/>
                      <a:pt x="545" y="483"/>
                      <a:pt x="613" y="504"/>
                    </a:cubicBezTo>
                    <a:cubicBezTo>
                      <a:pt x="697" y="504"/>
                      <a:pt x="765" y="504"/>
                      <a:pt x="828" y="483"/>
                    </a:cubicBezTo>
                    <a:cubicBezTo>
                      <a:pt x="875" y="462"/>
                      <a:pt x="896" y="415"/>
                      <a:pt x="896" y="373"/>
                    </a:cubicBezTo>
                    <a:lnTo>
                      <a:pt x="896" y="221"/>
                    </a:lnTo>
                    <a:cubicBezTo>
                      <a:pt x="875" y="153"/>
                      <a:pt x="854" y="90"/>
                      <a:pt x="807" y="43"/>
                    </a:cubicBezTo>
                    <a:cubicBezTo>
                      <a:pt x="765" y="22"/>
                      <a:pt x="723" y="1"/>
                      <a:pt x="655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9" name="Google Shape;909;p6"/>
              <p:cNvSpPr/>
              <p:nvPr/>
            </p:nvSpPr>
            <p:spPr>
              <a:xfrm>
                <a:off x="2617208" y="837811"/>
                <a:ext cx="113319" cy="61283"/>
              </a:xfrm>
              <a:custGeom>
                <a:rect b="b" l="l" r="r" t="t"/>
                <a:pathLst>
                  <a:path extrusionOk="0" h="391" w="723">
                    <a:moveTo>
                      <a:pt x="379" y="1"/>
                    </a:moveTo>
                    <a:cubicBezTo>
                      <a:pt x="213" y="1"/>
                      <a:pt x="21" y="58"/>
                      <a:pt x="0" y="145"/>
                    </a:cubicBezTo>
                    <a:cubicBezTo>
                      <a:pt x="26" y="276"/>
                      <a:pt x="47" y="386"/>
                      <a:pt x="178" y="386"/>
                    </a:cubicBezTo>
                    <a:cubicBezTo>
                      <a:pt x="255" y="373"/>
                      <a:pt x="346" y="359"/>
                      <a:pt x="427" y="359"/>
                    </a:cubicBezTo>
                    <a:cubicBezTo>
                      <a:pt x="483" y="359"/>
                      <a:pt x="534" y="366"/>
                      <a:pt x="571" y="386"/>
                    </a:cubicBezTo>
                    <a:cubicBezTo>
                      <a:pt x="585" y="389"/>
                      <a:pt x="597" y="391"/>
                      <a:pt x="608" y="391"/>
                    </a:cubicBezTo>
                    <a:cubicBezTo>
                      <a:pt x="663" y="391"/>
                      <a:pt x="684" y="347"/>
                      <a:pt x="702" y="255"/>
                    </a:cubicBezTo>
                    <a:cubicBezTo>
                      <a:pt x="723" y="124"/>
                      <a:pt x="681" y="56"/>
                      <a:pt x="503" y="14"/>
                    </a:cubicBezTo>
                    <a:cubicBezTo>
                      <a:pt x="466" y="5"/>
                      <a:pt x="423" y="1"/>
                      <a:pt x="379" y="1"/>
                    </a:cubicBezTo>
                    <a:close/>
                  </a:path>
                </a:pathLst>
              </a:custGeom>
              <a:solidFill>
                <a:srgbClr val="356B9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0" name="Google Shape;910;p6"/>
              <p:cNvSpPr/>
              <p:nvPr/>
            </p:nvSpPr>
            <p:spPr>
              <a:xfrm>
                <a:off x="2610625" y="827153"/>
                <a:ext cx="126485" cy="77741"/>
              </a:xfrm>
              <a:custGeom>
                <a:rect b="b" l="l" r="r" t="t"/>
                <a:pathLst>
                  <a:path extrusionOk="0" h="496" w="807">
                    <a:moveTo>
                      <a:pt x="400" y="108"/>
                    </a:moveTo>
                    <a:cubicBezTo>
                      <a:pt x="449" y="108"/>
                      <a:pt x="492" y="113"/>
                      <a:pt x="524" y="124"/>
                    </a:cubicBezTo>
                    <a:cubicBezTo>
                      <a:pt x="613" y="145"/>
                      <a:pt x="655" y="171"/>
                      <a:pt x="676" y="192"/>
                    </a:cubicBezTo>
                    <a:cubicBezTo>
                      <a:pt x="697" y="234"/>
                      <a:pt x="697" y="255"/>
                      <a:pt x="697" y="302"/>
                    </a:cubicBezTo>
                    <a:cubicBezTo>
                      <a:pt x="697" y="365"/>
                      <a:pt x="676" y="386"/>
                      <a:pt x="676" y="386"/>
                    </a:cubicBezTo>
                    <a:lnTo>
                      <a:pt x="634" y="386"/>
                    </a:lnTo>
                    <a:cubicBezTo>
                      <a:pt x="597" y="379"/>
                      <a:pt x="551" y="376"/>
                      <a:pt x="501" y="376"/>
                    </a:cubicBezTo>
                    <a:cubicBezTo>
                      <a:pt x="402" y="376"/>
                      <a:pt x="286" y="386"/>
                      <a:pt x="199" y="386"/>
                    </a:cubicBezTo>
                    <a:lnTo>
                      <a:pt x="152" y="386"/>
                    </a:lnTo>
                    <a:cubicBezTo>
                      <a:pt x="152" y="386"/>
                      <a:pt x="152" y="365"/>
                      <a:pt x="131" y="365"/>
                    </a:cubicBezTo>
                    <a:cubicBezTo>
                      <a:pt x="131" y="323"/>
                      <a:pt x="110" y="276"/>
                      <a:pt x="110" y="213"/>
                    </a:cubicBezTo>
                    <a:cubicBezTo>
                      <a:pt x="110" y="213"/>
                      <a:pt x="110" y="192"/>
                      <a:pt x="131" y="171"/>
                    </a:cubicBezTo>
                    <a:cubicBezTo>
                      <a:pt x="173" y="171"/>
                      <a:pt x="199" y="145"/>
                      <a:pt x="241" y="124"/>
                    </a:cubicBezTo>
                    <a:cubicBezTo>
                      <a:pt x="296" y="113"/>
                      <a:pt x="351" y="108"/>
                      <a:pt x="400" y="108"/>
                    </a:cubicBezTo>
                    <a:close/>
                    <a:moveTo>
                      <a:pt x="426" y="0"/>
                    </a:moveTo>
                    <a:cubicBezTo>
                      <a:pt x="360" y="0"/>
                      <a:pt x="286" y="12"/>
                      <a:pt x="220" y="40"/>
                    </a:cubicBezTo>
                    <a:cubicBezTo>
                      <a:pt x="173" y="40"/>
                      <a:pt x="131" y="61"/>
                      <a:pt x="89" y="82"/>
                    </a:cubicBezTo>
                    <a:cubicBezTo>
                      <a:pt x="42" y="124"/>
                      <a:pt x="0" y="145"/>
                      <a:pt x="0" y="192"/>
                    </a:cubicBezTo>
                    <a:lnTo>
                      <a:pt x="0" y="213"/>
                    </a:lnTo>
                    <a:cubicBezTo>
                      <a:pt x="0" y="276"/>
                      <a:pt x="21" y="344"/>
                      <a:pt x="42" y="407"/>
                    </a:cubicBezTo>
                    <a:cubicBezTo>
                      <a:pt x="68" y="433"/>
                      <a:pt x="68" y="454"/>
                      <a:pt x="110" y="475"/>
                    </a:cubicBezTo>
                    <a:cubicBezTo>
                      <a:pt x="131" y="496"/>
                      <a:pt x="173" y="496"/>
                      <a:pt x="220" y="496"/>
                    </a:cubicBezTo>
                    <a:cubicBezTo>
                      <a:pt x="286" y="485"/>
                      <a:pt x="361" y="480"/>
                      <a:pt x="430" y="480"/>
                    </a:cubicBezTo>
                    <a:cubicBezTo>
                      <a:pt x="498" y="480"/>
                      <a:pt x="558" y="485"/>
                      <a:pt x="592" y="496"/>
                    </a:cubicBezTo>
                    <a:lnTo>
                      <a:pt x="676" y="496"/>
                    </a:lnTo>
                    <a:cubicBezTo>
                      <a:pt x="697" y="496"/>
                      <a:pt x="723" y="496"/>
                      <a:pt x="744" y="475"/>
                    </a:cubicBezTo>
                    <a:cubicBezTo>
                      <a:pt x="786" y="433"/>
                      <a:pt x="786" y="386"/>
                      <a:pt x="807" y="323"/>
                    </a:cubicBezTo>
                    <a:cubicBezTo>
                      <a:pt x="807" y="255"/>
                      <a:pt x="807" y="192"/>
                      <a:pt x="765" y="124"/>
                    </a:cubicBezTo>
                    <a:cubicBezTo>
                      <a:pt x="723" y="82"/>
                      <a:pt x="655" y="40"/>
                      <a:pt x="545" y="14"/>
                    </a:cubicBezTo>
                    <a:cubicBezTo>
                      <a:pt x="511" y="5"/>
                      <a:pt x="470" y="0"/>
                      <a:pt x="426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1" name="Google Shape;911;p6"/>
              <p:cNvSpPr/>
              <p:nvPr/>
            </p:nvSpPr>
            <p:spPr>
              <a:xfrm>
                <a:off x="2039327" y="440646"/>
                <a:ext cx="520517" cy="416602"/>
              </a:xfrm>
              <a:custGeom>
                <a:rect b="b" l="l" r="r" t="t"/>
                <a:pathLst>
                  <a:path extrusionOk="0" h="2658" w="3321">
                    <a:moveTo>
                      <a:pt x="2156" y="0"/>
                    </a:moveTo>
                    <a:cubicBezTo>
                      <a:pt x="1645" y="0"/>
                      <a:pt x="1010" y="148"/>
                      <a:pt x="571" y="736"/>
                    </a:cubicBezTo>
                    <a:cubicBezTo>
                      <a:pt x="0" y="1521"/>
                      <a:pt x="89" y="2658"/>
                      <a:pt x="89" y="2658"/>
                    </a:cubicBezTo>
                    <a:lnTo>
                      <a:pt x="723" y="2658"/>
                    </a:lnTo>
                    <a:cubicBezTo>
                      <a:pt x="723" y="2658"/>
                      <a:pt x="854" y="2066"/>
                      <a:pt x="854" y="2003"/>
                    </a:cubicBezTo>
                    <a:cubicBezTo>
                      <a:pt x="854" y="1935"/>
                      <a:pt x="1027" y="1218"/>
                      <a:pt x="1158" y="1040"/>
                    </a:cubicBezTo>
                    <a:cubicBezTo>
                      <a:pt x="1268" y="867"/>
                      <a:pt x="1749" y="474"/>
                      <a:pt x="1964" y="385"/>
                    </a:cubicBezTo>
                    <a:cubicBezTo>
                      <a:pt x="2109" y="347"/>
                      <a:pt x="2402" y="340"/>
                      <a:pt x="2614" y="340"/>
                    </a:cubicBezTo>
                    <a:cubicBezTo>
                      <a:pt x="2755" y="340"/>
                      <a:pt x="2860" y="343"/>
                      <a:pt x="2860" y="343"/>
                    </a:cubicBezTo>
                    <a:lnTo>
                      <a:pt x="3320" y="343"/>
                    </a:lnTo>
                    <a:cubicBezTo>
                      <a:pt x="3320" y="343"/>
                      <a:pt x="3163" y="149"/>
                      <a:pt x="2619" y="39"/>
                    </a:cubicBezTo>
                    <a:cubicBezTo>
                      <a:pt x="2487" y="17"/>
                      <a:pt x="2329" y="0"/>
                      <a:pt x="215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" name="Google Shape;912;p6"/>
              <p:cNvSpPr/>
              <p:nvPr/>
            </p:nvSpPr>
            <p:spPr>
              <a:xfrm>
                <a:off x="2029453" y="433750"/>
                <a:ext cx="536974" cy="430081"/>
              </a:xfrm>
              <a:custGeom>
                <a:rect b="b" l="l" r="r" t="t"/>
                <a:pathLst>
                  <a:path extrusionOk="0" h="2744" w="3426">
                    <a:moveTo>
                      <a:pt x="2174" y="107"/>
                    </a:moveTo>
                    <a:cubicBezTo>
                      <a:pt x="2361" y="107"/>
                      <a:pt x="2538" y="123"/>
                      <a:pt x="2682" y="146"/>
                    </a:cubicBezTo>
                    <a:cubicBezTo>
                      <a:pt x="2944" y="193"/>
                      <a:pt x="3095" y="256"/>
                      <a:pt x="3205" y="324"/>
                    </a:cubicBezTo>
                    <a:lnTo>
                      <a:pt x="3226" y="345"/>
                    </a:lnTo>
                    <a:lnTo>
                      <a:pt x="2923" y="324"/>
                    </a:lnTo>
                    <a:cubicBezTo>
                      <a:pt x="2923" y="324"/>
                      <a:pt x="2771" y="324"/>
                      <a:pt x="2572" y="345"/>
                    </a:cubicBezTo>
                    <a:cubicBezTo>
                      <a:pt x="2378" y="345"/>
                      <a:pt x="2158" y="345"/>
                      <a:pt x="2027" y="387"/>
                    </a:cubicBezTo>
                    <a:cubicBezTo>
                      <a:pt x="1896" y="429"/>
                      <a:pt x="1723" y="539"/>
                      <a:pt x="1551" y="691"/>
                    </a:cubicBezTo>
                    <a:cubicBezTo>
                      <a:pt x="1393" y="822"/>
                      <a:pt x="1242" y="953"/>
                      <a:pt x="1179" y="1063"/>
                    </a:cubicBezTo>
                    <a:cubicBezTo>
                      <a:pt x="1111" y="1173"/>
                      <a:pt x="1027" y="1393"/>
                      <a:pt x="959" y="1586"/>
                    </a:cubicBezTo>
                    <a:cubicBezTo>
                      <a:pt x="938" y="1696"/>
                      <a:pt x="917" y="1806"/>
                      <a:pt x="896" y="1895"/>
                    </a:cubicBezTo>
                    <a:cubicBezTo>
                      <a:pt x="870" y="1916"/>
                      <a:pt x="870" y="1958"/>
                      <a:pt x="870" y="1979"/>
                    </a:cubicBezTo>
                    <a:cubicBezTo>
                      <a:pt x="870" y="2000"/>
                      <a:pt x="849" y="2026"/>
                      <a:pt x="849" y="2047"/>
                    </a:cubicBezTo>
                    <a:lnTo>
                      <a:pt x="849" y="2089"/>
                    </a:lnTo>
                    <a:lnTo>
                      <a:pt x="849" y="2157"/>
                    </a:lnTo>
                    <a:cubicBezTo>
                      <a:pt x="828" y="2220"/>
                      <a:pt x="807" y="2309"/>
                      <a:pt x="807" y="2393"/>
                    </a:cubicBezTo>
                    <a:cubicBezTo>
                      <a:pt x="786" y="2524"/>
                      <a:pt x="765" y="2613"/>
                      <a:pt x="739" y="2655"/>
                    </a:cubicBezTo>
                    <a:lnTo>
                      <a:pt x="215" y="2655"/>
                    </a:lnTo>
                    <a:cubicBezTo>
                      <a:pt x="215" y="2571"/>
                      <a:pt x="152" y="1565"/>
                      <a:pt x="676" y="822"/>
                    </a:cubicBezTo>
                    <a:cubicBezTo>
                      <a:pt x="959" y="429"/>
                      <a:pt x="1331" y="235"/>
                      <a:pt x="1702" y="146"/>
                    </a:cubicBezTo>
                    <a:cubicBezTo>
                      <a:pt x="1858" y="118"/>
                      <a:pt x="2020" y="107"/>
                      <a:pt x="2174" y="107"/>
                    </a:cubicBezTo>
                    <a:close/>
                    <a:moveTo>
                      <a:pt x="2231" y="0"/>
                    </a:moveTo>
                    <a:cubicBezTo>
                      <a:pt x="2050" y="0"/>
                      <a:pt x="1856" y="17"/>
                      <a:pt x="1655" y="62"/>
                    </a:cubicBezTo>
                    <a:cubicBezTo>
                      <a:pt x="1289" y="146"/>
                      <a:pt x="896" y="345"/>
                      <a:pt x="608" y="759"/>
                    </a:cubicBezTo>
                    <a:cubicBezTo>
                      <a:pt x="0" y="1565"/>
                      <a:pt x="110" y="2702"/>
                      <a:pt x="110" y="2702"/>
                    </a:cubicBezTo>
                    <a:lnTo>
                      <a:pt x="152" y="2744"/>
                    </a:lnTo>
                    <a:lnTo>
                      <a:pt x="786" y="2744"/>
                    </a:lnTo>
                    <a:lnTo>
                      <a:pt x="849" y="2702"/>
                    </a:lnTo>
                    <a:cubicBezTo>
                      <a:pt x="849" y="2702"/>
                      <a:pt x="870" y="2571"/>
                      <a:pt x="917" y="2393"/>
                    </a:cubicBezTo>
                    <a:cubicBezTo>
                      <a:pt x="917" y="2330"/>
                      <a:pt x="938" y="2241"/>
                      <a:pt x="938" y="2178"/>
                    </a:cubicBezTo>
                    <a:cubicBezTo>
                      <a:pt x="959" y="2157"/>
                      <a:pt x="959" y="2110"/>
                      <a:pt x="959" y="2089"/>
                    </a:cubicBezTo>
                    <a:lnTo>
                      <a:pt x="959" y="2047"/>
                    </a:lnTo>
                    <a:cubicBezTo>
                      <a:pt x="959" y="2047"/>
                      <a:pt x="959" y="2026"/>
                      <a:pt x="980" y="2000"/>
                    </a:cubicBezTo>
                    <a:cubicBezTo>
                      <a:pt x="980" y="1979"/>
                      <a:pt x="980" y="1958"/>
                      <a:pt x="1001" y="1916"/>
                    </a:cubicBezTo>
                    <a:cubicBezTo>
                      <a:pt x="1001" y="1827"/>
                      <a:pt x="1048" y="1738"/>
                      <a:pt x="1069" y="1634"/>
                    </a:cubicBezTo>
                    <a:cubicBezTo>
                      <a:pt x="1132" y="1414"/>
                      <a:pt x="1221" y="1194"/>
                      <a:pt x="1262" y="1110"/>
                    </a:cubicBezTo>
                    <a:cubicBezTo>
                      <a:pt x="1310" y="1042"/>
                      <a:pt x="1461" y="890"/>
                      <a:pt x="1613" y="759"/>
                    </a:cubicBezTo>
                    <a:cubicBezTo>
                      <a:pt x="1786" y="628"/>
                      <a:pt x="1964" y="518"/>
                      <a:pt x="2048" y="497"/>
                    </a:cubicBezTo>
                    <a:cubicBezTo>
                      <a:pt x="2158" y="455"/>
                      <a:pt x="2378" y="455"/>
                      <a:pt x="2572" y="429"/>
                    </a:cubicBezTo>
                    <a:lnTo>
                      <a:pt x="2923" y="429"/>
                    </a:lnTo>
                    <a:lnTo>
                      <a:pt x="3383" y="455"/>
                    </a:lnTo>
                    <a:lnTo>
                      <a:pt x="3425" y="366"/>
                    </a:lnTo>
                    <a:cubicBezTo>
                      <a:pt x="3425" y="366"/>
                      <a:pt x="3357" y="298"/>
                      <a:pt x="3252" y="235"/>
                    </a:cubicBezTo>
                    <a:cubicBezTo>
                      <a:pt x="3143" y="167"/>
                      <a:pt x="2964" y="83"/>
                      <a:pt x="2703" y="36"/>
                    </a:cubicBezTo>
                    <a:cubicBezTo>
                      <a:pt x="2564" y="16"/>
                      <a:pt x="2404" y="0"/>
                      <a:pt x="2231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" name="Google Shape;913;p6"/>
              <p:cNvSpPr/>
              <p:nvPr/>
            </p:nvSpPr>
            <p:spPr>
              <a:xfrm>
                <a:off x="2131957" y="473874"/>
                <a:ext cx="448419" cy="383374"/>
              </a:xfrm>
              <a:custGeom>
                <a:rect b="b" l="l" r="r" t="t"/>
                <a:pathLst>
                  <a:path extrusionOk="0" h="2446" w="2861">
                    <a:moveTo>
                      <a:pt x="1876" y="0"/>
                    </a:moveTo>
                    <a:cubicBezTo>
                      <a:pt x="1504" y="0"/>
                      <a:pt x="1069" y="89"/>
                      <a:pt x="718" y="414"/>
                    </a:cubicBezTo>
                    <a:cubicBezTo>
                      <a:pt x="1" y="1137"/>
                      <a:pt x="132" y="2446"/>
                      <a:pt x="132" y="2446"/>
                    </a:cubicBezTo>
                    <a:lnTo>
                      <a:pt x="347" y="2247"/>
                    </a:lnTo>
                    <a:cubicBezTo>
                      <a:pt x="347" y="2247"/>
                      <a:pt x="263" y="1179"/>
                      <a:pt x="870" y="566"/>
                    </a:cubicBezTo>
                    <a:cubicBezTo>
                      <a:pt x="1171" y="278"/>
                      <a:pt x="1582" y="204"/>
                      <a:pt x="1922" y="204"/>
                    </a:cubicBezTo>
                    <a:cubicBezTo>
                      <a:pt x="2275" y="204"/>
                      <a:pt x="2551" y="283"/>
                      <a:pt x="2551" y="283"/>
                    </a:cubicBezTo>
                    <a:cubicBezTo>
                      <a:pt x="2551" y="283"/>
                      <a:pt x="2564" y="312"/>
                      <a:pt x="2622" y="312"/>
                    </a:cubicBezTo>
                    <a:cubicBezTo>
                      <a:pt x="2639" y="312"/>
                      <a:pt x="2658" y="310"/>
                      <a:pt x="2682" y="304"/>
                    </a:cubicBezTo>
                    <a:cubicBezTo>
                      <a:pt x="2792" y="283"/>
                      <a:pt x="2860" y="241"/>
                      <a:pt x="2860" y="241"/>
                    </a:cubicBezTo>
                    <a:cubicBezTo>
                      <a:pt x="2860" y="241"/>
                      <a:pt x="2860" y="199"/>
                      <a:pt x="2729" y="131"/>
                    </a:cubicBezTo>
                    <a:lnTo>
                      <a:pt x="2703" y="131"/>
                    </a:lnTo>
                    <a:cubicBezTo>
                      <a:pt x="2640" y="110"/>
                      <a:pt x="2290" y="0"/>
                      <a:pt x="18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4" name="Google Shape;914;p6"/>
              <p:cNvSpPr/>
              <p:nvPr/>
            </p:nvSpPr>
            <p:spPr>
              <a:xfrm>
                <a:off x="2121299" y="470591"/>
                <a:ext cx="465660" cy="396540"/>
              </a:xfrm>
              <a:custGeom>
                <a:rect b="b" l="l" r="r" t="t"/>
                <a:pathLst>
                  <a:path extrusionOk="0" h="2530" w="2971">
                    <a:moveTo>
                      <a:pt x="1944" y="110"/>
                    </a:moveTo>
                    <a:cubicBezTo>
                      <a:pt x="2358" y="110"/>
                      <a:pt x="2687" y="194"/>
                      <a:pt x="2750" y="215"/>
                    </a:cubicBezTo>
                    <a:lnTo>
                      <a:pt x="2771" y="215"/>
                    </a:lnTo>
                    <a:lnTo>
                      <a:pt x="2771" y="241"/>
                    </a:lnTo>
                    <a:cubicBezTo>
                      <a:pt x="2818" y="241"/>
                      <a:pt x="2818" y="262"/>
                      <a:pt x="2818" y="262"/>
                    </a:cubicBezTo>
                    <a:cubicBezTo>
                      <a:pt x="2797" y="283"/>
                      <a:pt x="2797" y="283"/>
                      <a:pt x="2729" y="304"/>
                    </a:cubicBezTo>
                    <a:lnTo>
                      <a:pt x="2666" y="304"/>
                    </a:lnTo>
                    <a:lnTo>
                      <a:pt x="2687" y="325"/>
                    </a:lnTo>
                    <a:lnTo>
                      <a:pt x="2687" y="325"/>
                    </a:lnTo>
                    <a:lnTo>
                      <a:pt x="2640" y="283"/>
                    </a:lnTo>
                    <a:cubicBezTo>
                      <a:pt x="2640" y="283"/>
                      <a:pt x="2357" y="197"/>
                      <a:pt x="1992" y="197"/>
                    </a:cubicBezTo>
                    <a:cubicBezTo>
                      <a:pt x="1642" y="197"/>
                      <a:pt x="1217" y="276"/>
                      <a:pt x="896" y="587"/>
                    </a:cubicBezTo>
                    <a:cubicBezTo>
                      <a:pt x="284" y="1179"/>
                      <a:pt x="352" y="2226"/>
                      <a:pt x="352" y="2268"/>
                    </a:cubicBezTo>
                    <a:lnTo>
                      <a:pt x="263" y="2357"/>
                    </a:lnTo>
                    <a:cubicBezTo>
                      <a:pt x="242" y="2179"/>
                      <a:pt x="200" y="1132"/>
                      <a:pt x="834" y="503"/>
                    </a:cubicBezTo>
                    <a:cubicBezTo>
                      <a:pt x="1158" y="194"/>
                      <a:pt x="1572" y="110"/>
                      <a:pt x="1944" y="110"/>
                    </a:cubicBezTo>
                    <a:close/>
                    <a:moveTo>
                      <a:pt x="1944" y="0"/>
                    </a:moveTo>
                    <a:cubicBezTo>
                      <a:pt x="1551" y="0"/>
                      <a:pt x="1095" y="84"/>
                      <a:pt x="766" y="414"/>
                    </a:cubicBezTo>
                    <a:cubicBezTo>
                      <a:pt x="1" y="1158"/>
                      <a:pt x="153" y="2488"/>
                      <a:pt x="153" y="2488"/>
                    </a:cubicBezTo>
                    <a:lnTo>
                      <a:pt x="242" y="2530"/>
                    </a:lnTo>
                    <a:lnTo>
                      <a:pt x="441" y="2336"/>
                    </a:lnTo>
                    <a:lnTo>
                      <a:pt x="462" y="2289"/>
                    </a:lnTo>
                    <a:cubicBezTo>
                      <a:pt x="462" y="2289"/>
                      <a:pt x="394" y="1221"/>
                      <a:pt x="985" y="655"/>
                    </a:cubicBezTo>
                    <a:cubicBezTo>
                      <a:pt x="1262" y="376"/>
                      <a:pt x="1654" y="302"/>
                      <a:pt x="1982" y="302"/>
                    </a:cubicBezTo>
                    <a:cubicBezTo>
                      <a:pt x="2325" y="302"/>
                      <a:pt x="2598" y="382"/>
                      <a:pt x="2598" y="393"/>
                    </a:cubicBezTo>
                    <a:lnTo>
                      <a:pt x="2619" y="393"/>
                    </a:lnTo>
                    <a:cubicBezTo>
                      <a:pt x="2666" y="414"/>
                      <a:pt x="2687" y="414"/>
                      <a:pt x="2750" y="414"/>
                    </a:cubicBezTo>
                    <a:cubicBezTo>
                      <a:pt x="2881" y="393"/>
                      <a:pt x="2949" y="325"/>
                      <a:pt x="2949" y="325"/>
                    </a:cubicBezTo>
                    <a:lnTo>
                      <a:pt x="2970" y="283"/>
                    </a:lnTo>
                    <a:lnTo>
                      <a:pt x="2970" y="262"/>
                    </a:lnTo>
                    <a:cubicBezTo>
                      <a:pt x="2970" y="241"/>
                      <a:pt x="2949" y="241"/>
                      <a:pt x="2949" y="215"/>
                    </a:cubicBezTo>
                    <a:cubicBezTo>
                      <a:pt x="2928" y="194"/>
                      <a:pt x="2881" y="152"/>
                      <a:pt x="2818" y="131"/>
                    </a:cubicBezTo>
                    <a:lnTo>
                      <a:pt x="2797" y="131"/>
                    </a:lnTo>
                    <a:lnTo>
                      <a:pt x="2771" y="173"/>
                    </a:lnTo>
                    <a:lnTo>
                      <a:pt x="2771" y="131"/>
                    </a:lnTo>
                    <a:cubicBezTo>
                      <a:pt x="2687" y="84"/>
                      <a:pt x="2358" y="0"/>
                      <a:pt x="1944" y="0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5" name="Google Shape;915;p6"/>
              <p:cNvSpPr/>
              <p:nvPr/>
            </p:nvSpPr>
            <p:spPr>
              <a:xfrm>
                <a:off x="1971147" y="825899"/>
                <a:ext cx="317859" cy="328517"/>
              </a:xfrm>
              <a:custGeom>
                <a:rect b="b" l="l" r="r" t="t"/>
                <a:pathLst>
                  <a:path extrusionOk="0" h="2096" w="2028">
                    <a:moveTo>
                      <a:pt x="587" y="1"/>
                    </a:moveTo>
                    <a:cubicBezTo>
                      <a:pt x="262" y="1"/>
                      <a:pt x="1" y="263"/>
                      <a:pt x="1" y="593"/>
                    </a:cubicBezTo>
                    <a:lnTo>
                      <a:pt x="1" y="1509"/>
                    </a:lnTo>
                    <a:cubicBezTo>
                      <a:pt x="1" y="1834"/>
                      <a:pt x="262" y="2096"/>
                      <a:pt x="587" y="2096"/>
                    </a:cubicBezTo>
                    <a:lnTo>
                      <a:pt x="1462" y="2096"/>
                    </a:lnTo>
                    <a:cubicBezTo>
                      <a:pt x="1765" y="2096"/>
                      <a:pt x="2027" y="1834"/>
                      <a:pt x="2027" y="1509"/>
                    </a:cubicBezTo>
                    <a:lnTo>
                      <a:pt x="2027" y="593"/>
                    </a:lnTo>
                    <a:cubicBezTo>
                      <a:pt x="2027" y="263"/>
                      <a:pt x="1765" y="1"/>
                      <a:pt x="14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6" name="Google Shape;916;p6"/>
              <p:cNvSpPr/>
              <p:nvPr/>
            </p:nvSpPr>
            <p:spPr>
              <a:xfrm>
                <a:off x="1964565" y="819316"/>
                <a:ext cx="335099" cy="342466"/>
              </a:xfrm>
              <a:custGeom>
                <a:rect b="b" l="l" r="r" t="t"/>
                <a:pathLst>
                  <a:path extrusionOk="0" h="2185" w="2138">
                    <a:moveTo>
                      <a:pt x="1504" y="90"/>
                    </a:moveTo>
                    <a:cubicBezTo>
                      <a:pt x="1786" y="90"/>
                      <a:pt x="2027" y="326"/>
                      <a:pt x="2027" y="635"/>
                    </a:cubicBezTo>
                    <a:lnTo>
                      <a:pt x="2027" y="1551"/>
                    </a:lnTo>
                    <a:cubicBezTo>
                      <a:pt x="2027" y="1834"/>
                      <a:pt x="1786" y="2075"/>
                      <a:pt x="1504" y="2075"/>
                    </a:cubicBezTo>
                    <a:lnTo>
                      <a:pt x="629" y="2075"/>
                    </a:lnTo>
                    <a:cubicBezTo>
                      <a:pt x="325" y="2075"/>
                      <a:pt x="105" y="1834"/>
                      <a:pt x="105" y="1551"/>
                    </a:cubicBezTo>
                    <a:lnTo>
                      <a:pt x="105" y="635"/>
                    </a:lnTo>
                    <a:cubicBezTo>
                      <a:pt x="105" y="326"/>
                      <a:pt x="325" y="90"/>
                      <a:pt x="629" y="90"/>
                    </a:cubicBezTo>
                    <a:close/>
                    <a:moveTo>
                      <a:pt x="629" y="1"/>
                    </a:moveTo>
                    <a:cubicBezTo>
                      <a:pt x="283" y="1"/>
                      <a:pt x="1" y="284"/>
                      <a:pt x="1" y="635"/>
                    </a:cubicBezTo>
                    <a:lnTo>
                      <a:pt x="1" y="1551"/>
                    </a:lnTo>
                    <a:cubicBezTo>
                      <a:pt x="1" y="1897"/>
                      <a:pt x="283" y="2185"/>
                      <a:pt x="629" y="2185"/>
                    </a:cubicBezTo>
                    <a:lnTo>
                      <a:pt x="1504" y="2185"/>
                    </a:lnTo>
                    <a:cubicBezTo>
                      <a:pt x="1855" y="2185"/>
                      <a:pt x="2137" y="1897"/>
                      <a:pt x="2137" y="1551"/>
                    </a:cubicBezTo>
                    <a:lnTo>
                      <a:pt x="2137" y="635"/>
                    </a:lnTo>
                    <a:cubicBezTo>
                      <a:pt x="2137" y="284"/>
                      <a:pt x="1855" y="1"/>
                      <a:pt x="1504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" name="Google Shape;917;p6"/>
              <p:cNvSpPr/>
              <p:nvPr/>
            </p:nvSpPr>
            <p:spPr>
              <a:xfrm>
                <a:off x="1926792" y="825899"/>
                <a:ext cx="317859" cy="328517"/>
              </a:xfrm>
              <a:custGeom>
                <a:rect b="b" l="l" r="r" t="t"/>
                <a:pathLst>
                  <a:path extrusionOk="0" h="2096" w="2028">
                    <a:moveTo>
                      <a:pt x="587" y="1"/>
                    </a:moveTo>
                    <a:cubicBezTo>
                      <a:pt x="263" y="1"/>
                      <a:pt x="1" y="263"/>
                      <a:pt x="1" y="593"/>
                    </a:cubicBezTo>
                    <a:lnTo>
                      <a:pt x="1" y="1509"/>
                    </a:lnTo>
                    <a:cubicBezTo>
                      <a:pt x="1" y="1834"/>
                      <a:pt x="263" y="2096"/>
                      <a:pt x="587" y="2096"/>
                    </a:cubicBezTo>
                    <a:lnTo>
                      <a:pt x="1441" y="2096"/>
                    </a:lnTo>
                    <a:cubicBezTo>
                      <a:pt x="1766" y="2096"/>
                      <a:pt x="2027" y="1834"/>
                      <a:pt x="2027" y="1509"/>
                    </a:cubicBezTo>
                    <a:lnTo>
                      <a:pt x="2027" y="593"/>
                    </a:lnTo>
                    <a:cubicBezTo>
                      <a:pt x="2027" y="263"/>
                      <a:pt x="1766" y="1"/>
                      <a:pt x="1441" y="1"/>
                    </a:cubicBezTo>
                    <a:close/>
                  </a:path>
                </a:pathLst>
              </a:custGeom>
              <a:solidFill>
                <a:srgbClr val="356B9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8" name="Google Shape;918;p6"/>
              <p:cNvSpPr/>
              <p:nvPr/>
            </p:nvSpPr>
            <p:spPr>
              <a:xfrm>
                <a:off x="1916134" y="819316"/>
                <a:ext cx="335883" cy="342466"/>
              </a:xfrm>
              <a:custGeom>
                <a:rect b="b" l="l" r="r" t="t"/>
                <a:pathLst>
                  <a:path extrusionOk="0" h="2185" w="2143">
                    <a:moveTo>
                      <a:pt x="1509" y="90"/>
                    </a:moveTo>
                    <a:cubicBezTo>
                      <a:pt x="1813" y="90"/>
                      <a:pt x="2054" y="326"/>
                      <a:pt x="2054" y="635"/>
                    </a:cubicBezTo>
                    <a:lnTo>
                      <a:pt x="2054" y="1551"/>
                    </a:lnTo>
                    <a:cubicBezTo>
                      <a:pt x="2054" y="1834"/>
                      <a:pt x="1813" y="2075"/>
                      <a:pt x="1509" y="2075"/>
                    </a:cubicBezTo>
                    <a:lnTo>
                      <a:pt x="655" y="2075"/>
                    </a:lnTo>
                    <a:cubicBezTo>
                      <a:pt x="352" y="2075"/>
                      <a:pt x="111" y="1834"/>
                      <a:pt x="111" y="1551"/>
                    </a:cubicBezTo>
                    <a:lnTo>
                      <a:pt x="111" y="635"/>
                    </a:lnTo>
                    <a:cubicBezTo>
                      <a:pt x="111" y="326"/>
                      <a:pt x="352" y="90"/>
                      <a:pt x="655" y="90"/>
                    </a:cubicBezTo>
                    <a:close/>
                    <a:moveTo>
                      <a:pt x="655" y="1"/>
                    </a:moveTo>
                    <a:cubicBezTo>
                      <a:pt x="283" y="1"/>
                      <a:pt x="1" y="284"/>
                      <a:pt x="1" y="635"/>
                    </a:cubicBezTo>
                    <a:lnTo>
                      <a:pt x="1" y="1551"/>
                    </a:lnTo>
                    <a:cubicBezTo>
                      <a:pt x="1" y="1897"/>
                      <a:pt x="283" y="2185"/>
                      <a:pt x="655" y="2185"/>
                    </a:cubicBezTo>
                    <a:lnTo>
                      <a:pt x="1509" y="2185"/>
                    </a:lnTo>
                    <a:cubicBezTo>
                      <a:pt x="1855" y="2185"/>
                      <a:pt x="2143" y="1897"/>
                      <a:pt x="2143" y="1551"/>
                    </a:cubicBezTo>
                    <a:lnTo>
                      <a:pt x="2143" y="635"/>
                    </a:lnTo>
                    <a:cubicBezTo>
                      <a:pt x="2143" y="284"/>
                      <a:pt x="1855" y="1"/>
                      <a:pt x="1509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9" name="Google Shape;919;p6"/>
              <p:cNvSpPr/>
              <p:nvPr/>
            </p:nvSpPr>
            <p:spPr>
              <a:xfrm>
                <a:off x="1895601" y="825899"/>
                <a:ext cx="318642" cy="328517"/>
              </a:xfrm>
              <a:custGeom>
                <a:rect b="b" l="l" r="r" t="t"/>
                <a:pathLst>
                  <a:path extrusionOk="0" h="2096" w="2033">
                    <a:moveTo>
                      <a:pt x="593" y="1"/>
                    </a:moveTo>
                    <a:cubicBezTo>
                      <a:pt x="263" y="1"/>
                      <a:pt x="1" y="263"/>
                      <a:pt x="1" y="593"/>
                    </a:cubicBezTo>
                    <a:lnTo>
                      <a:pt x="1" y="1509"/>
                    </a:lnTo>
                    <a:cubicBezTo>
                      <a:pt x="1" y="1834"/>
                      <a:pt x="263" y="2096"/>
                      <a:pt x="593" y="2096"/>
                    </a:cubicBezTo>
                    <a:lnTo>
                      <a:pt x="1441" y="2096"/>
                    </a:lnTo>
                    <a:cubicBezTo>
                      <a:pt x="1771" y="2096"/>
                      <a:pt x="2033" y="1834"/>
                      <a:pt x="2033" y="1509"/>
                    </a:cubicBezTo>
                    <a:lnTo>
                      <a:pt x="2033" y="593"/>
                    </a:lnTo>
                    <a:cubicBezTo>
                      <a:pt x="2033" y="263"/>
                      <a:pt x="1771" y="1"/>
                      <a:pt x="14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" name="Google Shape;920;p6"/>
              <p:cNvSpPr/>
              <p:nvPr/>
            </p:nvSpPr>
            <p:spPr>
              <a:xfrm>
                <a:off x="1889018" y="819316"/>
                <a:ext cx="335099" cy="342466"/>
              </a:xfrm>
              <a:custGeom>
                <a:rect b="b" l="l" r="r" t="t"/>
                <a:pathLst>
                  <a:path extrusionOk="0" h="2185" w="2138">
                    <a:moveTo>
                      <a:pt x="1483" y="90"/>
                    </a:moveTo>
                    <a:cubicBezTo>
                      <a:pt x="1792" y="90"/>
                      <a:pt x="2028" y="326"/>
                      <a:pt x="2028" y="635"/>
                    </a:cubicBezTo>
                    <a:lnTo>
                      <a:pt x="2028" y="1551"/>
                    </a:lnTo>
                    <a:cubicBezTo>
                      <a:pt x="2028" y="1834"/>
                      <a:pt x="1792" y="2075"/>
                      <a:pt x="1483" y="2075"/>
                    </a:cubicBezTo>
                    <a:lnTo>
                      <a:pt x="635" y="2075"/>
                    </a:lnTo>
                    <a:cubicBezTo>
                      <a:pt x="326" y="2075"/>
                      <a:pt x="90" y="1834"/>
                      <a:pt x="90" y="1551"/>
                    </a:cubicBezTo>
                    <a:lnTo>
                      <a:pt x="90" y="635"/>
                    </a:lnTo>
                    <a:cubicBezTo>
                      <a:pt x="90" y="326"/>
                      <a:pt x="326" y="90"/>
                      <a:pt x="635" y="90"/>
                    </a:cubicBezTo>
                    <a:close/>
                    <a:moveTo>
                      <a:pt x="635" y="1"/>
                    </a:moveTo>
                    <a:cubicBezTo>
                      <a:pt x="284" y="1"/>
                      <a:pt x="1" y="284"/>
                      <a:pt x="1" y="635"/>
                    </a:cubicBezTo>
                    <a:lnTo>
                      <a:pt x="1" y="1551"/>
                    </a:lnTo>
                    <a:cubicBezTo>
                      <a:pt x="1" y="1897"/>
                      <a:pt x="284" y="2185"/>
                      <a:pt x="635" y="2185"/>
                    </a:cubicBezTo>
                    <a:lnTo>
                      <a:pt x="1483" y="2185"/>
                    </a:lnTo>
                    <a:cubicBezTo>
                      <a:pt x="1855" y="2185"/>
                      <a:pt x="2138" y="1897"/>
                      <a:pt x="2138" y="1551"/>
                    </a:cubicBezTo>
                    <a:lnTo>
                      <a:pt x="2138" y="635"/>
                    </a:lnTo>
                    <a:cubicBezTo>
                      <a:pt x="2138" y="284"/>
                      <a:pt x="1855" y="1"/>
                      <a:pt x="1483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1" name="Google Shape;921;p6"/>
              <p:cNvSpPr/>
              <p:nvPr/>
            </p:nvSpPr>
            <p:spPr>
              <a:xfrm>
                <a:off x="1936666" y="870255"/>
                <a:ext cx="236513" cy="239805"/>
              </a:xfrm>
              <a:custGeom>
                <a:rect b="b" l="l" r="r" t="t"/>
                <a:pathLst>
                  <a:path extrusionOk="0" h="1530" w="1509">
                    <a:moveTo>
                      <a:pt x="441" y="1"/>
                    </a:moveTo>
                    <a:cubicBezTo>
                      <a:pt x="200" y="1"/>
                      <a:pt x="1" y="200"/>
                      <a:pt x="1" y="420"/>
                    </a:cubicBezTo>
                    <a:lnTo>
                      <a:pt x="1" y="1095"/>
                    </a:lnTo>
                    <a:cubicBezTo>
                      <a:pt x="1" y="1336"/>
                      <a:pt x="200" y="1530"/>
                      <a:pt x="441" y="1530"/>
                    </a:cubicBezTo>
                    <a:lnTo>
                      <a:pt x="1069" y="1530"/>
                    </a:lnTo>
                    <a:cubicBezTo>
                      <a:pt x="1310" y="1530"/>
                      <a:pt x="1509" y="1336"/>
                      <a:pt x="1509" y="1095"/>
                    </a:cubicBezTo>
                    <a:lnTo>
                      <a:pt x="1509" y="420"/>
                    </a:lnTo>
                    <a:cubicBezTo>
                      <a:pt x="1509" y="200"/>
                      <a:pt x="1310" y="1"/>
                      <a:pt x="106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2" name="Google Shape;922;p6"/>
              <p:cNvSpPr/>
              <p:nvPr/>
            </p:nvSpPr>
            <p:spPr>
              <a:xfrm>
                <a:off x="1930083" y="860381"/>
                <a:ext cx="249679" cy="256262"/>
              </a:xfrm>
              <a:custGeom>
                <a:rect b="b" l="l" r="r" t="t"/>
                <a:pathLst>
                  <a:path extrusionOk="0" h="1635" w="1593">
                    <a:moveTo>
                      <a:pt x="1111" y="111"/>
                    </a:moveTo>
                    <a:cubicBezTo>
                      <a:pt x="1331" y="111"/>
                      <a:pt x="1483" y="284"/>
                      <a:pt x="1483" y="483"/>
                    </a:cubicBezTo>
                    <a:lnTo>
                      <a:pt x="1483" y="1158"/>
                    </a:lnTo>
                    <a:cubicBezTo>
                      <a:pt x="1483" y="1373"/>
                      <a:pt x="1331" y="1551"/>
                      <a:pt x="1111" y="1551"/>
                    </a:cubicBezTo>
                    <a:lnTo>
                      <a:pt x="483" y="1551"/>
                    </a:lnTo>
                    <a:cubicBezTo>
                      <a:pt x="284" y="1551"/>
                      <a:pt x="111" y="1373"/>
                      <a:pt x="111" y="1158"/>
                    </a:cubicBezTo>
                    <a:lnTo>
                      <a:pt x="111" y="483"/>
                    </a:lnTo>
                    <a:cubicBezTo>
                      <a:pt x="111" y="284"/>
                      <a:pt x="284" y="111"/>
                      <a:pt x="483" y="111"/>
                    </a:cubicBezTo>
                    <a:close/>
                    <a:moveTo>
                      <a:pt x="483" y="1"/>
                    </a:moveTo>
                    <a:cubicBezTo>
                      <a:pt x="221" y="1"/>
                      <a:pt x="1" y="221"/>
                      <a:pt x="1" y="483"/>
                    </a:cubicBezTo>
                    <a:lnTo>
                      <a:pt x="1" y="1158"/>
                    </a:lnTo>
                    <a:cubicBezTo>
                      <a:pt x="1" y="1420"/>
                      <a:pt x="221" y="1635"/>
                      <a:pt x="483" y="1635"/>
                    </a:cubicBezTo>
                    <a:lnTo>
                      <a:pt x="1111" y="1635"/>
                    </a:lnTo>
                    <a:cubicBezTo>
                      <a:pt x="1373" y="1635"/>
                      <a:pt x="1593" y="1420"/>
                      <a:pt x="1593" y="1158"/>
                    </a:cubicBezTo>
                    <a:lnTo>
                      <a:pt x="1593" y="483"/>
                    </a:lnTo>
                    <a:cubicBezTo>
                      <a:pt x="1593" y="221"/>
                      <a:pt x="1373" y="1"/>
                      <a:pt x="1111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3" name="Google Shape;923;p6"/>
              <p:cNvSpPr/>
              <p:nvPr/>
            </p:nvSpPr>
            <p:spPr>
              <a:xfrm>
                <a:off x="1994971" y="870255"/>
                <a:ext cx="178208" cy="239805"/>
              </a:xfrm>
              <a:custGeom>
                <a:rect b="b" l="l" r="r" t="t"/>
                <a:pathLst>
                  <a:path extrusionOk="0" h="1530" w="1137">
                    <a:moveTo>
                      <a:pt x="435" y="1"/>
                    </a:moveTo>
                    <a:cubicBezTo>
                      <a:pt x="199" y="1"/>
                      <a:pt x="0" y="200"/>
                      <a:pt x="0" y="441"/>
                    </a:cubicBezTo>
                    <a:lnTo>
                      <a:pt x="0" y="1095"/>
                    </a:lnTo>
                    <a:cubicBezTo>
                      <a:pt x="0" y="1336"/>
                      <a:pt x="199" y="1530"/>
                      <a:pt x="435" y="1530"/>
                    </a:cubicBezTo>
                    <a:lnTo>
                      <a:pt x="697" y="1530"/>
                    </a:lnTo>
                    <a:cubicBezTo>
                      <a:pt x="938" y="1530"/>
                      <a:pt x="1137" y="1336"/>
                      <a:pt x="1137" y="1095"/>
                    </a:cubicBezTo>
                    <a:lnTo>
                      <a:pt x="1137" y="441"/>
                    </a:lnTo>
                    <a:cubicBezTo>
                      <a:pt x="1137" y="200"/>
                      <a:pt x="938" y="1"/>
                      <a:pt x="69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" name="Google Shape;924;p6"/>
              <p:cNvSpPr/>
              <p:nvPr/>
            </p:nvSpPr>
            <p:spPr>
              <a:xfrm>
                <a:off x="1985097" y="860381"/>
                <a:ext cx="194665" cy="256262"/>
              </a:xfrm>
              <a:custGeom>
                <a:rect b="b" l="l" r="r" t="t"/>
                <a:pathLst>
                  <a:path extrusionOk="0" h="1635" w="1242">
                    <a:moveTo>
                      <a:pt x="760" y="111"/>
                    </a:moveTo>
                    <a:cubicBezTo>
                      <a:pt x="980" y="111"/>
                      <a:pt x="1132" y="284"/>
                      <a:pt x="1132" y="483"/>
                    </a:cubicBezTo>
                    <a:lnTo>
                      <a:pt x="1132" y="1158"/>
                    </a:lnTo>
                    <a:cubicBezTo>
                      <a:pt x="1132" y="1373"/>
                      <a:pt x="980" y="1551"/>
                      <a:pt x="760" y="1551"/>
                    </a:cubicBezTo>
                    <a:lnTo>
                      <a:pt x="477" y="1551"/>
                    </a:lnTo>
                    <a:cubicBezTo>
                      <a:pt x="283" y="1551"/>
                      <a:pt x="105" y="1373"/>
                      <a:pt x="105" y="1158"/>
                    </a:cubicBezTo>
                    <a:lnTo>
                      <a:pt x="105" y="483"/>
                    </a:lnTo>
                    <a:cubicBezTo>
                      <a:pt x="105" y="284"/>
                      <a:pt x="283" y="111"/>
                      <a:pt x="477" y="111"/>
                    </a:cubicBezTo>
                    <a:close/>
                    <a:moveTo>
                      <a:pt x="477" y="1"/>
                    </a:moveTo>
                    <a:cubicBezTo>
                      <a:pt x="215" y="1"/>
                      <a:pt x="1" y="221"/>
                      <a:pt x="1" y="483"/>
                    </a:cubicBezTo>
                    <a:lnTo>
                      <a:pt x="1" y="1158"/>
                    </a:lnTo>
                    <a:cubicBezTo>
                      <a:pt x="1" y="1420"/>
                      <a:pt x="215" y="1635"/>
                      <a:pt x="477" y="1635"/>
                    </a:cubicBezTo>
                    <a:lnTo>
                      <a:pt x="760" y="1635"/>
                    </a:lnTo>
                    <a:cubicBezTo>
                      <a:pt x="1022" y="1635"/>
                      <a:pt x="1242" y="1420"/>
                      <a:pt x="1242" y="1158"/>
                    </a:cubicBezTo>
                    <a:lnTo>
                      <a:pt x="1242" y="483"/>
                    </a:lnTo>
                    <a:cubicBezTo>
                      <a:pt x="1242" y="221"/>
                      <a:pt x="1022" y="1"/>
                      <a:pt x="760" y="1"/>
                    </a:cubicBezTo>
                    <a:close/>
                  </a:path>
                </a:pathLst>
              </a:custGeom>
              <a:solidFill>
                <a:srgbClr val="3E28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25" name="Google Shape;925;p6"/>
          <p:cNvSpPr txBox="1"/>
          <p:nvPr>
            <p:ph type="title"/>
          </p:nvPr>
        </p:nvSpPr>
        <p:spPr>
          <a:xfrm>
            <a:off x="2795100" y="983025"/>
            <a:ext cx="35538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000"/>
              <a:t>Metodología</a:t>
            </a:r>
            <a:endParaRPr sz="4000"/>
          </a:p>
        </p:txBody>
      </p:sp>
      <p:sp>
        <p:nvSpPr>
          <p:cNvPr id="926" name="Google Shape;926;p6"/>
          <p:cNvSpPr txBox="1"/>
          <p:nvPr>
            <p:ph idx="1" type="subTitle"/>
          </p:nvPr>
        </p:nvSpPr>
        <p:spPr>
          <a:xfrm>
            <a:off x="3913925" y="2257125"/>
            <a:ext cx="4863600" cy="16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Se eligió SCRUM porque nos permite avanzar paso a paso, mostrar resultados rápidos y adaptarnos fácilmente a los cambios, algo que no ofrecen las metodologías más tradicionales como la de cascada.</a:t>
            </a:r>
            <a:endParaRPr sz="2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39982c75762_0_14"/>
          <p:cNvSpPr txBox="1"/>
          <p:nvPr>
            <p:ph type="title"/>
          </p:nvPr>
        </p:nvSpPr>
        <p:spPr>
          <a:xfrm>
            <a:off x="1714500" y="481450"/>
            <a:ext cx="57150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500"/>
              <a:t>Planificación Temporal</a:t>
            </a:r>
            <a:endParaRPr sz="3500"/>
          </a:p>
        </p:txBody>
      </p:sp>
      <p:pic>
        <p:nvPicPr>
          <p:cNvPr id="932" name="Google Shape;932;g39982c75762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8150" y="1221550"/>
            <a:ext cx="5638800" cy="31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7" name="Google Shape;937;g3865a564cca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1075" y="605175"/>
            <a:ext cx="5648325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" name="Google Shape;942;g3a5b4b6fda1_0_16" title="ED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075" y="637675"/>
            <a:ext cx="8131851" cy="4090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" name="Google Shape;947;g39982c75762_0_20" title="Componen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1675" y="562100"/>
            <a:ext cx="5742299" cy="4286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" name="Google Shape;952;g39982c75762_0_24" title="Deploym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500" y="594350"/>
            <a:ext cx="8078976" cy="428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Google Shape;957;g3a5b4b6fda1_0_22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063" y="0"/>
            <a:ext cx="736786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g3a5b4b6fda1_0_22"/>
          <p:cNvSpPr txBox="1"/>
          <p:nvPr>
            <p:ph idx="4294967295" type="title"/>
          </p:nvPr>
        </p:nvSpPr>
        <p:spPr>
          <a:xfrm>
            <a:off x="4613050" y="231650"/>
            <a:ext cx="41070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500">
                <a:solidFill>
                  <a:schemeClr val="accent2"/>
                </a:solidFill>
              </a:rPr>
              <a:t>Modelo de datos</a:t>
            </a:r>
            <a:endParaRPr sz="35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Google Shape;963;g3a5b4b6fda1_0_100" title="modelo-fisi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71173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g3a5b4b6fda1_0_100"/>
          <p:cNvSpPr txBox="1"/>
          <p:nvPr>
            <p:ph idx="4294967295" type="title"/>
          </p:nvPr>
        </p:nvSpPr>
        <p:spPr>
          <a:xfrm>
            <a:off x="5839350" y="253050"/>
            <a:ext cx="31227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500"/>
              <a:t>Modelo de Físico</a:t>
            </a:r>
            <a:endParaRPr sz="3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a3b0e926ce_0_0"/>
          <p:cNvSpPr txBox="1"/>
          <p:nvPr>
            <p:ph idx="1" type="subTitle"/>
          </p:nvPr>
        </p:nvSpPr>
        <p:spPr>
          <a:xfrm>
            <a:off x="176075" y="2050800"/>
            <a:ext cx="3038400" cy="24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b="1"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Objetivo: 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Medir el aumento de 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enfermedades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 niños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b="1"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Justificación: 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Monitorear si las enfermedades de los niños aumentan o disminuyen permitiendo detectando riesgos de salud, identificar sectores vulnerables y apoyar las campaña de salud.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b="1"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Cómo se hace: 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Registrar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periódicamente los casos de enfermedades en niños por residencia,  comparar valores entre periodos, ver 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cuántos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casos aparecen por periodos. 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b="1"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Periodicidad: 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Anual.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g3a3b0e926ce_0_0"/>
          <p:cNvSpPr txBox="1"/>
          <p:nvPr>
            <p:ph type="title"/>
          </p:nvPr>
        </p:nvSpPr>
        <p:spPr>
          <a:xfrm>
            <a:off x="2298450" y="663725"/>
            <a:ext cx="45471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500"/>
              <a:t>Modulo </a:t>
            </a:r>
            <a:r>
              <a:rPr lang="en" sz="3500"/>
              <a:t>analítico</a:t>
            </a:r>
            <a:endParaRPr sz="3500"/>
          </a:p>
        </p:txBody>
      </p:sp>
      <p:sp>
        <p:nvSpPr>
          <p:cNvPr id="971" name="Google Shape;971;g3a3b0e926ce_0_0"/>
          <p:cNvSpPr txBox="1"/>
          <p:nvPr>
            <p:ph idx="4294967295" type="title"/>
          </p:nvPr>
        </p:nvSpPr>
        <p:spPr>
          <a:xfrm>
            <a:off x="1527874" y="1403825"/>
            <a:ext cx="3348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accent1"/>
                </a:solidFill>
              </a:rPr>
              <a:t>1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972" name="Google Shape;972;g3a3b0e926ce_0_0"/>
          <p:cNvSpPr txBox="1"/>
          <p:nvPr>
            <p:ph idx="4294967295" type="title"/>
          </p:nvPr>
        </p:nvSpPr>
        <p:spPr>
          <a:xfrm>
            <a:off x="4500611" y="1403825"/>
            <a:ext cx="4017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accent1"/>
                </a:solidFill>
              </a:rPr>
              <a:t>2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973" name="Google Shape;973;g3a3b0e926ce_0_0"/>
          <p:cNvSpPr txBox="1"/>
          <p:nvPr>
            <p:ph idx="4294967295" type="title"/>
          </p:nvPr>
        </p:nvSpPr>
        <p:spPr>
          <a:xfrm>
            <a:off x="7338300" y="1403825"/>
            <a:ext cx="4017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accent1"/>
                </a:solidFill>
              </a:rPr>
              <a:t>3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974" name="Google Shape;974;g3a3b0e926ce_0_0"/>
          <p:cNvSpPr txBox="1"/>
          <p:nvPr>
            <p:ph idx="1" type="subTitle"/>
          </p:nvPr>
        </p:nvSpPr>
        <p:spPr>
          <a:xfrm>
            <a:off x="3052800" y="2050800"/>
            <a:ext cx="3038400" cy="24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b="1"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Objetivo: 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Calcular el crecimiento o disminución del número promedio de enfermedades por residencia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b="1"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Justificación: 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promedio de enfermedades por residencia permite evaluar que tan afectadas 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están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las viviendas y si los problemas de salud van cambiando con el tiempo. Esto ayuda a priorizar el apoyo 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médico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donde 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más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necesite. 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b="1"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Cómo se hace: 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Contar 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cuántas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enfermedades se registran en cada residencia y calcular el promedio por residencia. 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b="1"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Periodicidad: 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Anual.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975" name="Google Shape;975;g3a3b0e926ce_0_0"/>
          <p:cNvSpPr txBox="1"/>
          <p:nvPr>
            <p:ph idx="1" type="subTitle"/>
          </p:nvPr>
        </p:nvSpPr>
        <p:spPr>
          <a:xfrm>
            <a:off x="5851450" y="2050800"/>
            <a:ext cx="3038400" cy="24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30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●"/>
            </a:pPr>
            <a:r>
              <a:rPr b="1"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Objetivo: 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Calcular el aumento o disminución de enfermedades en mayores de 55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●"/>
            </a:pPr>
            <a:r>
              <a:rPr b="1"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Justificación: 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personas mayores de 55 años suelen tener 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más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complicaciones de salud y son 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más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vulnerables. Medir 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cómo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cambian sus niveles permite anticipar las necesidades de 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atención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médica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●"/>
            </a:pPr>
            <a:r>
              <a:rPr b="1"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Cómo se hace: 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Registrando los casos de enfermedades en personas de 55+ por periodo, clasificar los datos por edad, comparar periodos, analizar las tendencias para 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identificar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zonas 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críticas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●"/>
            </a:pPr>
            <a:r>
              <a:rPr b="1"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Periodicidad: 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Anual</a:t>
            </a:r>
            <a:r>
              <a:rPr lang="en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1"/>
          <p:cNvSpPr txBox="1"/>
          <p:nvPr>
            <p:ph type="title"/>
          </p:nvPr>
        </p:nvSpPr>
        <p:spPr>
          <a:xfrm>
            <a:off x="720000" y="8233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Tecnologías utilizadas</a:t>
            </a:r>
            <a:endParaRPr/>
          </a:p>
        </p:txBody>
      </p:sp>
      <p:sp>
        <p:nvSpPr>
          <p:cNvPr id="981" name="Google Shape;981;p11"/>
          <p:cNvSpPr txBox="1"/>
          <p:nvPr>
            <p:ph idx="7" type="subTitle"/>
          </p:nvPr>
        </p:nvSpPr>
        <p:spPr>
          <a:xfrm>
            <a:off x="720025" y="2586550"/>
            <a:ext cx="22041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Flutter</a:t>
            </a:r>
            <a:endParaRPr/>
          </a:p>
        </p:txBody>
      </p:sp>
      <p:sp>
        <p:nvSpPr>
          <p:cNvPr id="982" name="Google Shape;982;p11"/>
          <p:cNvSpPr txBox="1"/>
          <p:nvPr>
            <p:ph idx="8" type="subTitle"/>
          </p:nvPr>
        </p:nvSpPr>
        <p:spPr>
          <a:xfrm>
            <a:off x="3469914" y="2586550"/>
            <a:ext cx="22041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Supabase</a:t>
            </a:r>
            <a:endParaRPr/>
          </a:p>
        </p:txBody>
      </p:sp>
      <p:sp>
        <p:nvSpPr>
          <p:cNvPr id="983" name="Google Shape;983;p11"/>
          <p:cNvSpPr txBox="1"/>
          <p:nvPr>
            <p:ph idx="9" type="subTitle"/>
          </p:nvPr>
        </p:nvSpPr>
        <p:spPr>
          <a:xfrm>
            <a:off x="720025" y="3866848"/>
            <a:ext cx="22041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Figma</a:t>
            </a:r>
            <a:endParaRPr/>
          </a:p>
        </p:txBody>
      </p:sp>
      <p:sp>
        <p:nvSpPr>
          <p:cNvPr id="984" name="Google Shape;984;p11"/>
          <p:cNvSpPr txBox="1"/>
          <p:nvPr>
            <p:ph idx="13" type="subTitle"/>
          </p:nvPr>
        </p:nvSpPr>
        <p:spPr>
          <a:xfrm>
            <a:off x="3469914" y="3866848"/>
            <a:ext cx="22041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Diagram IO</a:t>
            </a:r>
            <a:endParaRPr/>
          </a:p>
        </p:txBody>
      </p:sp>
      <p:sp>
        <p:nvSpPr>
          <p:cNvPr id="985" name="Google Shape;985;p11"/>
          <p:cNvSpPr txBox="1"/>
          <p:nvPr>
            <p:ph idx="14" type="subTitle"/>
          </p:nvPr>
        </p:nvSpPr>
        <p:spPr>
          <a:xfrm>
            <a:off x="6219809" y="2586550"/>
            <a:ext cx="22041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Dart</a:t>
            </a:r>
            <a:endParaRPr/>
          </a:p>
        </p:txBody>
      </p:sp>
      <p:sp>
        <p:nvSpPr>
          <p:cNvPr id="986" name="Google Shape;986;p11"/>
          <p:cNvSpPr txBox="1"/>
          <p:nvPr>
            <p:ph idx="15" type="subTitle"/>
          </p:nvPr>
        </p:nvSpPr>
        <p:spPr>
          <a:xfrm>
            <a:off x="6219809" y="3866848"/>
            <a:ext cx="22041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Postgresql</a:t>
            </a:r>
            <a:endParaRPr/>
          </a:p>
        </p:txBody>
      </p:sp>
      <p:pic>
        <p:nvPicPr>
          <p:cNvPr id="987" name="Google Shape;98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5712" y="1848425"/>
            <a:ext cx="572728" cy="57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5625" y="1848400"/>
            <a:ext cx="572750" cy="57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5700" y="3119867"/>
            <a:ext cx="572750" cy="57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85600" y="3119876"/>
            <a:ext cx="572749" cy="572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11" title="1_MJorFEcywZWHfcb3mkgIQ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35550" y="1848400"/>
            <a:ext cx="572750" cy="57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11" title="images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35498" y="3121762"/>
            <a:ext cx="572750" cy="568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39982c75762_0_45"/>
          <p:cNvSpPr txBox="1"/>
          <p:nvPr>
            <p:ph type="title"/>
          </p:nvPr>
        </p:nvSpPr>
        <p:spPr>
          <a:xfrm>
            <a:off x="1913250" y="936575"/>
            <a:ext cx="53175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500"/>
              <a:t>Resultados Obtenidos</a:t>
            </a:r>
            <a:endParaRPr sz="3500"/>
          </a:p>
        </p:txBody>
      </p:sp>
      <p:sp>
        <p:nvSpPr>
          <p:cNvPr id="998" name="Google Shape;998;g39982c75762_0_45"/>
          <p:cNvSpPr txBox="1"/>
          <p:nvPr/>
        </p:nvSpPr>
        <p:spPr>
          <a:xfrm>
            <a:off x="427200" y="1867250"/>
            <a:ext cx="8289600" cy="20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Sistema funcional:</a:t>
            </a:r>
            <a:r>
              <a:rPr lang="en" sz="1100"/>
              <a:t> Plataforma </a:t>
            </a:r>
            <a:r>
              <a:rPr lang="en" sz="1100"/>
              <a:t>móvil</a:t>
            </a:r>
            <a:r>
              <a:rPr lang="en" sz="1100"/>
              <a:t> capaz de gestionar viviendas, residentes y datos útiles para bomberos.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Integración Flutter + Supabase:</a:t>
            </a:r>
            <a:r>
              <a:rPr lang="en" sz="1100"/>
              <a:t> Conexión estable con base de datos en tiempo real y autenticación implementada.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Módulos completados:</a:t>
            </a:r>
            <a:r>
              <a:rPr lang="en" sz="1100"/>
              <a:t> Login, registro de viviendas y residentes,</a:t>
            </a:r>
            <a:r>
              <a:rPr lang="en" sz="1100"/>
              <a:t>mascotas,</a:t>
            </a:r>
            <a:r>
              <a:rPr lang="en" sz="1100"/>
              <a:t> visualización y administración de grifos.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Organización del proyecto:</a:t>
            </a:r>
            <a:r>
              <a:rPr lang="en" sz="1100"/>
              <a:t> Estructura de carpetas, control de versiones y trabajo en ramas.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Validación del problema:</a:t>
            </a:r>
            <a:r>
              <a:rPr lang="en" sz="1100"/>
              <a:t> Se confirmó que los bomberos necesitan acceso rápido a información confiable.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9982c75762_0_54"/>
          <p:cNvSpPr txBox="1"/>
          <p:nvPr>
            <p:ph type="title"/>
          </p:nvPr>
        </p:nvSpPr>
        <p:spPr>
          <a:xfrm>
            <a:off x="1588650" y="954525"/>
            <a:ext cx="59667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500"/>
              <a:t>Obstáculos presentados</a:t>
            </a:r>
            <a:endParaRPr sz="3500"/>
          </a:p>
        </p:txBody>
      </p:sp>
      <p:sp>
        <p:nvSpPr>
          <p:cNvPr id="1004" name="Google Shape;1004;g39982c75762_0_54"/>
          <p:cNvSpPr txBox="1"/>
          <p:nvPr/>
        </p:nvSpPr>
        <p:spPr>
          <a:xfrm>
            <a:off x="1464300" y="2058700"/>
            <a:ext cx="62154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Falta de coordinación en algunas actividades</a:t>
            </a:r>
            <a:r>
              <a:rPr lang="en" sz="1100"/>
              <a:t>, lo que generó desacuerdos y </a:t>
            </a:r>
            <a:r>
              <a:rPr lang="en" sz="1100"/>
              <a:t>tiempos muertos</a:t>
            </a:r>
            <a:r>
              <a:rPr lang="en" sz="1100"/>
              <a:t>.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Retrasos en la documentación</a:t>
            </a:r>
            <a:r>
              <a:rPr lang="en" sz="1100"/>
              <a:t>, afectando el avance general del proyecto.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Fallos en la autenticación y permisos con Supabase</a:t>
            </a:r>
            <a:r>
              <a:rPr lang="en" sz="1100"/>
              <a:t>, lo que complicó la integración inicial del sistema.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100"/>
            </a:br>
            <a:endParaRPr b="1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39982c75762_0_58"/>
          <p:cNvSpPr txBox="1"/>
          <p:nvPr>
            <p:ph type="title"/>
          </p:nvPr>
        </p:nvSpPr>
        <p:spPr>
          <a:xfrm>
            <a:off x="329700" y="2075550"/>
            <a:ext cx="8484600" cy="9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400"/>
              <a:t>Resultados del Proyecto</a:t>
            </a:r>
            <a:endParaRPr sz="4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39982c75762_0_62"/>
          <p:cNvSpPr txBox="1"/>
          <p:nvPr>
            <p:ph type="title"/>
          </p:nvPr>
        </p:nvSpPr>
        <p:spPr>
          <a:xfrm>
            <a:off x="1588650" y="954525"/>
            <a:ext cx="59667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700"/>
              <a:t>Conclusión</a:t>
            </a:r>
            <a:endParaRPr sz="3700"/>
          </a:p>
        </p:txBody>
      </p:sp>
      <p:sp>
        <p:nvSpPr>
          <p:cNvPr id="1015" name="Google Shape;1015;g39982c75762_0_62"/>
          <p:cNvSpPr txBox="1"/>
          <p:nvPr/>
        </p:nvSpPr>
        <p:spPr>
          <a:xfrm>
            <a:off x="1829100" y="1999575"/>
            <a:ext cx="5485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Esta solución busca que los bomberos puedan trabajar </a:t>
            </a:r>
            <a:r>
              <a:rPr b="1" lang="en" sz="1300"/>
              <a:t>más rápido y con más seguridad</a:t>
            </a:r>
            <a:r>
              <a:rPr lang="en" sz="1300"/>
              <a:t> al tener información clara de cada vivienda y sus residentes. Con una aplicación donde las familias registran sus datos, los equipos de emergencia pueden tomar </a:t>
            </a:r>
            <a:r>
              <a:rPr b="1" lang="en" sz="1300"/>
              <a:t>mejores decisiones en menos tiempo</a:t>
            </a:r>
            <a:r>
              <a:rPr lang="en" sz="1300"/>
              <a:t>, reduciendo riesgos y mejorando la respuesta ante cualquier emergencia.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"/>
          <p:cNvSpPr txBox="1"/>
          <p:nvPr>
            <p:ph type="title"/>
          </p:nvPr>
        </p:nvSpPr>
        <p:spPr>
          <a:xfrm>
            <a:off x="1810350" y="1810050"/>
            <a:ext cx="5523300" cy="15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000"/>
              <a:t>Muchas gracias por su atención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39982c75762_0_49"/>
          <p:cNvSpPr txBox="1"/>
          <p:nvPr>
            <p:ph type="title"/>
          </p:nvPr>
        </p:nvSpPr>
        <p:spPr>
          <a:xfrm>
            <a:off x="1714500" y="2190900"/>
            <a:ext cx="57150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6300"/>
              <a:t>¿</a:t>
            </a:r>
            <a:r>
              <a:rPr lang="en" sz="6300"/>
              <a:t>Preguntas?</a:t>
            </a:r>
            <a:endParaRPr sz="6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mputer Workshop for Beginners by Slidesgo">
  <a:themeElements>
    <a:clrScheme name="Simple Light">
      <a:dk1>
        <a:srgbClr val="112E54"/>
      </a:dk1>
      <a:lt1>
        <a:srgbClr val="AEE2F4"/>
      </a:lt1>
      <a:dk2>
        <a:srgbClr val="FFE188"/>
      </a:dk2>
      <a:lt2>
        <a:srgbClr val="FF93A9"/>
      </a:lt2>
      <a:accent1>
        <a:srgbClr val="FF6180"/>
      </a:accent1>
      <a:accent2>
        <a:srgbClr val="F5FBFF"/>
      </a:accent2>
      <a:accent3>
        <a:srgbClr val="00C7E6"/>
      </a:accent3>
      <a:accent4>
        <a:srgbClr val="356B90"/>
      </a:accent4>
      <a:accent5>
        <a:srgbClr val="866AAC"/>
      </a:accent5>
      <a:accent6>
        <a:srgbClr val="3E285A"/>
      </a:accent6>
      <a:hlink>
        <a:srgbClr val="112E5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